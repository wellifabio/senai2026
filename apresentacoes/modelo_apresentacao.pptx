
<file path=[Content_Types].xml><?xml version="1.0" encoding="utf-8"?>
<Types xmlns="http://schemas.openxmlformats.org/package/2006/content-types">
  <Default Extension="fntdata" ContentType="application/x-fontdata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</p:sldIdLst>
  <p:sldSz cx="20104100" cy="11309350"/>
  <p:notesSz cx="20104100" cy="11309350"/>
  <p:embeddedFontLst>
    <p:embeddedFont>
      <p:font typeface="Calibri" panose="020F0502020204030204" pitchFamily="34" charset="0"/>
      <p:regular r:id="rId27"/>
      <p:bold r:id="rId28"/>
      <p:italic r:id="rId29"/>
      <p:boldItalic r:id="rId30"/>
    </p:embeddedFont>
    <p:embeddedFont>
      <p:font typeface="Montserrat" panose="00000500000000000000" pitchFamily="2" charset="0"/>
      <p:regular r:id="rId31"/>
      <p:bold r:id="rId32"/>
      <p:italic r:id="rId33"/>
      <p:boldItalic r:id="rId34"/>
    </p:embeddedFont>
    <p:embeddedFont>
      <p:font typeface="Montserrat ExtraBold" panose="00000900000000000000" pitchFamily="2" charset="0"/>
      <p:bold r:id="rId35"/>
      <p:boldItalic r:id="rId36"/>
    </p:embeddedFont>
    <p:embeddedFont>
      <p:font typeface="Montserrat Light" panose="00000400000000000000" pitchFamily="2" charset="0"/>
      <p:regular r:id="rId37"/>
      <p:italic r:id="rId38"/>
    </p:embeddedFont>
    <p:embeddedFont>
      <p:font typeface="Montserrat SemiBold" panose="00000700000000000000" pitchFamily="2" charset="0"/>
      <p:bold r:id="rId39"/>
      <p:boldItalic r:id="rId40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0E3ABB-C11A-BBD9-2802-532C104E159E}" v="1" dt="2022-01-25T14:55:06.476"/>
    <p1510:client id="{67B79760-9B19-EA06-B321-81BE3DC8DF22}" v="11" dt="2022-01-28T13:28:15.146"/>
    <p1510:client id="{E26C3A5A-D7F9-6D2D-9C24-7E05DE01AA21}" v="11" dt="2021-11-30T01:30:03.168"/>
    <p1510:client id="{E274CB7D-D5F6-CB88-97F7-1F9BAF23F222}" v="10" dt="2021-11-30T01:31:45.183"/>
    <p1510:client id="{E997C4D9-1869-CBC7-0693-58570764A1CA}" v="16" dt="2022-08-15T19:44:12.365"/>
    <p1510:client id="{F9CA789C-FA2B-ABC1-4746-E0D93CC19689}" v="1" dt="2022-01-26T14:38:05.244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642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font" Target="fonts/font13.fntdata"/><Relationship Id="rId21" Type="http://schemas.openxmlformats.org/officeDocument/2006/relationships/slide" Target="slides/slide17.xml"/><Relationship Id="rId34" Type="http://schemas.openxmlformats.org/officeDocument/2006/relationships/font" Target="fonts/font8.fntdata"/><Relationship Id="rId42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font" Target="fonts/font3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font" Target="fonts/font6.fntdata"/><Relationship Id="rId37" Type="http://schemas.openxmlformats.org/officeDocument/2006/relationships/font" Target="fonts/font11.fntdata"/><Relationship Id="rId40" Type="http://schemas.openxmlformats.org/officeDocument/2006/relationships/font" Target="fonts/font14.fntdata"/><Relationship Id="rId45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font" Target="fonts/font2.fntdata"/><Relationship Id="rId36" Type="http://schemas.openxmlformats.org/officeDocument/2006/relationships/font" Target="fonts/font10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5.fntdata"/><Relationship Id="rId44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font" Target="fonts/font9.fntdata"/><Relationship Id="rId43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font" Target="fonts/font7.fntdata"/><Relationship Id="rId38" Type="http://schemas.openxmlformats.org/officeDocument/2006/relationships/font" Target="fonts/font12.fntdata"/><Relationship Id="rId46" Type="http://schemas.microsoft.com/office/2015/10/relationships/revisionInfo" Target="revisionInfo.xml"/><Relationship Id="rId20" Type="http://schemas.openxmlformats.org/officeDocument/2006/relationships/slide" Target="slides/slide16.xml"/><Relationship Id="rId4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cas Miguel Leal da Silva" userId="S::lucas.msilva@sp.senai.br::5c40faec-5f1f-47e9-a958-68edb761d629" providerId="AD" clId="Web-{E26C3A5A-D7F9-6D2D-9C24-7E05DE01AA21}"/>
    <pc:docChg chg="modSld">
      <pc:chgData name="Lucas Miguel Leal da Silva" userId="S::lucas.msilva@sp.senai.br::5c40faec-5f1f-47e9-a958-68edb761d629" providerId="AD" clId="Web-{E26C3A5A-D7F9-6D2D-9C24-7E05DE01AA21}" dt="2021-11-30T01:30:03.168" v="10" actId="1076"/>
      <pc:docMkLst>
        <pc:docMk/>
      </pc:docMkLst>
      <pc:sldChg chg="modSp">
        <pc:chgData name="Lucas Miguel Leal da Silva" userId="S::lucas.msilva@sp.senai.br::5c40faec-5f1f-47e9-a958-68edb761d629" providerId="AD" clId="Web-{E26C3A5A-D7F9-6D2D-9C24-7E05DE01AA21}" dt="2021-11-30T01:25:45.023" v="3" actId="1076"/>
        <pc:sldMkLst>
          <pc:docMk/>
          <pc:sldMk cId="0" sldId="256"/>
        </pc:sldMkLst>
        <pc:spChg chg="mod">
          <ac:chgData name="Lucas Miguel Leal da Silva" userId="S::lucas.msilva@sp.senai.br::5c40faec-5f1f-47e9-a958-68edb761d629" providerId="AD" clId="Web-{E26C3A5A-D7F9-6D2D-9C24-7E05DE01AA21}" dt="2021-11-30T01:25:45.023" v="3" actId="1076"/>
          <ac:spMkLst>
            <pc:docMk/>
            <pc:sldMk cId="0" sldId="256"/>
            <ac:spMk id="4" creationId="{00000000-0000-0000-0000-000000000000}"/>
          </ac:spMkLst>
        </pc:spChg>
        <pc:spChg chg="mod">
          <ac:chgData name="Lucas Miguel Leal da Silva" userId="S::lucas.msilva@sp.senai.br::5c40faec-5f1f-47e9-a958-68edb761d629" providerId="AD" clId="Web-{E26C3A5A-D7F9-6D2D-9C24-7E05DE01AA21}" dt="2021-11-30T01:10:29.601" v="1" actId="1076"/>
          <ac:spMkLst>
            <pc:docMk/>
            <pc:sldMk cId="0" sldId="256"/>
            <ac:spMk id="5" creationId="{00000000-0000-0000-0000-000000000000}"/>
          </ac:spMkLst>
        </pc:spChg>
      </pc:sldChg>
      <pc:sldChg chg="modSp">
        <pc:chgData name="Lucas Miguel Leal da Silva" userId="S::lucas.msilva@sp.senai.br::5c40faec-5f1f-47e9-a958-68edb761d629" providerId="AD" clId="Web-{E26C3A5A-D7F9-6D2D-9C24-7E05DE01AA21}" dt="2021-11-30T01:29:48.168" v="5" actId="1076"/>
        <pc:sldMkLst>
          <pc:docMk/>
          <pc:sldMk cId="0" sldId="257"/>
        </pc:sldMkLst>
        <pc:spChg chg="mod">
          <ac:chgData name="Lucas Miguel Leal da Silva" userId="S::lucas.msilva@sp.senai.br::5c40faec-5f1f-47e9-a958-68edb761d629" providerId="AD" clId="Web-{E26C3A5A-D7F9-6D2D-9C24-7E05DE01AA21}" dt="2021-11-30T01:29:48.168" v="5" actId="1076"/>
          <ac:spMkLst>
            <pc:docMk/>
            <pc:sldMk cId="0" sldId="257"/>
            <ac:spMk id="71" creationId="{00000000-0000-0000-0000-000000000000}"/>
          </ac:spMkLst>
        </pc:spChg>
        <pc:grpChg chg="mod">
          <ac:chgData name="Lucas Miguel Leal da Silva" userId="S::lucas.msilva@sp.senai.br::5c40faec-5f1f-47e9-a958-68edb761d629" providerId="AD" clId="Web-{E26C3A5A-D7F9-6D2D-9C24-7E05DE01AA21}" dt="2021-11-30T01:26:18.805" v="4" actId="1076"/>
          <ac:grpSpMkLst>
            <pc:docMk/>
            <pc:sldMk cId="0" sldId="257"/>
            <ac:grpSpMk id="4" creationId="{00000000-0000-0000-0000-000000000000}"/>
          </ac:grpSpMkLst>
        </pc:grpChg>
      </pc:sldChg>
      <pc:sldChg chg="modSp">
        <pc:chgData name="Lucas Miguel Leal da Silva" userId="S::lucas.msilva@sp.senai.br::5c40faec-5f1f-47e9-a958-68edb761d629" providerId="AD" clId="Web-{E26C3A5A-D7F9-6D2D-9C24-7E05DE01AA21}" dt="2021-11-30T01:30:03.168" v="10" actId="1076"/>
        <pc:sldMkLst>
          <pc:docMk/>
          <pc:sldMk cId="0" sldId="258"/>
        </pc:sldMkLst>
        <pc:spChg chg="mod">
          <ac:chgData name="Lucas Miguel Leal da Silva" userId="S::lucas.msilva@sp.senai.br::5c40faec-5f1f-47e9-a958-68edb761d629" providerId="AD" clId="Web-{E26C3A5A-D7F9-6D2D-9C24-7E05DE01AA21}" dt="2021-11-30T01:30:03.168" v="10" actId="1076"/>
          <ac:spMkLst>
            <pc:docMk/>
            <pc:sldMk cId="0" sldId="258"/>
            <ac:spMk id="68" creationId="{00000000-0000-0000-0000-000000000000}"/>
          </ac:spMkLst>
        </pc:spChg>
        <pc:grpChg chg="mod">
          <ac:chgData name="Lucas Miguel Leal da Silva" userId="S::lucas.msilva@sp.senai.br::5c40faec-5f1f-47e9-a958-68edb761d629" providerId="AD" clId="Web-{E26C3A5A-D7F9-6D2D-9C24-7E05DE01AA21}" dt="2021-11-30T01:29:51.324" v="6" actId="1076"/>
          <ac:grpSpMkLst>
            <pc:docMk/>
            <pc:sldMk cId="0" sldId="258"/>
            <ac:grpSpMk id="66" creationId="{00000000-0000-0000-0000-000000000000}"/>
          </ac:grpSpMkLst>
        </pc:grpChg>
      </pc:sldChg>
    </pc:docChg>
  </pc:docChgLst>
  <pc:docChgLst>
    <pc:chgData name="Lucas Miguel Leal da Silva" userId="S::lucas.msilva@sp.senai.br::5c40faec-5f1f-47e9-a958-68edb761d629" providerId="AD" clId="Web-{E274CB7D-D5F6-CB88-97F7-1F9BAF23F222}"/>
    <pc:docChg chg="modSld">
      <pc:chgData name="Lucas Miguel Leal da Silva" userId="S::lucas.msilva@sp.senai.br::5c40faec-5f1f-47e9-a958-68edb761d629" providerId="AD" clId="Web-{E274CB7D-D5F6-CB88-97F7-1F9BAF23F222}" dt="2021-11-30T01:31:45.183" v="9"/>
      <pc:docMkLst>
        <pc:docMk/>
      </pc:docMkLst>
      <pc:sldChg chg="addSp delSp modSp">
        <pc:chgData name="Lucas Miguel Leal da Silva" userId="S::lucas.msilva@sp.senai.br::5c40faec-5f1f-47e9-a958-68edb761d629" providerId="AD" clId="Web-{E274CB7D-D5F6-CB88-97F7-1F9BAF23F222}" dt="2021-11-30T01:31:45.183" v="9"/>
        <pc:sldMkLst>
          <pc:docMk/>
          <pc:sldMk cId="0" sldId="257"/>
        </pc:sldMkLst>
        <pc:spChg chg="del mod">
          <ac:chgData name="Lucas Miguel Leal da Silva" userId="S::lucas.msilva@sp.senai.br::5c40faec-5f1f-47e9-a958-68edb761d629" providerId="AD" clId="Web-{E274CB7D-D5F6-CB88-97F7-1F9BAF23F222}" dt="2021-11-30T01:31:37.698" v="7"/>
          <ac:spMkLst>
            <pc:docMk/>
            <pc:sldMk cId="0" sldId="257"/>
            <ac:spMk id="71" creationId="{00000000-0000-0000-0000-000000000000}"/>
          </ac:spMkLst>
        </pc:spChg>
        <pc:spChg chg="add mod">
          <ac:chgData name="Lucas Miguel Leal da Silva" userId="S::lucas.msilva@sp.senai.br::5c40faec-5f1f-47e9-a958-68edb761d629" providerId="AD" clId="Web-{E274CB7D-D5F6-CB88-97F7-1F9BAF23F222}" dt="2021-11-30T01:31:42.995" v="8"/>
          <ac:spMkLst>
            <pc:docMk/>
            <pc:sldMk cId="0" sldId="257"/>
            <ac:spMk id="77" creationId="{1A8410D5-09A9-4E9A-8324-AE05DD12526F}"/>
          </ac:spMkLst>
        </pc:spChg>
        <pc:spChg chg="add del mod">
          <ac:chgData name="Lucas Miguel Leal da Silva" userId="S::lucas.msilva@sp.senai.br::5c40faec-5f1f-47e9-a958-68edb761d629" providerId="AD" clId="Web-{E274CB7D-D5F6-CB88-97F7-1F9BAF23F222}" dt="2021-11-30T01:31:45.183" v="9"/>
          <ac:spMkLst>
            <pc:docMk/>
            <pc:sldMk cId="0" sldId="257"/>
            <ac:spMk id="79" creationId="{F8D9D440-CCAE-4CA4-875F-AD08D54F116D}"/>
          </ac:spMkLst>
        </pc:spChg>
        <pc:grpChg chg="del mod">
          <ac:chgData name="Lucas Miguel Leal da Silva" userId="S::lucas.msilva@sp.senai.br::5c40faec-5f1f-47e9-a958-68edb761d629" providerId="AD" clId="Web-{E274CB7D-D5F6-CB88-97F7-1F9BAF23F222}" dt="2021-11-30T01:31:06.979" v="2"/>
          <ac:grpSpMkLst>
            <pc:docMk/>
            <pc:sldMk cId="0" sldId="257"/>
            <ac:grpSpMk id="4" creationId="{00000000-0000-0000-0000-000000000000}"/>
          </ac:grpSpMkLst>
        </pc:grpChg>
        <pc:grpChg chg="add">
          <ac:chgData name="Lucas Miguel Leal da Silva" userId="S::lucas.msilva@sp.senai.br::5c40faec-5f1f-47e9-a958-68edb761d629" providerId="AD" clId="Web-{E274CB7D-D5F6-CB88-97F7-1F9BAF23F222}" dt="2021-11-30T01:31:20.510" v="5"/>
          <ac:grpSpMkLst>
            <pc:docMk/>
            <pc:sldMk cId="0" sldId="257"/>
            <ac:grpSpMk id="75" creationId="{0BCB4BF7-1C02-4670-98EB-A548B299ADD0}"/>
          </ac:grpSpMkLst>
        </pc:grpChg>
      </pc:sldChg>
      <pc:sldChg chg="addSp delSp">
        <pc:chgData name="Lucas Miguel Leal da Silva" userId="S::lucas.msilva@sp.senai.br::5c40faec-5f1f-47e9-a958-68edb761d629" providerId="AD" clId="Web-{E274CB7D-D5F6-CB88-97F7-1F9BAF23F222}" dt="2021-11-30T01:31:18.042" v="4"/>
        <pc:sldMkLst>
          <pc:docMk/>
          <pc:sldMk cId="0" sldId="258"/>
        </pc:sldMkLst>
        <pc:grpChg chg="del">
          <ac:chgData name="Lucas Miguel Leal da Silva" userId="S::lucas.msilva@sp.senai.br::5c40faec-5f1f-47e9-a958-68edb761d629" providerId="AD" clId="Web-{E274CB7D-D5F6-CB88-97F7-1F9BAF23F222}" dt="2021-11-30T01:31:18.042" v="4"/>
          <ac:grpSpMkLst>
            <pc:docMk/>
            <pc:sldMk cId="0" sldId="258"/>
            <ac:grpSpMk id="66" creationId="{00000000-0000-0000-0000-000000000000}"/>
          </ac:grpSpMkLst>
        </pc:grpChg>
        <pc:grpChg chg="add">
          <ac:chgData name="Lucas Miguel Leal da Silva" userId="S::lucas.msilva@sp.senai.br::5c40faec-5f1f-47e9-a958-68edb761d629" providerId="AD" clId="Web-{E274CB7D-D5F6-CB88-97F7-1F9BAF23F222}" dt="2021-11-30T01:31:14.854" v="3"/>
          <ac:grpSpMkLst>
            <pc:docMk/>
            <pc:sldMk cId="0" sldId="258"/>
            <ac:grpSpMk id="75" creationId="{28DCA77A-25D6-4AC8-926C-CA966CB46EF3}"/>
          </ac:grpSpMkLst>
        </pc:grpChg>
      </pc:sldChg>
    </pc:docChg>
  </pc:docChgLst>
  <pc:docChgLst>
    <pc:chgData name="Aruana Marcondes" userId="S::aruana.marcondes@sp.senai.br::3b5ba883-9796-4925-87dd-7395c5a849ef" providerId="AD" clId="Web-{F9CA789C-FA2B-ABC1-4746-E0D93CC19689}"/>
    <pc:docChg chg="modSld">
      <pc:chgData name="Aruana Marcondes" userId="S::aruana.marcondes@sp.senai.br::3b5ba883-9796-4925-87dd-7395c5a849ef" providerId="AD" clId="Web-{F9CA789C-FA2B-ABC1-4746-E0D93CC19689}" dt="2022-01-26T14:38:05.244" v="0"/>
      <pc:docMkLst>
        <pc:docMk/>
      </pc:docMkLst>
      <pc:sldChg chg="delSp">
        <pc:chgData name="Aruana Marcondes" userId="S::aruana.marcondes@sp.senai.br::3b5ba883-9796-4925-87dd-7395c5a849ef" providerId="AD" clId="Web-{F9CA789C-FA2B-ABC1-4746-E0D93CC19689}" dt="2022-01-26T14:38:05.244" v="0"/>
        <pc:sldMkLst>
          <pc:docMk/>
          <pc:sldMk cId="0" sldId="258"/>
        </pc:sldMkLst>
        <pc:picChg chg="del">
          <ac:chgData name="Aruana Marcondes" userId="S::aruana.marcondes@sp.senai.br::3b5ba883-9796-4925-87dd-7395c5a849ef" providerId="AD" clId="Web-{F9CA789C-FA2B-ABC1-4746-E0D93CC19689}" dt="2022-01-26T14:38:05.244" v="0"/>
          <ac:picMkLst>
            <pc:docMk/>
            <pc:sldMk cId="0" sldId="258"/>
            <ac:picMk id="66" creationId="{06106D5E-0E16-4805-AB25-BF77A3F07626}"/>
          </ac:picMkLst>
        </pc:picChg>
      </pc:sldChg>
    </pc:docChg>
  </pc:docChgLst>
  <pc:docChgLst>
    <pc:chgData name="Aruana Marcondes" userId="S::aruana.marcondes@sp.senai.br::3b5ba883-9796-4925-87dd-7395c5a849ef" providerId="AD" clId="Web-{280E3ABB-C11A-BBD9-2802-532C104E159E}"/>
    <pc:docChg chg="modSld">
      <pc:chgData name="Aruana Marcondes" userId="S::aruana.marcondes@sp.senai.br::3b5ba883-9796-4925-87dd-7395c5a849ef" providerId="AD" clId="Web-{280E3ABB-C11A-BBD9-2802-532C104E159E}" dt="2022-01-25T14:55:06.476" v="0"/>
      <pc:docMkLst>
        <pc:docMk/>
      </pc:docMkLst>
      <pc:sldChg chg="addSp modSp">
        <pc:chgData name="Aruana Marcondes" userId="S::aruana.marcondes@sp.senai.br::3b5ba883-9796-4925-87dd-7395c5a849ef" providerId="AD" clId="Web-{280E3ABB-C11A-BBD9-2802-532C104E159E}" dt="2022-01-25T14:55:06.476" v="0"/>
        <pc:sldMkLst>
          <pc:docMk/>
          <pc:sldMk cId="0" sldId="258"/>
        </pc:sldMkLst>
        <pc:picChg chg="add mod">
          <ac:chgData name="Aruana Marcondes" userId="S::aruana.marcondes@sp.senai.br::3b5ba883-9796-4925-87dd-7395c5a849ef" providerId="AD" clId="Web-{280E3ABB-C11A-BBD9-2802-532C104E159E}" dt="2022-01-25T14:55:06.476" v="0"/>
          <ac:picMkLst>
            <pc:docMk/>
            <pc:sldMk cId="0" sldId="258"/>
            <ac:picMk id="66" creationId="{06106D5E-0E16-4805-AB25-BF77A3F07626}"/>
          </ac:picMkLst>
        </pc:picChg>
      </pc:sldChg>
    </pc:docChg>
  </pc:docChgLst>
  <pc:docChgLst>
    <pc:chgData name="Adelia Bianca Magi de Moura" userId="S::adelia.moura@sp.senai.br::1d064294-64c6-4623-8dcc-126153f5c19e" providerId="AD" clId="Web-{E997C4D9-1869-CBC7-0693-58570764A1CA}"/>
    <pc:docChg chg="modSld">
      <pc:chgData name="Adelia Bianca Magi de Moura" userId="S::adelia.moura@sp.senai.br::1d064294-64c6-4623-8dcc-126153f5c19e" providerId="AD" clId="Web-{E997C4D9-1869-CBC7-0693-58570764A1CA}" dt="2022-08-15T19:44:12.365" v="15" actId="1076"/>
      <pc:docMkLst>
        <pc:docMk/>
      </pc:docMkLst>
      <pc:sldChg chg="addSp delSp modSp">
        <pc:chgData name="Adelia Bianca Magi de Moura" userId="S::adelia.moura@sp.senai.br::1d064294-64c6-4623-8dcc-126153f5c19e" providerId="AD" clId="Web-{E997C4D9-1869-CBC7-0693-58570764A1CA}" dt="2022-08-15T19:44:12.365" v="15" actId="1076"/>
        <pc:sldMkLst>
          <pc:docMk/>
          <pc:sldMk cId="0" sldId="277"/>
        </pc:sldMkLst>
        <pc:spChg chg="add del">
          <ac:chgData name="Adelia Bianca Magi de Moura" userId="S::adelia.moura@sp.senai.br::1d064294-64c6-4623-8dcc-126153f5c19e" providerId="AD" clId="Web-{E997C4D9-1869-CBC7-0693-58570764A1CA}" dt="2022-08-15T19:44:00.364" v="11"/>
          <ac:spMkLst>
            <pc:docMk/>
            <pc:sldMk cId="0" sldId="277"/>
            <ac:spMk id="4" creationId="{00000000-0000-0000-0000-000000000000}"/>
          </ac:spMkLst>
        </pc:spChg>
        <pc:spChg chg="mod">
          <ac:chgData name="Adelia Bianca Magi de Moura" userId="S::adelia.moura@sp.senai.br::1d064294-64c6-4623-8dcc-126153f5c19e" providerId="AD" clId="Web-{E997C4D9-1869-CBC7-0693-58570764A1CA}" dt="2022-08-15T19:44:12.365" v="15" actId="1076"/>
          <ac:spMkLst>
            <pc:docMk/>
            <pc:sldMk cId="0" sldId="277"/>
            <ac:spMk id="5" creationId="{00000000-0000-0000-0000-000000000000}"/>
          </ac:spMkLst>
        </pc:spChg>
        <pc:grpChg chg="mod">
          <ac:chgData name="Adelia Bianca Magi de Moura" userId="S::adelia.moura@sp.senai.br::1d064294-64c6-4623-8dcc-126153f5c19e" providerId="AD" clId="Web-{E997C4D9-1869-CBC7-0693-58570764A1CA}" dt="2022-08-15T19:44:06.521" v="13" actId="1076"/>
          <ac:grpSpMkLst>
            <pc:docMk/>
            <pc:sldMk cId="0" sldId="277"/>
            <ac:grpSpMk id="2" creationId="{00000000-0000-0000-0000-000000000000}"/>
          </ac:grpSpMkLst>
        </pc:grpChg>
        <pc:grpChg chg="mod">
          <ac:chgData name="Adelia Bianca Magi de Moura" userId="S::adelia.moura@sp.senai.br::1d064294-64c6-4623-8dcc-126153f5c19e" providerId="AD" clId="Web-{E997C4D9-1869-CBC7-0693-58570764A1CA}" dt="2022-08-15T19:43:38.489" v="10" actId="1076"/>
          <ac:grpSpMkLst>
            <pc:docMk/>
            <pc:sldMk cId="0" sldId="277"/>
            <ac:grpSpMk id="8" creationId="{00000000-0000-0000-0000-000000000000}"/>
          </ac:grpSpMkLst>
        </pc:grpChg>
      </pc:sldChg>
    </pc:docChg>
  </pc:docChgLst>
  <pc:docChgLst>
    <pc:chgData name="Luciana Seguin E Seguin" userId="S::luciana.seguin@sp.senai.br::c06bbc8a-9dca-427a-8349-4d2edc3ff980" providerId="AD" clId="Web-{67B79760-9B19-EA06-B321-81BE3DC8DF22}"/>
    <pc:docChg chg="modSld">
      <pc:chgData name="Luciana Seguin E Seguin" userId="S::luciana.seguin@sp.senai.br::c06bbc8a-9dca-427a-8349-4d2edc3ff980" providerId="AD" clId="Web-{67B79760-9B19-EA06-B321-81BE3DC8DF22}" dt="2022-01-28T13:28:15.146" v="5" actId="20577"/>
      <pc:docMkLst>
        <pc:docMk/>
      </pc:docMkLst>
      <pc:sldChg chg="modSp">
        <pc:chgData name="Luciana Seguin E Seguin" userId="S::luciana.seguin@sp.senai.br::c06bbc8a-9dca-427a-8349-4d2edc3ff980" providerId="AD" clId="Web-{67B79760-9B19-EA06-B321-81BE3DC8DF22}" dt="2022-01-28T13:27:58.270" v="2" actId="20577"/>
        <pc:sldMkLst>
          <pc:docMk/>
          <pc:sldMk cId="0" sldId="261"/>
        </pc:sldMkLst>
        <pc:spChg chg="mod">
          <ac:chgData name="Luciana Seguin E Seguin" userId="S::luciana.seguin@sp.senai.br::c06bbc8a-9dca-427a-8349-4d2edc3ff980" providerId="AD" clId="Web-{67B79760-9B19-EA06-B321-81BE3DC8DF22}" dt="2022-01-28T13:27:58.270" v="2" actId="20577"/>
          <ac:spMkLst>
            <pc:docMk/>
            <pc:sldMk cId="0" sldId="261"/>
            <ac:spMk id="15" creationId="{00000000-0000-0000-0000-000000000000}"/>
          </ac:spMkLst>
        </pc:spChg>
      </pc:sldChg>
      <pc:sldChg chg="modSp">
        <pc:chgData name="Luciana Seguin E Seguin" userId="S::luciana.seguin@sp.senai.br::c06bbc8a-9dca-427a-8349-4d2edc3ff980" providerId="AD" clId="Web-{67B79760-9B19-EA06-B321-81BE3DC8DF22}" dt="2022-01-28T13:28:15.146" v="5" actId="20577"/>
        <pc:sldMkLst>
          <pc:docMk/>
          <pc:sldMk cId="0" sldId="270"/>
        </pc:sldMkLst>
        <pc:spChg chg="mod">
          <ac:chgData name="Luciana Seguin E Seguin" userId="S::luciana.seguin@sp.senai.br::c06bbc8a-9dca-427a-8349-4d2edc3ff980" providerId="AD" clId="Web-{67B79760-9B19-EA06-B321-81BE3DC8DF22}" dt="2022-01-28T13:28:15.146" v="5" actId="20577"/>
          <ac:spMkLst>
            <pc:docMk/>
            <pc:sldMk cId="0" sldId="270"/>
            <ac:spMk id="75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5/10/2023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100" b="0" i="0">
                <a:solidFill>
                  <a:srgbClr val="333333"/>
                </a:solidFill>
                <a:latin typeface="Montserrat Light"/>
                <a:cs typeface="Montserrat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4D4D4D"/>
                </a:solidFill>
                <a:latin typeface="Montserrat"/>
                <a:cs typeface="Montserra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5/10/2023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0052050" y="0"/>
            <a:ext cx="10052050" cy="11151870"/>
          </a:xfrm>
          <a:custGeom>
            <a:avLst/>
            <a:gdLst/>
            <a:ahLst/>
            <a:cxnLst/>
            <a:rect l="l" t="t" r="r" b="b"/>
            <a:pathLst>
              <a:path w="10052050" h="11151870">
                <a:moveTo>
                  <a:pt x="0" y="11151492"/>
                </a:moveTo>
                <a:lnTo>
                  <a:pt x="10052039" y="11151492"/>
                </a:lnTo>
                <a:lnTo>
                  <a:pt x="10052039" y="0"/>
                </a:lnTo>
                <a:lnTo>
                  <a:pt x="0" y="0"/>
                </a:lnTo>
                <a:lnTo>
                  <a:pt x="0" y="11151492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047151" y="9319087"/>
            <a:ext cx="3693160" cy="942975"/>
          </a:xfrm>
          <a:custGeom>
            <a:avLst/>
            <a:gdLst/>
            <a:ahLst/>
            <a:cxnLst/>
            <a:rect l="l" t="t" r="r" b="b"/>
            <a:pathLst>
              <a:path w="3693160" h="942975">
                <a:moveTo>
                  <a:pt x="3692945" y="0"/>
                </a:moveTo>
                <a:lnTo>
                  <a:pt x="0" y="0"/>
                </a:lnTo>
                <a:lnTo>
                  <a:pt x="0" y="942379"/>
                </a:lnTo>
                <a:lnTo>
                  <a:pt x="3692945" y="942379"/>
                </a:lnTo>
                <a:lnTo>
                  <a:pt x="3692945" y="0"/>
                </a:lnTo>
                <a:close/>
              </a:path>
            </a:pathLst>
          </a:custGeom>
          <a:solidFill>
            <a:srgbClr val="E2101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047076" y="9439611"/>
            <a:ext cx="3693160" cy="700405"/>
          </a:xfrm>
          <a:custGeom>
            <a:avLst/>
            <a:gdLst/>
            <a:ahLst/>
            <a:cxnLst/>
            <a:rect l="l" t="t" r="r" b="b"/>
            <a:pathLst>
              <a:path w="3693160" h="700404">
                <a:moveTo>
                  <a:pt x="198361" y="660984"/>
                </a:moveTo>
                <a:lnTo>
                  <a:pt x="0" y="660984"/>
                </a:lnTo>
                <a:lnTo>
                  <a:pt x="0" y="685812"/>
                </a:lnTo>
                <a:lnTo>
                  <a:pt x="198361" y="685812"/>
                </a:lnTo>
                <a:lnTo>
                  <a:pt x="198361" y="660984"/>
                </a:lnTo>
                <a:close/>
              </a:path>
              <a:path w="3693160" h="700404">
                <a:moveTo>
                  <a:pt x="198361" y="502246"/>
                </a:moveTo>
                <a:lnTo>
                  <a:pt x="0" y="502246"/>
                </a:lnTo>
                <a:lnTo>
                  <a:pt x="0" y="527050"/>
                </a:lnTo>
                <a:lnTo>
                  <a:pt x="198361" y="527050"/>
                </a:lnTo>
                <a:lnTo>
                  <a:pt x="198361" y="502246"/>
                </a:lnTo>
                <a:close/>
              </a:path>
              <a:path w="3693160" h="700404">
                <a:moveTo>
                  <a:pt x="198361" y="337553"/>
                </a:moveTo>
                <a:lnTo>
                  <a:pt x="0" y="337553"/>
                </a:lnTo>
                <a:lnTo>
                  <a:pt x="0" y="362356"/>
                </a:lnTo>
                <a:lnTo>
                  <a:pt x="198361" y="362356"/>
                </a:lnTo>
                <a:lnTo>
                  <a:pt x="198361" y="337553"/>
                </a:lnTo>
                <a:close/>
              </a:path>
              <a:path w="3693160" h="700404">
                <a:moveTo>
                  <a:pt x="198361" y="175056"/>
                </a:moveTo>
                <a:lnTo>
                  <a:pt x="0" y="175056"/>
                </a:lnTo>
                <a:lnTo>
                  <a:pt x="0" y="199898"/>
                </a:lnTo>
                <a:lnTo>
                  <a:pt x="198361" y="199898"/>
                </a:lnTo>
                <a:lnTo>
                  <a:pt x="198361" y="175056"/>
                </a:lnTo>
                <a:close/>
              </a:path>
              <a:path w="3693160" h="700404">
                <a:moveTo>
                  <a:pt x="198361" y="16802"/>
                </a:moveTo>
                <a:lnTo>
                  <a:pt x="0" y="16802"/>
                </a:lnTo>
                <a:lnTo>
                  <a:pt x="0" y="41592"/>
                </a:lnTo>
                <a:lnTo>
                  <a:pt x="198361" y="41592"/>
                </a:lnTo>
                <a:lnTo>
                  <a:pt x="198361" y="16802"/>
                </a:lnTo>
                <a:close/>
              </a:path>
              <a:path w="3693160" h="700404">
                <a:moveTo>
                  <a:pt x="908532" y="161366"/>
                </a:moveTo>
                <a:lnTo>
                  <a:pt x="905624" y="119291"/>
                </a:lnTo>
                <a:lnTo>
                  <a:pt x="870216" y="56515"/>
                </a:lnTo>
                <a:lnTo>
                  <a:pt x="804735" y="18783"/>
                </a:lnTo>
                <a:lnTo>
                  <a:pt x="764209" y="8001"/>
                </a:lnTo>
                <a:lnTo>
                  <a:pt x="720382" y="1917"/>
                </a:lnTo>
                <a:lnTo>
                  <a:pt x="674649" y="0"/>
                </a:lnTo>
                <a:lnTo>
                  <a:pt x="627659" y="1714"/>
                </a:lnTo>
                <a:lnTo>
                  <a:pt x="580986" y="7264"/>
                </a:lnTo>
                <a:lnTo>
                  <a:pt x="535622" y="17233"/>
                </a:lnTo>
                <a:lnTo>
                  <a:pt x="492493" y="32219"/>
                </a:lnTo>
                <a:lnTo>
                  <a:pt x="452564" y="52793"/>
                </a:lnTo>
                <a:lnTo>
                  <a:pt x="416788" y="79565"/>
                </a:lnTo>
                <a:lnTo>
                  <a:pt x="386118" y="113106"/>
                </a:lnTo>
                <a:lnTo>
                  <a:pt x="361518" y="154025"/>
                </a:lnTo>
                <a:lnTo>
                  <a:pt x="343941" y="202895"/>
                </a:lnTo>
                <a:lnTo>
                  <a:pt x="339204" y="254914"/>
                </a:lnTo>
                <a:lnTo>
                  <a:pt x="348361" y="300837"/>
                </a:lnTo>
                <a:lnTo>
                  <a:pt x="371944" y="338747"/>
                </a:lnTo>
                <a:lnTo>
                  <a:pt x="410476" y="366712"/>
                </a:lnTo>
                <a:lnTo>
                  <a:pt x="460273" y="387235"/>
                </a:lnTo>
                <a:lnTo>
                  <a:pt x="508939" y="402196"/>
                </a:lnTo>
                <a:lnTo>
                  <a:pt x="594944" y="424522"/>
                </a:lnTo>
                <a:lnTo>
                  <a:pt x="628256" y="436435"/>
                </a:lnTo>
                <a:lnTo>
                  <a:pt x="652462" y="451904"/>
                </a:lnTo>
                <a:lnTo>
                  <a:pt x="665543" y="473189"/>
                </a:lnTo>
                <a:lnTo>
                  <a:pt x="665505" y="502577"/>
                </a:lnTo>
                <a:lnTo>
                  <a:pt x="650049" y="531901"/>
                </a:lnTo>
                <a:lnTo>
                  <a:pt x="622071" y="552831"/>
                </a:lnTo>
                <a:lnTo>
                  <a:pt x="587806" y="565391"/>
                </a:lnTo>
                <a:lnTo>
                  <a:pt x="553504" y="569569"/>
                </a:lnTo>
                <a:lnTo>
                  <a:pt x="508876" y="563206"/>
                </a:lnTo>
                <a:lnTo>
                  <a:pt x="477113" y="544449"/>
                </a:lnTo>
                <a:lnTo>
                  <a:pt x="460578" y="513829"/>
                </a:lnTo>
                <a:lnTo>
                  <a:pt x="461683" y="471868"/>
                </a:lnTo>
                <a:lnTo>
                  <a:pt x="275539" y="471868"/>
                </a:lnTo>
                <a:lnTo>
                  <a:pt x="269443" y="527735"/>
                </a:lnTo>
                <a:lnTo>
                  <a:pt x="274370" y="574230"/>
                </a:lnTo>
                <a:lnTo>
                  <a:pt x="289229" y="612101"/>
                </a:lnTo>
                <a:lnTo>
                  <a:pt x="312877" y="642086"/>
                </a:lnTo>
                <a:lnTo>
                  <a:pt x="344220" y="664946"/>
                </a:lnTo>
                <a:lnTo>
                  <a:pt x="382117" y="681431"/>
                </a:lnTo>
                <a:lnTo>
                  <a:pt x="425475" y="692277"/>
                </a:lnTo>
                <a:lnTo>
                  <a:pt x="473151" y="698233"/>
                </a:lnTo>
                <a:lnTo>
                  <a:pt x="524052" y="700049"/>
                </a:lnTo>
                <a:lnTo>
                  <a:pt x="575627" y="697547"/>
                </a:lnTo>
                <a:lnTo>
                  <a:pt x="626084" y="690016"/>
                </a:lnTo>
                <a:lnTo>
                  <a:pt x="674420" y="677392"/>
                </a:lnTo>
                <a:lnTo>
                  <a:pt x="719620" y="659612"/>
                </a:lnTo>
                <a:lnTo>
                  <a:pt x="760679" y="636625"/>
                </a:lnTo>
                <a:lnTo>
                  <a:pt x="796582" y="608368"/>
                </a:lnTo>
                <a:lnTo>
                  <a:pt x="826350" y="574789"/>
                </a:lnTo>
                <a:lnTo>
                  <a:pt x="829373" y="569569"/>
                </a:lnTo>
                <a:lnTo>
                  <a:pt x="848956" y="535825"/>
                </a:lnTo>
                <a:lnTo>
                  <a:pt x="863409" y="491413"/>
                </a:lnTo>
                <a:lnTo>
                  <a:pt x="869188" y="436968"/>
                </a:lnTo>
                <a:lnTo>
                  <a:pt x="862253" y="393585"/>
                </a:lnTo>
                <a:lnTo>
                  <a:pt x="844715" y="359727"/>
                </a:lnTo>
                <a:lnTo>
                  <a:pt x="786193" y="314401"/>
                </a:lnTo>
                <a:lnTo>
                  <a:pt x="749401" y="299821"/>
                </a:lnTo>
                <a:lnTo>
                  <a:pt x="710374" y="288569"/>
                </a:lnTo>
                <a:lnTo>
                  <a:pt x="634009" y="269887"/>
                </a:lnTo>
                <a:lnTo>
                  <a:pt x="598487" y="259118"/>
                </a:lnTo>
                <a:lnTo>
                  <a:pt x="566508" y="244424"/>
                </a:lnTo>
                <a:lnTo>
                  <a:pt x="545211" y="222923"/>
                </a:lnTo>
                <a:lnTo>
                  <a:pt x="541718" y="191719"/>
                </a:lnTo>
                <a:lnTo>
                  <a:pt x="553250" y="167982"/>
                </a:lnTo>
                <a:lnTo>
                  <a:pt x="574865" y="148437"/>
                </a:lnTo>
                <a:lnTo>
                  <a:pt x="603186" y="135178"/>
                </a:lnTo>
                <a:lnTo>
                  <a:pt x="634784" y="130302"/>
                </a:lnTo>
                <a:lnTo>
                  <a:pt x="656831" y="131686"/>
                </a:lnTo>
                <a:lnTo>
                  <a:pt x="701929" y="151726"/>
                </a:lnTo>
                <a:lnTo>
                  <a:pt x="716407" y="192938"/>
                </a:lnTo>
                <a:lnTo>
                  <a:pt x="713600" y="211264"/>
                </a:lnTo>
                <a:lnTo>
                  <a:pt x="899718" y="211264"/>
                </a:lnTo>
                <a:lnTo>
                  <a:pt x="908532" y="161366"/>
                </a:lnTo>
                <a:close/>
              </a:path>
              <a:path w="3693160" h="700404">
                <a:moveTo>
                  <a:pt x="1580984" y="13944"/>
                </a:moveTo>
                <a:lnTo>
                  <a:pt x="1069111" y="13944"/>
                </a:lnTo>
                <a:lnTo>
                  <a:pt x="926261" y="685939"/>
                </a:lnTo>
                <a:lnTo>
                  <a:pt x="1438148" y="685939"/>
                </a:lnTo>
                <a:lnTo>
                  <a:pt x="1465910" y="555612"/>
                </a:lnTo>
                <a:lnTo>
                  <a:pt x="1140142" y="555612"/>
                </a:lnTo>
                <a:lnTo>
                  <a:pt x="1170393" y="413207"/>
                </a:lnTo>
                <a:lnTo>
                  <a:pt x="1470088" y="413207"/>
                </a:lnTo>
                <a:lnTo>
                  <a:pt x="1497685" y="282968"/>
                </a:lnTo>
                <a:lnTo>
                  <a:pt x="1198003" y="282968"/>
                </a:lnTo>
                <a:lnTo>
                  <a:pt x="1227467" y="144246"/>
                </a:lnTo>
                <a:lnTo>
                  <a:pt x="1553235" y="144246"/>
                </a:lnTo>
                <a:lnTo>
                  <a:pt x="1580984" y="13944"/>
                </a:lnTo>
                <a:close/>
              </a:path>
              <a:path w="3693160" h="700404">
                <a:moveTo>
                  <a:pt x="2341372" y="13944"/>
                </a:moveTo>
                <a:lnTo>
                  <a:pt x="2173846" y="13944"/>
                </a:lnTo>
                <a:lnTo>
                  <a:pt x="2067737" y="512787"/>
                </a:lnTo>
                <a:lnTo>
                  <a:pt x="2065578" y="514692"/>
                </a:lnTo>
                <a:lnTo>
                  <a:pt x="1984082" y="171284"/>
                </a:lnTo>
                <a:lnTo>
                  <a:pt x="1946744" y="13944"/>
                </a:lnTo>
                <a:lnTo>
                  <a:pt x="1686153" y="13944"/>
                </a:lnTo>
                <a:lnTo>
                  <a:pt x="1543291" y="685939"/>
                </a:lnTo>
                <a:lnTo>
                  <a:pt x="1710829" y="685939"/>
                </a:lnTo>
                <a:lnTo>
                  <a:pt x="1820202" y="171284"/>
                </a:lnTo>
                <a:lnTo>
                  <a:pt x="1822056" y="171284"/>
                </a:lnTo>
                <a:lnTo>
                  <a:pt x="1940699" y="685939"/>
                </a:lnTo>
                <a:lnTo>
                  <a:pt x="2198522" y="685939"/>
                </a:lnTo>
                <a:lnTo>
                  <a:pt x="2234920" y="514692"/>
                </a:lnTo>
                <a:lnTo>
                  <a:pt x="2341372" y="13944"/>
                </a:lnTo>
                <a:close/>
              </a:path>
              <a:path w="3693160" h="700404">
                <a:moveTo>
                  <a:pt x="3024975" y="685939"/>
                </a:moveTo>
                <a:lnTo>
                  <a:pt x="3001073" y="554697"/>
                </a:lnTo>
                <a:lnTo>
                  <a:pt x="2977350" y="424408"/>
                </a:lnTo>
                <a:lnTo>
                  <a:pt x="2926486" y="145161"/>
                </a:lnTo>
                <a:lnTo>
                  <a:pt x="2902585" y="13944"/>
                </a:lnTo>
                <a:lnTo>
                  <a:pt x="2779890" y="13944"/>
                </a:lnTo>
                <a:lnTo>
                  <a:pt x="2779890" y="424408"/>
                </a:lnTo>
                <a:lnTo>
                  <a:pt x="2600274" y="424408"/>
                </a:lnTo>
                <a:lnTo>
                  <a:pt x="2750870" y="145161"/>
                </a:lnTo>
                <a:lnTo>
                  <a:pt x="2753652" y="145161"/>
                </a:lnTo>
                <a:lnTo>
                  <a:pt x="2779890" y="424408"/>
                </a:lnTo>
                <a:lnTo>
                  <a:pt x="2779890" y="13944"/>
                </a:lnTo>
                <a:lnTo>
                  <a:pt x="2675496" y="13944"/>
                </a:lnTo>
                <a:lnTo>
                  <a:pt x="2267356" y="685939"/>
                </a:lnTo>
                <a:lnTo>
                  <a:pt x="2453525" y="685939"/>
                </a:lnTo>
                <a:lnTo>
                  <a:pt x="2525179" y="554697"/>
                </a:lnTo>
                <a:lnTo>
                  <a:pt x="2797886" y="554697"/>
                </a:lnTo>
                <a:lnTo>
                  <a:pt x="2814637" y="685939"/>
                </a:lnTo>
                <a:lnTo>
                  <a:pt x="3024975" y="685939"/>
                </a:lnTo>
                <a:close/>
              </a:path>
              <a:path w="3693160" h="700404">
                <a:moveTo>
                  <a:pt x="3424682" y="13944"/>
                </a:moveTo>
                <a:lnTo>
                  <a:pt x="3238550" y="13944"/>
                </a:lnTo>
                <a:lnTo>
                  <a:pt x="3095675" y="685939"/>
                </a:lnTo>
                <a:lnTo>
                  <a:pt x="3281845" y="685939"/>
                </a:lnTo>
                <a:lnTo>
                  <a:pt x="3424682" y="13944"/>
                </a:lnTo>
                <a:close/>
              </a:path>
              <a:path w="3693160" h="700404">
                <a:moveTo>
                  <a:pt x="3692931" y="660984"/>
                </a:moveTo>
                <a:lnTo>
                  <a:pt x="3494582" y="660984"/>
                </a:lnTo>
                <a:lnTo>
                  <a:pt x="3494582" y="685812"/>
                </a:lnTo>
                <a:lnTo>
                  <a:pt x="3692931" y="685812"/>
                </a:lnTo>
                <a:lnTo>
                  <a:pt x="3692931" y="660984"/>
                </a:lnTo>
                <a:close/>
              </a:path>
              <a:path w="3693160" h="700404">
                <a:moveTo>
                  <a:pt x="3692931" y="502246"/>
                </a:moveTo>
                <a:lnTo>
                  <a:pt x="3494582" y="502246"/>
                </a:lnTo>
                <a:lnTo>
                  <a:pt x="3494582" y="527050"/>
                </a:lnTo>
                <a:lnTo>
                  <a:pt x="3692931" y="527050"/>
                </a:lnTo>
                <a:lnTo>
                  <a:pt x="3692931" y="502246"/>
                </a:lnTo>
                <a:close/>
              </a:path>
              <a:path w="3693160" h="700404">
                <a:moveTo>
                  <a:pt x="3692931" y="337553"/>
                </a:moveTo>
                <a:lnTo>
                  <a:pt x="3494582" y="337553"/>
                </a:lnTo>
                <a:lnTo>
                  <a:pt x="3494582" y="362356"/>
                </a:lnTo>
                <a:lnTo>
                  <a:pt x="3692931" y="362356"/>
                </a:lnTo>
                <a:lnTo>
                  <a:pt x="3692931" y="337553"/>
                </a:lnTo>
                <a:close/>
              </a:path>
              <a:path w="3693160" h="700404">
                <a:moveTo>
                  <a:pt x="3692931" y="175056"/>
                </a:moveTo>
                <a:lnTo>
                  <a:pt x="3494582" y="175056"/>
                </a:lnTo>
                <a:lnTo>
                  <a:pt x="3494582" y="199898"/>
                </a:lnTo>
                <a:lnTo>
                  <a:pt x="3692931" y="199898"/>
                </a:lnTo>
                <a:lnTo>
                  <a:pt x="3692931" y="175056"/>
                </a:lnTo>
                <a:close/>
              </a:path>
              <a:path w="3693160" h="700404">
                <a:moveTo>
                  <a:pt x="3692931" y="16802"/>
                </a:moveTo>
                <a:lnTo>
                  <a:pt x="3494582" y="16802"/>
                </a:lnTo>
                <a:lnTo>
                  <a:pt x="3494582" y="41592"/>
                </a:lnTo>
                <a:lnTo>
                  <a:pt x="3692931" y="41592"/>
                </a:lnTo>
                <a:lnTo>
                  <a:pt x="3692931" y="1680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14353" y="1057130"/>
            <a:ext cx="3245974" cy="2722419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14353" y="4303094"/>
            <a:ext cx="3245974" cy="2722430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14353" y="7549068"/>
            <a:ext cx="3245974" cy="272243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100" b="0" i="0">
                <a:solidFill>
                  <a:srgbClr val="333333"/>
                </a:solidFill>
                <a:latin typeface="Montserrat Light"/>
                <a:cs typeface="Montserrat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5/10/2023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20104100" cy="11151870"/>
          </a:xfrm>
          <a:custGeom>
            <a:avLst/>
            <a:gdLst/>
            <a:ahLst/>
            <a:cxnLst/>
            <a:rect l="l" t="t" r="r" b="b"/>
            <a:pathLst>
              <a:path w="20104100" h="11151870">
                <a:moveTo>
                  <a:pt x="0" y="11151492"/>
                </a:moveTo>
                <a:lnTo>
                  <a:pt x="20104099" y="11151492"/>
                </a:lnTo>
                <a:lnTo>
                  <a:pt x="20104099" y="0"/>
                </a:lnTo>
                <a:lnTo>
                  <a:pt x="0" y="0"/>
                </a:lnTo>
                <a:lnTo>
                  <a:pt x="0" y="11151492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100" b="0" i="0">
                <a:solidFill>
                  <a:srgbClr val="333333"/>
                </a:solidFill>
                <a:latin typeface="Montserrat Light"/>
                <a:cs typeface="Montserrat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5/10/2023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5/10/2023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145691" y="1020182"/>
            <a:ext cx="15812717" cy="30105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cs typeface="Montserrat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756861" y="2375171"/>
            <a:ext cx="10305415" cy="52273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4D4D4D"/>
                </a:solidFill>
                <a:latin typeface="Montserrat"/>
                <a:cs typeface="Montserra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5/10/2023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.senai.br/" TargetMode="External"/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11308972"/>
            <a:chOff x="0" y="0"/>
            <a:chExt cx="20104100" cy="11308972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100" cy="1130855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806190" y="4825978"/>
              <a:ext cx="6492240" cy="1656714"/>
            </a:xfrm>
            <a:custGeom>
              <a:avLst/>
              <a:gdLst/>
              <a:ahLst/>
              <a:cxnLst/>
              <a:rect l="l" t="t" r="r" b="b"/>
              <a:pathLst>
                <a:path w="6492240" h="1656714">
                  <a:moveTo>
                    <a:pt x="6491833" y="0"/>
                  </a:moveTo>
                  <a:lnTo>
                    <a:pt x="0" y="0"/>
                  </a:lnTo>
                  <a:lnTo>
                    <a:pt x="0" y="1656609"/>
                  </a:lnTo>
                  <a:lnTo>
                    <a:pt x="6491833" y="1656609"/>
                  </a:lnTo>
                  <a:lnTo>
                    <a:pt x="6491833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806069" y="5037842"/>
              <a:ext cx="6492240" cy="1230630"/>
            </a:xfrm>
            <a:custGeom>
              <a:avLst/>
              <a:gdLst/>
              <a:ahLst/>
              <a:cxnLst/>
              <a:rect l="l" t="t" r="r" b="b"/>
              <a:pathLst>
                <a:path w="6492240" h="1230629">
                  <a:moveTo>
                    <a:pt x="348691" y="1161948"/>
                  </a:moveTo>
                  <a:lnTo>
                    <a:pt x="0" y="1161948"/>
                  </a:lnTo>
                  <a:lnTo>
                    <a:pt x="0" y="1205585"/>
                  </a:lnTo>
                  <a:lnTo>
                    <a:pt x="348691" y="1205585"/>
                  </a:lnTo>
                  <a:lnTo>
                    <a:pt x="348691" y="1161948"/>
                  </a:lnTo>
                  <a:close/>
                </a:path>
                <a:path w="6492240" h="1230629">
                  <a:moveTo>
                    <a:pt x="348691" y="882891"/>
                  </a:moveTo>
                  <a:lnTo>
                    <a:pt x="0" y="882891"/>
                  </a:lnTo>
                  <a:lnTo>
                    <a:pt x="0" y="926490"/>
                  </a:lnTo>
                  <a:lnTo>
                    <a:pt x="348691" y="926490"/>
                  </a:lnTo>
                  <a:lnTo>
                    <a:pt x="348691" y="882891"/>
                  </a:lnTo>
                  <a:close/>
                </a:path>
                <a:path w="6492240" h="1230629">
                  <a:moveTo>
                    <a:pt x="348691" y="593369"/>
                  </a:moveTo>
                  <a:lnTo>
                    <a:pt x="0" y="593369"/>
                  </a:lnTo>
                  <a:lnTo>
                    <a:pt x="0" y="636981"/>
                  </a:lnTo>
                  <a:lnTo>
                    <a:pt x="348691" y="636981"/>
                  </a:lnTo>
                  <a:lnTo>
                    <a:pt x="348691" y="593369"/>
                  </a:lnTo>
                  <a:close/>
                </a:path>
                <a:path w="6492240" h="1230629">
                  <a:moveTo>
                    <a:pt x="348691" y="307733"/>
                  </a:moveTo>
                  <a:lnTo>
                    <a:pt x="0" y="307733"/>
                  </a:lnTo>
                  <a:lnTo>
                    <a:pt x="0" y="351409"/>
                  </a:lnTo>
                  <a:lnTo>
                    <a:pt x="348691" y="351409"/>
                  </a:lnTo>
                  <a:lnTo>
                    <a:pt x="348691" y="307733"/>
                  </a:lnTo>
                  <a:close/>
                </a:path>
                <a:path w="6492240" h="1230629">
                  <a:moveTo>
                    <a:pt x="348691" y="29514"/>
                  </a:moveTo>
                  <a:lnTo>
                    <a:pt x="0" y="29514"/>
                  </a:lnTo>
                  <a:lnTo>
                    <a:pt x="0" y="73126"/>
                  </a:lnTo>
                  <a:lnTo>
                    <a:pt x="348691" y="73126"/>
                  </a:lnTo>
                  <a:lnTo>
                    <a:pt x="348691" y="29514"/>
                  </a:lnTo>
                  <a:close/>
                </a:path>
                <a:path w="6492240" h="1230629">
                  <a:moveTo>
                    <a:pt x="1597647" y="267804"/>
                  </a:moveTo>
                  <a:lnTo>
                    <a:pt x="1594929" y="229044"/>
                  </a:lnTo>
                  <a:lnTo>
                    <a:pt x="1584706" y="183756"/>
                  </a:lnTo>
                  <a:lnTo>
                    <a:pt x="1568704" y="148564"/>
                  </a:lnTo>
                  <a:lnTo>
                    <a:pt x="1520291" y="90868"/>
                  </a:lnTo>
                  <a:lnTo>
                    <a:pt x="1488935" y="67945"/>
                  </a:lnTo>
                  <a:lnTo>
                    <a:pt x="1453540" y="48729"/>
                  </a:lnTo>
                  <a:lnTo>
                    <a:pt x="1414627" y="33020"/>
                  </a:lnTo>
                  <a:lnTo>
                    <a:pt x="1372730" y="20599"/>
                  </a:lnTo>
                  <a:lnTo>
                    <a:pt x="1328381" y="11290"/>
                  </a:lnTo>
                  <a:lnTo>
                    <a:pt x="1282115" y="4889"/>
                  </a:lnTo>
                  <a:lnTo>
                    <a:pt x="1234465" y="1193"/>
                  </a:lnTo>
                  <a:lnTo>
                    <a:pt x="1185964" y="0"/>
                  </a:lnTo>
                  <a:lnTo>
                    <a:pt x="1139520" y="927"/>
                  </a:lnTo>
                  <a:lnTo>
                    <a:pt x="1093025" y="3848"/>
                  </a:lnTo>
                  <a:lnTo>
                    <a:pt x="1046784" y="8940"/>
                  </a:lnTo>
                  <a:lnTo>
                    <a:pt x="1001102" y="16383"/>
                  </a:lnTo>
                  <a:lnTo>
                    <a:pt x="956259" y="26377"/>
                  </a:lnTo>
                  <a:lnTo>
                    <a:pt x="912571" y="39090"/>
                  </a:lnTo>
                  <a:lnTo>
                    <a:pt x="870331" y="54711"/>
                  </a:lnTo>
                  <a:lnTo>
                    <a:pt x="829830" y="73418"/>
                  </a:lnTo>
                  <a:lnTo>
                    <a:pt x="791387" y="95415"/>
                  </a:lnTo>
                  <a:lnTo>
                    <a:pt x="755281" y="120878"/>
                  </a:lnTo>
                  <a:lnTo>
                    <a:pt x="721817" y="149974"/>
                  </a:lnTo>
                  <a:lnTo>
                    <a:pt x="691299" y="182918"/>
                  </a:lnTo>
                  <a:lnTo>
                    <a:pt x="664019" y="219862"/>
                  </a:lnTo>
                  <a:lnTo>
                    <a:pt x="640270" y="261010"/>
                  </a:lnTo>
                  <a:lnTo>
                    <a:pt x="620369" y="306552"/>
                  </a:lnTo>
                  <a:lnTo>
                    <a:pt x="604596" y="356666"/>
                  </a:lnTo>
                  <a:lnTo>
                    <a:pt x="596900" y="410032"/>
                  </a:lnTo>
                  <a:lnTo>
                    <a:pt x="597052" y="460375"/>
                  </a:lnTo>
                  <a:lnTo>
                    <a:pt x="605218" y="507060"/>
                  </a:lnTo>
                  <a:lnTo>
                    <a:pt x="621588" y="549465"/>
                  </a:lnTo>
                  <a:lnTo>
                    <a:pt x="646328" y="586930"/>
                  </a:lnTo>
                  <a:lnTo>
                    <a:pt x="679602" y="618871"/>
                  </a:lnTo>
                  <a:lnTo>
                    <a:pt x="721588" y="644626"/>
                  </a:lnTo>
                  <a:lnTo>
                    <a:pt x="775487" y="668210"/>
                  </a:lnTo>
                  <a:lnTo>
                    <a:pt x="829157" y="687501"/>
                  </a:lnTo>
                  <a:lnTo>
                    <a:pt x="881773" y="703440"/>
                  </a:lnTo>
                  <a:lnTo>
                    <a:pt x="932522" y="716953"/>
                  </a:lnTo>
                  <a:lnTo>
                    <a:pt x="1025131" y="740435"/>
                  </a:lnTo>
                  <a:lnTo>
                    <a:pt x="1065352" y="752271"/>
                  </a:lnTo>
                  <a:lnTo>
                    <a:pt x="1129538" y="780821"/>
                  </a:lnTo>
                  <a:lnTo>
                    <a:pt x="1166558" y="822058"/>
                  </a:lnTo>
                  <a:lnTo>
                    <a:pt x="1172845" y="849782"/>
                  </a:lnTo>
                  <a:lnTo>
                    <a:pt x="1169873" y="883488"/>
                  </a:lnTo>
                  <a:lnTo>
                    <a:pt x="1150251" y="925880"/>
                  </a:lnTo>
                  <a:lnTo>
                    <a:pt x="1115136" y="958862"/>
                  </a:lnTo>
                  <a:lnTo>
                    <a:pt x="1070140" y="982408"/>
                  </a:lnTo>
                  <a:lnTo>
                    <a:pt x="1020876" y="996530"/>
                  </a:lnTo>
                  <a:lnTo>
                    <a:pt x="972985" y="1001242"/>
                  </a:lnTo>
                  <a:lnTo>
                    <a:pt x="918387" y="996238"/>
                  </a:lnTo>
                  <a:lnTo>
                    <a:pt x="873213" y="981430"/>
                  </a:lnTo>
                  <a:lnTo>
                    <a:pt x="838695" y="957072"/>
                  </a:lnTo>
                  <a:lnTo>
                    <a:pt x="816089" y="923455"/>
                  </a:lnTo>
                  <a:lnTo>
                    <a:pt x="806640" y="880833"/>
                  </a:lnTo>
                  <a:lnTo>
                    <a:pt x="811580" y="829500"/>
                  </a:lnTo>
                  <a:lnTo>
                    <a:pt x="484365" y="829500"/>
                  </a:lnTo>
                  <a:lnTo>
                    <a:pt x="476148" y="883615"/>
                  </a:lnTo>
                  <a:lnTo>
                    <a:pt x="473621" y="932954"/>
                  </a:lnTo>
                  <a:lnTo>
                    <a:pt x="476516" y="977696"/>
                  </a:lnTo>
                  <a:lnTo>
                    <a:pt x="484517" y="1018032"/>
                  </a:lnTo>
                  <a:lnTo>
                    <a:pt x="497332" y="1054163"/>
                  </a:lnTo>
                  <a:lnTo>
                    <a:pt x="536282" y="1114577"/>
                  </a:lnTo>
                  <a:lnTo>
                    <a:pt x="591019" y="1160513"/>
                  </a:lnTo>
                  <a:lnTo>
                    <a:pt x="659218" y="1193520"/>
                  </a:lnTo>
                  <a:lnTo>
                    <a:pt x="697623" y="1205674"/>
                  </a:lnTo>
                  <a:lnTo>
                    <a:pt x="738530" y="1215174"/>
                  </a:lnTo>
                  <a:lnTo>
                    <a:pt x="781634" y="1222222"/>
                  </a:lnTo>
                  <a:lnTo>
                    <a:pt x="826643" y="1227010"/>
                  </a:lnTo>
                  <a:lnTo>
                    <a:pt x="873277" y="1229741"/>
                  </a:lnTo>
                  <a:lnTo>
                    <a:pt x="921219" y="1230617"/>
                  </a:lnTo>
                  <a:lnTo>
                    <a:pt x="972362" y="1229220"/>
                  </a:lnTo>
                  <a:lnTo>
                    <a:pt x="1023124" y="1225054"/>
                  </a:lnTo>
                  <a:lnTo>
                    <a:pt x="1073188" y="1218069"/>
                  </a:lnTo>
                  <a:lnTo>
                    <a:pt x="1122248" y="1208278"/>
                  </a:lnTo>
                  <a:lnTo>
                    <a:pt x="1169987" y="1195628"/>
                  </a:lnTo>
                  <a:lnTo>
                    <a:pt x="1216088" y="1180134"/>
                  </a:lnTo>
                  <a:lnTo>
                    <a:pt x="1260233" y="1161757"/>
                  </a:lnTo>
                  <a:lnTo>
                    <a:pt x="1302118" y="1140472"/>
                  </a:lnTo>
                  <a:lnTo>
                    <a:pt x="1341412" y="1116291"/>
                  </a:lnTo>
                  <a:lnTo>
                    <a:pt x="1377810" y="1089164"/>
                  </a:lnTo>
                  <a:lnTo>
                    <a:pt x="1411008" y="1059091"/>
                  </a:lnTo>
                  <a:lnTo>
                    <a:pt x="1440675" y="1026045"/>
                  </a:lnTo>
                  <a:lnTo>
                    <a:pt x="1458455" y="1001242"/>
                  </a:lnTo>
                  <a:lnTo>
                    <a:pt x="1466494" y="990028"/>
                  </a:lnTo>
                  <a:lnTo>
                    <a:pt x="1488173" y="950988"/>
                  </a:lnTo>
                  <a:lnTo>
                    <a:pt x="1505369" y="908926"/>
                  </a:lnTo>
                  <a:lnTo>
                    <a:pt x="1517789" y="863828"/>
                  </a:lnTo>
                  <a:lnTo>
                    <a:pt x="1526463" y="807440"/>
                  </a:lnTo>
                  <a:lnTo>
                    <a:pt x="1527556" y="757580"/>
                  </a:lnTo>
                  <a:lnTo>
                    <a:pt x="1521739" y="713778"/>
                  </a:lnTo>
                  <a:lnTo>
                    <a:pt x="1509649" y="675538"/>
                  </a:lnTo>
                  <a:lnTo>
                    <a:pt x="1469301" y="613803"/>
                  </a:lnTo>
                  <a:lnTo>
                    <a:pt x="1411757" y="568528"/>
                  </a:lnTo>
                  <a:lnTo>
                    <a:pt x="1342263" y="535825"/>
                  </a:lnTo>
                  <a:lnTo>
                    <a:pt x="1304671" y="522973"/>
                  </a:lnTo>
                  <a:lnTo>
                    <a:pt x="1266063" y="511822"/>
                  </a:lnTo>
                  <a:lnTo>
                    <a:pt x="1227086" y="501878"/>
                  </a:lnTo>
                  <a:lnTo>
                    <a:pt x="1150658" y="483654"/>
                  </a:lnTo>
                  <a:lnTo>
                    <a:pt x="1114513" y="474421"/>
                  </a:lnTo>
                  <a:lnTo>
                    <a:pt x="1064463" y="459676"/>
                  </a:lnTo>
                  <a:lnTo>
                    <a:pt x="1016800" y="441147"/>
                  </a:lnTo>
                  <a:lnTo>
                    <a:pt x="977925" y="416255"/>
                  </a:lnTo>
                  <a:lnTo>
                    <a:pt x="954265" y="382409"/>
                  </a:lnTo>
                  <a:lnTo>
                    <a:pt x="952258" y="337007"/>
                  </a:lnTo>
                  <a:lnTo>
                    <a:pt x="972540" y="295287"/>
                  </a:lnTo>
                  <a:lnTo>
                    <a:pt x="1010564" y="260934"/>
                  </a:lnTo>
                  <a:lnTo>
                    <a:pt x="1060335" y="237629"/>
                  </a:lnTo>
                  <a:lnTo>
                    <a:pt x="1115885" y="229044"/>
                  </a:lnTo>
                  <a:lnTo>
                    <a:pt x="1154633" y="231470"/>
                  </a:lnTo>
                  <a:lnTo>
                    <a:pt x="1213764" y="250469"/>
                  </a:lnTo>
                  <a:lnTo>
                    <a:pt x="1248956" y="286981"/>
                  </a:lnTo>
                  <a:lnTo>
                    <a:pt x="1259357" y="339166"/>
                  </a:lnTo>
                  <a:lnTo>
                    <a:pt x="1254417" y="371386"/>
                  </a:lnTo>
                  <a:lnTo>
                    <a:pt x="1581594" y="371386"/>
                  </a:lnTo>
                  <a:lnTo>
                    <a:pt x="1593507" y="317055"/>
                  </a:lnTo>
                  <a:lnTo>
                    <a:pt x="1597647" y="267804"/>
                  </a:lnTo>
                  <a:close/>
                </a:path>
                <a:path w="6492240" h="1230629">
                  <a:moveTo>
                    <a:pt x="2779204" y="24511"/>
                  </a:moveTo>
                  <a:lnTo>
                    <a:pt x="1879384" y="24511"/>
                  </a:lnTo>
                  <a:lnTo>
                    <a:pt x="1628279" y="1205801"/>
                  </a:lnTo>
                  <a:lnTo>
                    <a:pt x="2528112" y="1205801"/>
                  </a:lnTo>
                  <a:lnTo>
                    <a:pt x="2576906" y="976693"/>
                  </a:lnTo>
                  <a:lnTo>
                    <a:pt x="2004250" y="976693"/>
                  </a:lnTo>
                  <a:lnTo>
                    <a:pt x="2057425" y="726376"/>
                  </a:lnTo>
                  <a:lnTo>
                    <a:pt x="2584246" y="726376"/>
                  </a:lnTo>
                  <a:lnTo>
                    <a:pt x="2632786" y="497420"/>
                  </a:lnTo>
                  <a:lnTo>
                    <a:pt x="2105964" y="497420"/>
                  </a:lnTo>
                  <a:lnTo>
                    <a:pt x="2157768" y="253555"/>
                  </a:lnTo>
                  <a:lnTo>
                    <a:pt x="2730411" y="253555"/>
                  </a:lnTo>
                  <a:lnTo>
                    <a:pt x="2779204" y="24511"/>
                  </a:lnTo>
                  <a:close/>
                </a:path>
                <a:path w="6492240" h="1230629">
                  <a:moveTo>
                    <a:pt x="4115854" y="24511"/>
                  </a:moveTo>
                  <a:lnTo>
                    <a:pt x="3821379" y="24511"/>
                  </a:lnTo>
                  <a:lnTo>
                    <a:pt x="3634879" y="901433"/>
                  </a:lnTo>
                  <a:lnTo>
                    <a:pt x="3631057" y="904773"/>
                  </a:lnTo>
                  <a:lnTo>
                    <a:pt x="3487813" y="301078"/>
                  </a:lnTo>
                  <a:lnTo>
                    <a:pt x="3422192" y="24511"/>
                  </a:lnTo>
                  <a:lnTo>
                    <a:pt x="2964078" y="24511"/>
                  </a:lnTo>
                  <a:lnTo>
                    <a:pt x="2712948" y="1205801"/>
                  </a:lnTo>
                  <a:lnTo>
                    <a:pt x="3007461" y="1205801"/>
                  </a:lnTo>
                  <a:lnTo>
                    <a:pt x="3199714" y="301078"/>
                  </a:lnTo>
                  <a:lnTo>
                    <a:pt x="3202978" y="301078"/>
                  </a:lnTo>
                  <a:lnTo>
                    <a:pt x="3411550" y="1205801"/>
                  </a:lnTo>
                  <a:lnTo>
                    <a:pt x="3864762" y="1205801"/>
                  </a:lnTo>
                  <a:lnTo>
                    <a:pt x="3928745" y="904773"/>
                  </a:lnTo>
                  <a:lnTo>
                    <a:pt x="4115854" y="24511"/>
                  </a:lnTo>
                  <a:close/>
                </a:path>
                <a:path w="6492240" h="1230629">
                  <a:moveTo>
                    <a:pt x="5317591" y="1205801"/>
                  </a:moveTo>
                  <a:lnTo>
                    <a:pt x="5275567" y="975106"/>
                  </a:lnTo>
                  <a:lnTo>
                    <a:pt x="5233860" y="746061"/>
                  </a:lnTo>
                  <a:lnTo>
                    <a:pt x="5144465" y="255181"/>
                  </a:lnTo>
                  <a:lnTo>
                    <a:pt x="5102453" y="24511"/>
                  </a:lnTo>
                  <a:lnTo>
                    <a:pt x="4886769" y="24511"/>
                  </a:lnTo>
                  <a:lnTo>
                    <a:pt x="4886769" y="746061"/>
                  </a:lnTo>
                  <a:lnTo>
                    <a:pt x="4571009" y="746061"/>
                  </a:lnTo>
                  <a:lnTo>
                    <a:pt x="4835753" y="255181"/>
                  </a:lnTo>
                  <a:lnTo>
                    <a:pt x="4840643" y="255181"/>
                  </a:lnTo>
                  <a:lnTo>
                    <a:pt x="4886769" y="746061"/>
                  </a:lnTo>
                  <a:lnTo>
                    <a:pt x="4886769" y="24511"/>
                  </a:lnTo>
                  <a:lnTo>
                    <a:pt x="4703229" y="24511"/>
                  </a:lnTo>
                  <a:lnTo>
                    <a:pt x="3985780" y="1205801"/>
                  </a:lnTo>
                  <a:lnTo>
                    <a:pt x="4313047" y="1205801"/>
                  </a:lnTo>
                  <a:lnTo>
                    <a:pt x="4439005" y="975106"/>
                  </a:lnTo>
                  <a:lnTo>
                    <a:pt x="4918392" y="975106"/>
                  </a:lnTo>
                  <a:lnTo>
                    <a:pt x="4947831" y="1205801"/>
                  </a:lnTo>
                  <a:lnTo>
                    <a:pt x="5317591" y="1205801"/>
                  </a:lnTo>
                  <a:close/>
                </a:path>
                <a:path w="6492240" h="1230629">
                  <a:moveTo>
                    <a:pt x="6020232" y="24511"/>
                  </a:moveTo>
                  <a:lnTo>
                    <a:pt x="5693041" y="24511"/>
                  </a:lnTo>
                  <a:lnTo>
                    <a:pt x="5441874" y="1205801"/>
                  </a:lnTo>
                  <a:lnTo>
                    <a:pt x="5769140" y="1205801"/>
                  </a:lnTo>
                  <a:lnTo>
                    <a:pt x="6020232" y="24511"/>
                  </a:lnTo>
                  <a:close/>
                </a:path>
                <a:path w="6492240" h="1230629">
                  <a:moveTo>
                    <a:pt x="6491808" y="1161948"/>
                  </a:moveTo>
                  <a:lnTo>
                    <a:pt x="6143117" y="1161948"/>
                  </a:lnTo>
                  <a:lnTo>
                    <a:pt x="6143117" y="1205585"/>
                  </a:lnTo>
                  <a:lnTo>
                    <a:pt x="6491808" y="1205585"/>
                  </a:lnTo>
                  <a:lnTo>
                    <a:pt x="6491808" y="1161948"/>
                  </a:lnTo>
                  <a:close/>
                </a:path>
                <a:path w="6492240" h="1230629">
                  <a:moveTo>
                    <a:pt x="6491808" y="882891"/>
                  </a:moveTo>
                  <a:lnTo>
                    <a:pt x="6143117" y="882891"/>
                  </a:lnTo>
                  <a:lnTo>
                    <a:pt x="6143117" y="926490"/>
                  </a:lnTo>
                  <a:lnTo>
                    <a:pt x="6491808" y="926490"/>
                  </a:lnTo>
                  <a:lnTo>
                    <a:pt x="6491808" y="882891"/>
                  </a:lnTo>
                  <a:close/>
                </a:path>
                <a:path w="6492240" h="1230629">
                  <a:moveTo>
                    <a:pt x="6491808" y="593369"/>
                  </a:moveTo>
                  <a:lnTo>
                    <a:pt x="6143117" y="593369"/>
                  </a:lnTo>
                  <a:lnTo>
                    <a:pt x="6143117" y="636981"/>
                  </a:lnTo>
                  <a:lnTo>
                    <a:pt x="6491808" y="636981"/>
                  </a:lnTo>
                  <a:lnTo>
                    <a:pt x="6491808" y="593369"/>
                  </a:lnTo>
                  <a:close/>
                </a:path>
                <a:path w="6492240" h="1230629">
                  <a:moveTo>
                    <a:pt x="6491808" y="307733"/>
                  </a:moveTo>
                  <a:lnTo>
                    <a:pt x="6143117" y="307733"/>
                  </a:lnTo>
                  <a:lnTo>
                    <a:pt x="6143117" y="351409"/>
                  </a:lnTo>
                  <a:lnTo>
                    <a:pt x="6491808" y="351409"/>
                  </a:lnTo>
                  <a:lnTo>
                    <a:pt x="6491808" y="307733"/>
                  </a:lnTo>
                  <a:close/>
                </a:path>
                <a:path w="6492240" h="1230629">
                  <a:moveTo>
                    <a:pt x="6491808" y="29514"/>
                  </a:moveTo>
                  <a:lnTo>
                    <a:pt x="6143117" y="29514"/>
                  </a:lnTo>
                  <a:lnTo>
                    <a:pt x="6143117" y="73126"/>
                  </a:lnTo>
                  <a:lnTo>
                    <a:pt x="6491808" y="73126"/>
                  </a:lnTo>
                  <a:lnTo>
                    <a:pt x="6491808" y="2951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11151492"/>
              <a:ext cx="20104100" cy="157480"/>
            </a:xfrm>
            <a:custGeom>
              <a:avLst/>
              <a:gdLst/>
              <a:ahLst/>
              <a:cxnLst/>
              <a:rect l="l" t="t" r="r" b="b"/>
              <a:pathLst>
                <a:path w="20104100" h="157479">
                  <a:moveTo>
                    <a:pt x="20104099" y="0"/>
                  </a:moveTo>
                  <a:lnTo>
                    <a:pt x="0" y="0"/>
                  </a:lnTo>
                  <a:lnTo>
                    <a:pt x="0" y="157063"/>
                  </a:lnTo>
                  <a:lnTo>
                    <a:pt x="20104099" y="157063"/>
                  </a:lnTo>
                  <a:lnTo>
                    <a:pt x="20104099" y="0"/>
                  </a:lnTo>
                  <a:close/>
                </a:path>
              </a:pathLst>
            </a:custGeom>
            <a:solidFill>
              <a:srgbClr val="C127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7957569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8219340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8481112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8742885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9004657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9266428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9528201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9789973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7957569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8219340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8481112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8742885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9004657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9266428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9528201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9789973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7957569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8219340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8481112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8742885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9004657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9266428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9528201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9789973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7957569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18219340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18481112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18742885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19004657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9266428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9528201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19789973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17957569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18219340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18481112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18742885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19004657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19266428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19528201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19789973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17957569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18219340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18481112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18742885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19004657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19266428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19528201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19789973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17957569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18219340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18481112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18742885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19004657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19266428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19528201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19789973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17957569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18219340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18481112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18742885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19004657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19266428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19528201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19789973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5" name="object 3">
            <a:extLst>
              <a:ext uri="{FF2B5EF4-FFF2-40B4-BE49-F238E27FC236}">
                <a16:creationId xmlns:a16="http://schemas.microsoft.com/office/drawing/2014/main" id="{0BCB4BF7-1C02-4670-98EB-A548B299ADD0}"/>
              </a:ext>
            </a:extLst>
          </p:cNvPr>
          <p:cNvGrpSpPr/>
          <p:nvPr/>
        </p:nvGrpSpPr>
        <p:grpSpPr>
          <a:xfrm>
            <a:off x="15364003" y="1047088"/>
            <a:ext cx="3693223" cy="942975"/>
            <a:chOff x="15364003" y="1047088"/>
            <a:chExt cx="3693223" cy="942975"/>
          </a:xfrm>
        </p:grpSpPr>
        <p:sp>
          <p:nvSpPr>
            <p:cNvPr id="73" name="object 4">
              <a:extLst>
                <a:ext uri="{FF2B5EF4-FFF2-40B4-BE49-F238E27FC236}">
                  <a16:creationId xmlns:a16="http://schemas.microsoft.com/office/drawing/2014/main" id="{3868AD09-AF0B-4F1D-A41F-9DCB2B2C4082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5">
              <a:extLst>
                <a:ext uri="{FF2B5EF4-FFF2-40B4-BE49-F238E27FC236}">
                  <a16:creationId xmlns:a16="http://schemas.microsoft.com/office/drawing/2014/main" id="{B3F5ED2F-B76A-41C2-8455-631EDC272117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7" name="object 71">
            <a:extLst>
              <a:ext uri="{FF2B5EF4-FFF2-40B4-BE49-F238E27FC236}">
                <a16:creationId xmlns:a16="http://schemas.microsoft.com/office/drawing/2014/main" id="{1A8410D5-09A9-4E9A-8324-AE05DD12526F}"/>
              </a:ext>
            </a:extLst>
          </p:cNvPr>
          <p:cNvSpPr txBox="1">
            <a:spLocks/>
          </p:cNvSpPr>
          <p:nvPr/>
        </p:nvSpPr>
        <p:spPr>
          <a:xfrm>
            <a:off x="1509065" y="984549"/>
            <a:ext cx="10328275" cy="152541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kern="0" spc="-15" dirty="0">
                <a:solidFill>
                  <a:srgbClr val="000000"/>
                </a:solidFill>
                <a:latin typeface="Montserrat ExtraBold"/>
                <a:cs typeface="Montserrat ExtraBold"/>
              </a:rPr>
              <a:t>SENAI JAGUARIÚNA</a:t>
            </a:r>
            <a:endParaRPr lang="pt-BR" sz="4950" kern="0" dirty="0">
              <a:solidFill>
                <a:srgbClr val="000000"/>
              </a:solidFill>
              <a:latin typeface="Montserrat ExtraBold"/>
              <a:cs typeface="Montserrat ExtraBold"/>
            </a:endParaRPr>
          </a:p>
          <a:p>
            <a:pPr marL="12700">
              <a:lnSpc>
                <a:spcPts val="5940"/>
              </a:lnSpc>
            </a:pPr>
            <a:r>
              <a:rPr lang="pt-BR" sz="4950" kern="0" spc="-10" dirty="0">
                <a:solidFill>
                  <a:srgbClr val="000000"/>
                </a:solidFill>
                <a:latin typeface="Montserrat"/>
                <a:cs typeface="Montserrat"/>
              </a:rPr>
              <a:t>SEJAM TODOS BEM VINDOS</a:t>
            </a:r>
            <a:endParaRPr lang="pt-BR" sz="4950" kern="0" dirty="0">
              <a:solidFill>
                <a:srgbClr val="000000"/>
              </a:solidFill>
              <a:latin typeface="Montserrat"/>
              <a:cs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957569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8219340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8481112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8742885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9004657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9266428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9528201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9789973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7957569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8219340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8481112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8742885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9004657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9266428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9528201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9789973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7957569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8219340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8481112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8742885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9004657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9266428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9528201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9789973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7957569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8219340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8481112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8742885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9004657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9266428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19528201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19789973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17957569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18219340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8481112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8742885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19004657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19266428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19528201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19789973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17957569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18219340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18481112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18742885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19004657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19266428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19528201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19789973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17957569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18219340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18481112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18742885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19004657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19266428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19528201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19789973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17957569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18219340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18481112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18742885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19004657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19266428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19528201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19789973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 txBox="1">
            <a:spLocks noGrp="1"/>
          </p:cNvSpPr>
          <p:nvPr>
            <p:ph type="title"/>
          </p:nvPr>
        </p:nvSpPr>
        <p:spPr>
          <a:xfrm>
            <a:off x="1509065" y="984549"/>
            <a:ext cx="10328275" cy="152541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solidFill>
                  <a:srgbClr val="FFFFFF"/>
                </a:solidFill>
                <a:latin typeface="Montserrat ExtraBold"/>
                <a:cs typeface="Montserrat ExtraBold"/>
              </a:rPr>
              <a:t>REDE DE UNIDADES </a:t>
            </a:r>
            <a:endParaRPr sz="4950" dirty="0">
              <a:latin typeface="Montserrat ExtraBold"/>
              <a:cs typeface="Montserrat ExtraBold"/>
            </a:endParaRPr>
          </a:p>
          <a:p>
            <a:pPr marL="12700">
              <a:lnSpc>
                <a:spcPts val="5940"/>
              </a:lnSpc>
            </a:pPr>
            <a:r>
              <a:rPr lang="pt-BR" sz="4950" b="0" spc="-25" dirty="0">
                <a:solidFill>
                  <a:srgbClr val="FFFFFF"/>
                </a:solidFill>
                <a:latin typeface="Montserrat"/>
                <a:cs typeface="Montserrat"/>
              </a:rPr>
              <a:t>SENAI - SP</a:t>
            </a:r>
            <a:endParaRPr sz="4950" dirty="0">
              <a:latin typeface="Montserrat"/>
              <a:cs typeface="Montserrat"/>
            </a:endParaRPr>
          </a:p>
        </p:txBody>
      </p:sp>
      <p:grpSp>
        <p:nvGrpSpPr>
          <p:cNvPr id="75" name="object 3">
            <a:extLst>
              <a:ext uri="{FF2B5EF4-FFF2-40B4-BE49-F238E27FC236}">
                <a16:creationId xmlns:a16="http://schemas.microsoft.com/office/drawing/2014/main" id="{28DCA77A-25D6-4AC8-926C-CA966CB46EF3}"/>
              </a:ext>
            </a:extLst>
          </p:cNvPr>
          <p:cNvGrpSpPr/>
          <p:nvPr/>
        </p:nvGrpSpPr>
        <p:grpSpPr>
          <a:xfrm>
            <a:off x="15364003" y="1047088"/>
            <a:ext cx="3693223" cy="942975"/>
            <a:chOff x="15364003" y="1047088"/>
            <a:chExt cx="3693223" cy="942975"/>
          </a:xfrm>
        </p:grpSpPr>
        <p:sp>
          <p:nvSpPr>
            <p:cNvPr id="73" name="object 4">
              <a:extLst>
                <a:ext uri="{FF2B5EF4-FFF2-40B4-BE49-F238E27FC236}">
                  <a16:creationId xmlns:a16="http://schemas.microsoft.com/office/drawing/2014/main" id="{4D8A9D94-9D25-4BC4-9A69-403DAF9F1033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5">
              <a:extLst>
                <a:ext uri="{FF2B5EF4-FFF2-40B4-BE49-F238E27FC236}">
                  <a16:creationId xmlns:a16="http://schemas.microsoft.com/office/drawing/2014/main" id="{2482F69B-C046-4033-9E32-A86819E22727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20104100" cy="11151870"/>
          </a:xfrm>
          <a:custGeom>
            <a:avLst/>
            <a:gdLst/>
            <a:ahLst/>
            <a:cxnLst/>
            <a:rect l="l" t="t" r="r" b="b"/>
            <a:pathLst>
              <a:path w="20104100" h="11151870">
                <a:moveTo>
                  <a:pt x="0" y="11151492"/>
                </a:moveTo>
                <a:lnTo>
                  <a:pt x="20104099" y="11151492"/>
                </a:lnTo>
                <a:lnTo>
                  <a:pt x="20104099" y="0"/>
                </a:lnTo>
                <a:lnTo>
                  <a:pt x="0" y="0"/>
                </a:lnTo>
                <a:lnTo>
                  <a:pt x="0" y="11151492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/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088" y="3560100"/>
            <a:ext cx="8743189" cy="6020759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10313822" y="3560100"/>
            <a:ext cx="8743315" cy="7068184"/>
            <a:chOff x="10313822" y="3560100"/>
            <a:chExt cx="8743315" cy="7068184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313822" y="3560100"/>
              <a:ext cx="8743189" cy="6020759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0837366" y="9057315"/>
              <a:ext cx="0" cy="1570990"/>
            </a:xfrm>
            <a:custGeom>
              <a:avLst/>
              <a:gdLst/>
              <a:ahLst/>
              <a:cxnLst/>
              <a:rect l="l" t="t" r="r" b="b"/>
              <a:pathLst>
                <a:path h="1570990">
                  <a:moveTo>
                    <a:pt x="0" y="0"/>
                  </a:moveTo>
                  <a:lnTo>
                    <a:pt x="0" y="1570632"/>
                  </a:lnTo>
                </a:path>
              </a:pathLst>
            </a:custGeom>
            <a:ln w="31412">
              <a:solidFill>
                <a:srgbClr val="C1272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2081477" y="9829517"/>
            <a:ext cx="626364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spc="-5" dirty="0">
                <a:solidFill>
                  <a:srgbClr val="333333"/>
                </a:solidFill>
                <a:latin typeface="Montserrat ExtraBold"/>
                <a:cs typeface="Montserrat ExtraBold"/>
              </a:rPr>
              <a:t>DUIS</a:t>
            </a:r>
            <a:r>
              <a:rPr sz="3300" b="1" spc="-20" dirty="0">
                <a:solidFill>
                  <a:srgbClr val="333333"/>
                </a:solidFill>
                <a:latin typeface="Montserrat ExtraBold"/>
                <a:cs typeface="Montserrat ExtraBold"/>
              </a:rPr>
              <a:t> </a:t>
            </a:r>
            <a:r>
              <a:rPr sz="3300" b="1" spc="-25" dirty="0">
                <a:solidFill>
                  <a:srgbClr val="333333"/>
                </a:solidFill>
                <a:latin typeface="Montserrat ExtraBold"/>
                <a:cs typeface="Montserrat ExtraBold"/>
              </a:rPr>
              <a:t>AUTE</a:t>
            </a:r>
            <a:r>
              <a:rPr sz="3300" b="1" spc="-20" dirty="0">
                <a:solidFill>
                  <a:srgbClr val="333333"/>
                </a:solidFill>
                <a:latin typeface="Montserrat ExtraBold"/>
                <a:cs typeface="Montserrat ExtraBold"/>
              </a:rPr>
              <a:t> </a:t>
            </a:r>
            <a:r>
              <a:rPr sz="3300" b="1" spc="-5" dirty="0">
                <a:solidFill>
                  <a:srgbClr val="333333"/>
                </a:solidFill>
                <a:latin typeface="Montserrat ExtraBold"/>
                <a:cs typeface="Montserrat ExtraBold"/>
              </a:rPr>
              <a:t>IRURE</a:t>
            </a:r>
            <a:r>
              <a:rPr sz="3300" b="1" spc="-15" dirty="0">
                <a:solidFill>
                  <a:srgbClr val="333333"/>
                </a:solidFill>
                <a:latin typeface="Montserrat ExtraBold"/>
                <a:cs typeface="Montserrat ExtraBold"/>
              </a:rPr>
              <a:t> </a:t>
            </a:r>
            <a:r>
              <a:rPr sz="3300" b="1" spc="-10" dirty="0">
                <a:solidFill>
                  <a:srgbClr val="333333"/>
                </a:solidFill>
                <a:latin typeface="Montserrat ExtraBold"/>
                <a:cs typeface="Montserrat ExtraBold"/>
              </a:rPr>
              <a:t>DOLOR</a:t>
            </a:r>
            <a:r>
              <a:rPr sz="3300" b="1" spc="-20" dirty="0">
                <a:solidFill>
                  <a:srgbClr val="333333"/>
                </a:solidFill>
                <a:latin typeface="Montserrat ExtraBold"/>
                <a:cs typeface="Montserrat ExtraBold"/>
              </a:rPr>
              <a:t> </a:t>
            </a:r>
            <a:r>
              <a:rPr sz="3300" b="1" spc="-5" dirty="0">
                <a:solidFill>
                  <a:srgbClr val="333333"/>
                </a:solidFill>
                <a:latin typeface="Montserrat ExtraBold"/>
                <a:cs typeface="Montserrat ExtraBold"/>
              </a:rPr>
              <a:t>IN</a:t>
            </a:r>
            <a:endParaRPr sz="3300">
              <a:latin typeface="Montserrat ExtraBold"/>
              <a:cs typeface="Montserrat ExtraBold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570632" y="9057316"/>
            <a:ext cx="0" cy="1570990"/>
          </a:xfrm>
          <a:custGeom>
            <a:avLst/>
            <a:gdLst/>
            <a:ahLst/>
            <a:cxnLst/>
            <a:rect l="l" t="t" r="r" b="b"/>
            <a:pathLst>
              <a:path h="1570990">
                <a:moveTo>
                  <a:pt x="0" y="0"/>
                </a:moveTo>
                <a:lnTo>
                  <a:pt x="0" y="1570632"/>
                </a:lnTo>
              </a:path>
            </a:pathLst>
          </a:custGeom>
          <a:ln w="31412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1348210" y="9829517"/>
            <a:ext cx="626364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spc="-5" dirty="0">
                <a:solidFill>
                  <a:srgbClr val="333333"/>
                </a:solidFill>
                <a:latin typeface="Montserrat ExtraBold"/>
                <a:cs typeface="Montserrat ExtraBold"/>
              </a:rPr>
              <a:t>DUIS</a:t>
            </a:r>
            <a:r>
              <a:rPr sz="3300" b="1" spc="-20" dirty="0">
                <a:solidFill>
                  <a:srgbClr val="333333"/>
                </a:solidFill>
                <a:latin typeface="Montserrat ExtraBold"/>
                <a:cs typeface="Montserrat ExtraBold"/>
              </a:rPr>
              <a:t> </a:t>
            </a:r>
            <a:r>
              <a:rPr sz="3300" b="1" spc="-25" dirty="0">
                <a:solidFill>
                  <a:srgbClr val="333333"/>
                </a:solidFill>
                <a:latin typeface="Montserrat ExtraBold"/>
                <a:cs typeface="Montserrat ExtraBold"/>
              </a:rPr>
              <a:t>AUTE</a:t>
            </a:r>
            <a:r>
              <a:rPr sz="3300" b="1" spc="-20" dirty="0">
                <a:solidFill>
                  <a:srgbClr val="333333"/>
                </a:solidFill>
                <a:latin typeface="Montserrat ExtraBold"/>
                <a:cs typeface="Montserrat ExtraBold"/>
              </a:rPr>
              <a:t> </a:t>
            </a:r>
            <a:r>
              <a:rPr sz="3300" b="1" spc="-5" dirty="0">
                <a:solidFill>
                  <a:srgbClr val="333333"/>
                </a:solidFill>
                <a:latin typeface="Montserrat ExtraBold"/>
                <a:cs typeface="Montserrat ExtraBold"/>
              </a:rPr>
              <a:t>IRURE</a:t>
            </a:r>
            <a:r>
              <a:rPr sz="3300" b="1" spc="-15" dirty="0">
                <a:solidFill>
                  <a:srgbClr val="333333"/>
                </a:solidFill>
                <a:latin typeface="Montserrat ExtraBold"/>
                <a:cs typeface="Montserrat ExtraBold"/>
              </a:rPr>
              <a:t> </a:t>
            </a:r>
            <a:r>
              <a:rPr sz="3300" b="1" spc="-10" dirty="0">
                <a:solidFill>
                  <a:srgbClr val="333333"/>
                </a:solidFill>
                <a:latin typeface="Montserrat ExtraBold"/>
                <a:cs typeface="Montserrat ExtraBold"/>
              </a:rPr>
              <a:t>DOLOR</a:t>
            </a:r>
            <a:r>
              <a:rPr sz="3300" b="1" spc="-20" dirty="0">
                <a:solidFill>
                  <a:srgbClr val="333333"/>
                </a:solidFill>
                <a:latin typeface="Montserrat ExtraBold"/>
                <a:cs typeface="Montserrat ExtraBold"/>
              </a:rPr>
              <a:t> </a:t>
            </a:r>
            <a:r>
              <a:rPr sz="3300" b="1" spc="-5" dirty="0">
                <a:solidFill>
                  <a:srgbClr val="333333"/>
                </a:solidFill>
                <a:latin typeface="Montserrat ExtraBold"/>
                <a:cs typeface="Montserrat ExtraBold"/>
              </a:rPr>
              <a:t>IN</a:t>
            </a:r>
            <a:endParaRPr sz="3300">
              <a:latin typeface="Montserrat ExtraBold"/>
              <a:cs typeface="Montserrat ExtraBold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1509065" y="984549"/>
            <a:ext cx="10328275" cy="15335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sz="4950" b="1" spc="-15" dirty="0">
                <a:latin typeface="Montserrat ExtraBold"/>
                <a:cs typeface="Montserrat ExtraBold"/>
              </a:rPr>
              <a:t>LOREM</a:t>
            </a:r>
            <a:r>
              <a:rPr sz="4950" b="1" spc="-20" dirty="0">
                <a:latin typeface="Montserrat ExtraBold"/>
                <a:cs typeface="Montserrat ExtraBold"/>
              </a:rPr>
              <a:t> </a:t>
            </a:r>
            <a:r>
              <a:rPr sz="4950" b="1" spc="-5" dirty="0">
                <a:latin typeface="Montserrat ExtraBold"/>
                <a:cs typeface="Montserrat ExtraBold"/>
              </a:rPr>
              <a:t>IPSUM</a:t>
            </a:r>
            <a:r>
              <a:rPr sz="4950" b="1" spc="-20" dirty="0">
                <a:latin typeface="Montserrat ExtraBold"/>
                <a:cs typeface="Montserrat ExtraBold"/>
              </a:rPr>
              <a:t> </a:t>
            </a:r>
            <a:r>
              <a:rPr sz="4950" b="1" spc="-15" dirty="0">
                <a:latin typeface="Montserrat ExtraBold"/>
                <a:cs typeface="Montserrat ExtraBold"/>
              </a:rPr>
              <a:t>DOLOR</a:t>
            </a:r>
            <a:r>
              <a:rPr sz="4950" b="1" spc="-20" dirty="0">
                <a:latin typeface="Montserrat ExtraBold"/>
                <a:cs typeface="Montserrat ExtraBold"/>
              </a:rPr>
              <a:t> </a:t>
            </a:r>
            <a:r>
              <a:rPr sz="4950" b="1" spc="-5" dirty="0">
                <a:latin typeface="Montserrat ExtraBold"/>
                <a:cs typeface="Montserrat ExtraBold"/>
              </a:rPr>
              <a:t>SIT</a:t>
            </a:r>
            <a:endParaRPr sz="4950">
              <a:latin typeface="Montserrat ExtraBold"/>
              <a:cs typeface="Montserrat ExtraBold"/>
            </a:endParaRPr>
          </a:p>
          <a:p>
            <a:pPr marL="12700">
              <a:lnSpc>
                <a:spcPts val="5940"/>
              </a:lnSpc>
            </a:pPr>
            <a:r>
              <a:rPr sz="4950" b="0" spc="-25" dirty="0">
                <a:latin typeface="Montserrat"/>
                <a:cs typeface="Montserrat"/>
              </a:rPr>
              <a:t>CONSECTETUR</a:t>
            </a:r>
            <a:r>
              <a:rPr sz="4950" b="0" spc="-15" dirty="0">
                <a:latin typeface="Montserrat"/>
                <a:cs typeface="Montserrat"/>
              </a:rPr>
              <a:t> </a:t>
            </a:r>
            <a:r>
              <a:rPr sz="4950" b="0" spc="-10" dirty="0">
                <a:latin typeface="Montserrat"/>
                <a:cs typeface="Montserrat"/>
              </a:rPr>
              <a:t>ADIPISCING </a:t>
            </a:r>
            <a:r>
              <a:rPr sz="4950" b="0" spc="-5" dirty="0">
                <a:latin typeface="Montserrat"/>
                <a:cs typeface="Montserrat"/>
              </a:rPr>
              <a:t>ELIT</a:t>
            </a:r>
            <a:endParaRPr sz="4950">
              <a:latin typeface="Montserrat"/>
              <a:cs typeface="Montserra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20104100" cy="11151870"/>
          </a:xfrm>
          <a:custGeom>
            <a:avLst/>
            <a:gdLst/>
            <a:ahLst/>
            <a:cxnLst/>
            <a:rect l="l" t="t" r="r" b="b"/>
            <a:pathLst>
              <a:path w="20104100" h="11151870">
                <a:moveTo>
                  <a:pt x="0" y="11151492"/>
                </a:moveTo>
                <a:lnTo>
                  <a:pt x="20104099" y="11151492"/>
                </a:lnTo>
                <a:lnTo>
                  <a:pt x="20104099" y="0"/>
                </a:lnTo>
                <a:lnTo>
                  <a:pt x="0" y="0"/>
                </a:lnTo>
                <a:lnTo>
                  <a:pt x="0" y="11151492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/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7957569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7957569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7957569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8219340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8219340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8219340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8481112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8481112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8481112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8742885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8742885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8742885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9004657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9004657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9004657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9266428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9266428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9266428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9528201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9528201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9528201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9789973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9789973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9789973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2" name="object 32"/>
          <p:cNvGrpSpPr/>
          <p:nvPr/>
        </p:nvGrpSpPr>
        <p:grpSpPr>
          <a:xfrm>
            <a:off x="1047088" y="3560100"/>
            <a:ext cx="19057620" cy="7068184"/>
            <a:chOff x="1047088" y="3560100"/>
            <a:chExt cx="19057620" cy="7068184"/>
          </a:xfrm>
        </p:grpSpPr>
        <p:pic>
          <p:nvPicPr>
            <p:cNvPr id="33" name="object 3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47088" y="3560100"/>
              <a:ext cx="19057011" cy="6020759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1570632" y="9057315"/>
              <a:ext cx="0" cy="1570990"/>
            </a:xfrm>
            <a:custGeom>
              <a:avLst/>
              <a:gdLst/>
              <a:ahLst/>
              <a:cxnLst/>
              <a:rect l="l" t="t" r="r" b="b"/>
              <a:pathLst>
                <a:path h="1570990">
                  <a:moveTo>
                    <a:pt x="0" y="0"/>
                  </a:moveTo>
                  <a:lnTo>
                    <a:pt x="0" y="1570632"/>
                  </a:lnTo>
                </a:path>
              </a:pathLst>
            </a:custGeom>
            <a:ln w="31412">
              <a:solidFill>
                <a:srgbClr val="C1272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2081477" y="9829517"/>
            <a:ext cx="626364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spc="-5" dirty="0">
                <a:solidFill>
                  <a:srgbClr val="F1F1F1"/>
                </a:solidFill>
                <a:latin typeface="Montserrat ExtraBold"/>
                <a:cs typeface="Montserrat ExtraBold"/>
              </a:rPr>
              <a:t>DUIS</a:t>
            </a:r>
            <a:r>
              <a:rPr sz="3300" b="1" spc="-20" dirty="0">
                <a:solidFill>
                  <a:srgbClr val="F1F1F1"/>
                </a:solidFill>
                <a:latin typeface="Montserrat ExtraBold"/>
                <a:cs typeface="Montserrat ExtraBold"/>
              </a:rPr>
              <a:t> </a:t>
            </a:r>
            <a:r>
              <a:rPr sz="3300" b="1" spc="-25" dirty="0">
                <a:solidFill>
                  <a:srgbClr val="F1F1F1"/>
                </a:solidFill>
                <a:latin typeface="Montserrat ExtraBold"/>
                <a:cs typeface="Montserrat ExtraBold"/>
              </a:rPr>
              <a:t>AUTE</a:t>
            </a:r>
            <a:r>
              <a:rPr sz="3300" b="1" spc="-20" dirty="0">
                <a:solidFill>
                  <a:srgbClr val="F1F1F1"/>
                </a:solidFill>
                <a:latin typeface="Montserrat ExtraBold"/>
                <a:cs typeface="Montserrat ExtraBold"/>
              </a:rPr>
              <a:t> </a:t>
            </a:r>
            <a:r>
              <a:rPr sz="3300" b="1" spc="-5" dirty="0">
                <a:solidFill>
                  <a:srgbClr val="F1F1F1"/>
                </a:solidFill>
                <a:latin typeface="Montserrat ExtraBold"/>
                <a:cs typeface="Montserrat ExtraBold"/>
              </a:rPr>
              <a:t>IRURE</a:t>
            </a:r>
            <a:r>
              <a:rPr sz="3300" b="1" spc="-15" dirty="0">
                <a:solidFill>
                  <a:srgbClr val="F1F1F1"/>
                </a:solidFill>
                <a:latin typeface="Montserrat ExtraBold"/>
                <a:cs typeface="Montserrat ExtraBold"/>
              </a:rPr>
              <a:t> </a:t>
            </a:r>
            <a:r>
              <a:rPr sz="3300" b="1" spc="-10" dirty="0">
                <a:solidFill>
                  <a:srgbClr val="F1F1F1"/>
                </a:solidFill>
                <a:latin typeface="Montserrat ExtraBold"/>
                <a:cs typeface="Montserrat ExtraBold"/>
              </a:rPr>
              <a:t>DOLOR</a:t>
            </a:r>
            <a:r>
              <a:rPr sz="3300" b="1" spc="-20" dirty="0">
                <a:solidFill>
                  <a:srgbClr val="F1F1F1"/>
                </a:solidFill>
                <a:latin typeface="Montserrat ExtraBold"/>
                <a:cs typeface="Montserrat ExtraBold"/>
              </a:rPr>
              <a:t> </a:t>
            </a:r>
            <a:r>
              <a:rPr sz="3300" b="1" spc="-5" dirty="0">
                <a:solidFill>
                  <a:srgbClr val="F1F1F1"/>
                </a:solidFill>
                <a:latin typeface="Montserrat ExtraBold"/>
                <a:cs typeface="Montserrat ExtraBold"/>
              </a:rPr>
              <a:t>IN</a:t>
            </a:r>
            <a:endParaRPr sz="3300">
              <a:latin typeface="Montserrat ExtraBold"/>
              <a:cs typeface="Montserrat ExtraBold"/>
            </a:endParaRPr>
          </a:p>
        </p:txBody>
      </p:sp>
      <p:sp>
        <p:nvSpPr>
          <p:cNvPr id="36" name="object 36"/>
          <p:cNvSpPr txBox="1">
            <a:spLocks noGrp="1"/>
          </p:cNvSpPr>
          <p:nvPr>
            <p:ph type="title"/>
          </p:nvPr>
        </p:nvSpPr>
        <p:spPr>
          <a:xfrm>
            <a:off x="1509065" y="984549"/>
            <a:ext cx="10328275" cy="15335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sz="4950" b="1" spc="-15" dirty="0">
                <a:solidFill>
                  <a:srgbClr val="F1F1F1"/>
                </a:solidFill>
                <a:latin typeface="Montserrat ExtraBold"/>
                <a:cs typeface="Montserrat ExtraBold"/>
              </a:rPr>
              <a:t>LOREM</a:t>
            </a:r>
            <a:r>
              <a:rPr sz="4950" b="1" spc="-20" dirty="0">
                <a:solidFill>
                  <a:srgbClr val="F1F1F1"/>
                </a:solidFill>
                <a:latin typeface="Montserrat ExtraBold"/>
                <a:cs typeface="Montserrat ExtraBold"/>
              </a:rPr>
              <a:t> </a:t>
            </a:r>
            <a:r>
              <a:rPr sz="4950" b="1" spc="-5" dirty="0">
                <a:solidFill>
                  <a:srgbClr val="F1F1F1"/>
                </a:solidFill>
                <a:latin typeface="Montserrat ExtraBold"/>
                <a:cs typeface="Montserrat ExtraBold"/>
              </a:rPr>
              <a:t>IPSUM</a:t>
            </a:r>
            <a:r>
              <a:rPr sz="4950" b="1" spc="-20" dirty="0">
                <a:solidFill>
                  <a:srgbClr val="F1F1F1"/>
                </a:solidFill>
                <a:latin typeface="Montserrat ExtraBold"/>
                <a:cs typeface="Montserrat ExtraBold"/>
              </a:rPr>
              <a:t> </a:t>
            </a:r>
            <a:r>
              <a:rPr sz="4950" b="1" spc="-15" dirty="0">
                <a:solidFill>
                  <a:srgbClr val="F1F1F1"/>
                </a:solidFill>
                <a:latin typeface="Montserrat ExtraBold"/>
                <a:cs typeface="Montserrat ExtraBold"/>
              </a:rPr>
              <a:t>DOLOR</a:t>
            </a:r>
            <a:r>
              <a:rPr sz="4950" b="1" spc="-20" dirty="0">
                <a:solidFill>
                  <a:srgbClr val="F1F1F1"/>
                </a:solidFill>
                <a:latin typeface="Montserrat ExtraBold"/>
                <a:cs typeface="Montserrat ExtraBold"/>
              </a:rPr>
              <a:t> </a:t>
            </a:r>
            <a:r>
              <a:rPr sz="4950" b="1" spc="-5" dirty="0">
                <a:solidFill>
                  <a:srgbClr val="F1F1F1"/>
                </a:solidFill>
                <a:latin typeface="Montserrat ExtraBold"/>
                <a:cs typeface="Montserrat ExtraBold"/>
              </a:rPr>
              <a:t>SIT</a:t>
            </a:r>
            <a:endParaRPr sz="4950">
              <a:latin typeface="Montserrat ExtraBold"/>
              <a:cs typeface="Montserrat ExtraBold"/>
            </a:endParaRPr>
          </a:p>
          <a:p>
            <a:pPr marL="12700">
              <a:lnSpc>
                <a:spcPts val="5940"/>
              </a:lnSpc>
            </a:pPr>
            <a:r>
              <a:rPr sz="4950" b="0" spc="-25" dirty="0">
                <a:solidFill>
                  <a:srgbClr val="F1F1F1"/>
                </a:solidFill>
                <a:latin typeface="Montserrat"/>
                <a:cs typeface="Montserrat"/>
              </a:rPr>
              <a:t>CONSECTETUR</a:t>
            </a:r>
            <a:r>
              <a:rPr sz="4950" b="0" spc="-15" dirty="0">
                <a:solidFill>
                  <a:srgbClr val="F1F1F1"/>
                </a:solidFill>
                <a:latin typeface="Montserrat"/>
                <a:cs typeface="Montserrat"/>
              </a:rPr>
              <a:t> </a:t>
            </a:r>
            <a:r>
              <a:rPr sz="4950" b="0" spc="-10" dirty="0">
                <a:solidFill>
                  <a:srgbClr val="F1F1F1"/>
                </a:solidFill>
                <a:latin typeface="Montserrat"/>
                <a:cs typeface="Montserrat"/>
              </a:rPr>
              <a:t>ADIPISCING </a:t>
            </a:r>
            <a:r>
              <a:rPr sz="4950" b="0" spc="-5" dirty="0">
                <a:solidFill>
                  <a:srgbClr val="F1F1F1"/>
                </a:solidFill>
                <a:latin typeface="Montserrat"/>
                <a:cs typeface="Montserrat"/>
              </a:rPr>
              <a:t>ELIT</a:t>
            </a:r>
            <a:endParaRPr sz="4950">
              <a:latin typeface="Montserrat"/>
              <a:cs typeface="Montserra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20104100" cy="8167370"/>
          </a:xfrm>
          <a:custGeom>
            <a:avLst/>
            <a:gdLst/>
            <a:ahLst/>
            <a:cxnLst/>
            <a:rect l="l" t="t" r="r" b="b"/>
            <a:pathLst>
              <a:path w="20104100" h="8167370">
                <a:moveTo>
                  <a:pt x="0" y="8167290"/>
                </a:moveTo>
                <a:lnTo>
                  <a:pt x="20104099" y="8167290"/>
                </a:lnTo>
                <a:lnTo>
                  <a:pt x="20104099" y="0"/>
                </a:lnTo>
                <a:lnTo>
                  <a:pt x="0" y="0"/>
                </a:lnTo>
                <a:lnTo>
                  <a:pt x="0" y="816729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/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0" y="2774784"/>
            <a:ext cx="20104100" cy="8534400"/>
            <a:chOff x="0" y="2774784"/>
            <a:chExt cx="20104100" cy="8534400"/>
          </a:xfrm>
        </p:grpSpPr>
        <p:sp>
          <p:nvSpPr>
            <p:cNvPr id="8" name="object 8"/>
            <p:cNvSpPr/>
            <p:nvPr/>
          </p:nvSpPr>
          <p:spPr>
            <a:xfrm>
              <a:off x="0" y="8167290"/>
              <a:ext cx="20104100" cy="2984500"/>
            </a:xfrm>
            <a:custGeom>
              <a:avLst/>
              <a:gdLst/>
              <a:ahLst/>
              <a:cxnLst/>
              <a:rect l="l" t="t" r="r" b="b"/>
              <a:pathLst>
                <a:path w="20104100" h="2984500">
                  <a:moveTo>
                    <a:pt x="0" y="2984202"/>
                  </a:moveTo>
                  <a:lnTo>
                    <a:pt x="20104099" y="2984202"/>
                  </a:lnTo>
                  <a:lnTo>
                    <a:pt x="20104099" y="0"/>
                  </a:lnTo>
                  <a:lnTo>
                    <a:pt x="0" y="0"/>
                  </a:lnTo>
                  <a:lnTo>
                    <a:pt x="0" y="2984202"/>
                  </a:lnTo>
                  <a:close/>
                </a:path>
              </a:pathLst>
            </a:custGeom>
            <a:solidFill>
              <a:srgbClr val="C127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036313" y="2774784"/>
              <a:ext cx="8806014" cy="8533771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1821838" y="3560101"/>
              <a:ext cx="7235190" cy="7591425"/>
            </a:xfrm>
            <a:custGeom>
              <a:avLst/>
              <a:gdLst/>
              <a:ahLst/>
              <a:cxnLst/>
              <a:rect l="l" t="t" r="r" b="b"/>
              <a:pathLst>
                <a:path w="7235190" h="7591425">
                  <a:moveTo>
                    <a:pt x="0" y="7591391"/>
                  </a:moveTo>
                  <a:lnTo>
                    <a:pt x="7235172" y="7591391"/>
                  </a:lnTo>
                  <a:lnTo>
                    <a:pt x="7235172" y="0"/>
                  </a:lnTo>
                  <a:lnTo>
                    <a:pt x="0" y="0"/>
                  </a:lnTo>
                  <a:lnTo>
                    <a:pt x="0" y="759139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9266420" y="3560108"/>
              <a:ext cx="575945" cy="1885314"/>
            </a:xfrm>
            <a:custGeom>
              <a:avLst/>
              <a:gdLst/>
              <a:ahLst/>
              <a:cxnLst/>
              <a:rect l="l" t="t" r="r" b="b"/>
              <a:pathLst>
                <a:path w="575944" h="1885314">
                  <a:moveTo>
                    <a:pt x="52362" y="1858581"/>
                  </a:moveTo>
                  <a:lnTo>
                    <a:pt x="50304" y="1848396"/>
                  </a:lnTo>
                  <a:lnTo>
                    <a:pt x="44691" y="1840064"/>
                  </a:lnTo>
                  <a:lnTo>
                    <a:pt x="36372" y="1834464"/>
                  </a:lnTo>
                  <a:lnTo>
                    <a:pt x="26174" y="1832406"/>
                  </a:lnTo>
                  <a:lnTo>
                    <a:pt x="15989" y="1834464"/>
                  </a:lnTo>
                  <a:lnTo>
                    <a:pt x="7670" y="1840064"/>
                  </a:lnTo>
                  <a:lnTo>
                    <a:pt x="2057" y="1848396"/>
                  </a:lnTo>
                  <a:lnTo>
                    <a:pt x="0" y="1858581"/>
                  </a:lnTo>
                  <a:lnTo>
                    <a:pt x="2057" y="1868766"/>
                  </a:lnTo>
                  <a:lnTo>
                    <a:pt x="7670" y="1877098"/>
                  </a:lnTo>
                  <a:lnTo>
                    <a:pt x="15989" y="1882698"/>
                  </a:lnTo>
                  <a:lnTo>
                    <a:pt x="26174" y="1884756"/>
                  </a:lnTo>
                  <a:lnTo>
                    <a:pt x="36372" y="1882698"/>
                  </a:lnTo>
                  <a:lnTo>
                    <a:pt x="44691" y="1877098"/>
                  </a:lnTo>
                  <a:lnTo>
                    <a:pt x="50304" y="1868766"/>
                  </a:lnTo>
                  <a:lnTo>
                    <a:pt x="52362" y="1858581"/>
                  </a:lnTo>
                  <a:close/>
                </a:path>
                <a:path w="575944" h="1885314">
                  <a:moveTo>
                    <a:pt x="52362" y="1596809"/>
                  </a:moveTo>
                  <a:lnTo>
                    <a:pt x="50304" y="1586623"/>
                  </a:lnTo>
                  <a:lnTo>
                    <a:pt x="44691" y="1578292"/>
                  </a:lnTo>
                  <a:lnTo>
                    <a:pt x="36372" y="1572691"/>
                  </a:lnTo>
                  <a:lnTo>
                    <a:pt x="26174" y="1570634"/>
                  </a:lnTo>
                  <a:lnTo>
                    <a:pt x="15989" y="1572691"/>
                  </a:lnTo>
                  <a:lnTo>
                    <a:pt x="7670" y="1578292"/>
                  </a:lnTo>
                  <a:lnTo>
                    <a:pt x="2057" y="1586623"/>
                  </a:lnTo>
                  <a:lnTo>
                    <a:pt x="0" y="1596809"/>
                  </a:lnTo>
                  <a:lnTo>
                    <a:pt x="2057" y="1606994"/>
                  </a:lnTo>
                  <a:lnTo>
                    <a:pt x="7670" y="1615325"/>
                  </a:lnTo>
                  <a:lnTo>
                    <a:pt x="15989" y="1620926"/>
                  </a:lnTo>
                  <a:lnTo>
                    <a:pt x="26174" y="1622983"/>
                  </a:lnTo>
                  <a:lnTo>
                    <a:pt x="36372" y="1620926"/>
                  </a:lnTo>
                  <a:lnTo>
                    <a:pt x="44691" y="1615325"/>
                  </a:lnTo>
                  <a:lnTo>
                    <a:pt x="50304" y="1606994"/>
                  </a:lnTo>
                  <a:lnTo>
                    <a:pt x="52362" y="1596809"/>
                  </a:lnTo>
                  <a:close/>
                </a:path>
                <a:path w="575944" h="1885314">
                  <a:moveTo>
                    <a:pt x="52362" y="1335036"/>
                  </a:moveTo>
                  <a:lnTo>
                    <a:pt x="50304" y="1324851"/>
                  </a:lnTo>
                  <a:lnTo>
                    <a:pt x="44691" y="1316520"/>
                  </a:lnTo>
                  <a:lnTo>
                    <a:pt x="36372" y="1310919"/>
                  </a:lnTo>
                  <a:lnTo>
                    <a:pt x="26174" y="1308862"/>
                  </a:lnTo>
                  <a:lnTo>
                    <a:pt x="15989" y="1310919"/>
                  </a:lnTo>
                  <a:lnTo>
                    <a:pt x="7670" y="1316520"/>
                  </a:lnTo>
                  <a:lnTo>
                    <a:pt x="2057" y="1324851"/>
                  </a:lnTo>
                  <a:lnTo>
                    <a:pt x="0" y="1335036"/>
                  </a:lnTo>
                  <a:lnTo>
                    <a:pt x="2057" y="1345222"/>
                  </a:lnTo>
                  <a:lnTo>
                    <a:pt x="7670" y="1353553"/>
                  </a:lnTo>
                  <a:lnTo>
                    <a:pt x="15989" y="1359154"/>
                  </a:lnTo>
                  <a:lnTo>
                    <a:pt x="26174" y="1361211"/>
                  </a:lnTo>
                  <a:lnTo>
                    <a:pt x="36372" y="1359154"/>
                  </a:lnTo>
                  <a:lnTo>
                    <a:pt x="44691" y="1353553"/>
                  </a:lnTo>
                  <a:lnTo>
                    <a:pt x="50304" y="1345222"/>
                  </a:lnTo>
                  <a:lnTo>
                    <a:pt x="52362" y="1335036"/>
                  </a:lnTo>
                  <a:close/>
                </a:path>
                <a:path w="575944" h="1885314">
                  <a:moveTo>
                    <a:pt x="52362" y="1073264"/>
                  </a:moveTo>
                  <a:lnTo>
                    <a:pt x="50304" y="1063078"/>
                  </a:lnTo>
                  <a:lnTo>
                    <a:pt x="44691" y="1054747"/>
                  </a:lnTo>
                  <a:lnTo>
                    <a:pt x="36372" y="1049147"/>
                  </a:lnTo>
                  <a:lnTo>
                    <a:pt x="26174" y="1047089"/>
                  </a:lnTo>
                  <a:lnTo>
                    <a:pt x="15989" y="1049147"/>
                  </a:lnTo>
                  <a:lnTo>
                    <a:pt x="7670" y="1054747"/>
                  </a:lnTo>
                  <a:lnTo>
                    <a:pt x="2057" y="1063078"/>
                  </a:lnTo>
                  <a:lnTo>
                    <a:pt x="0" y="1073264"/>
                  </a:lnTo>
                  <a:lnTo>
                    <a:pt x="2057" y="1083449"/>
                  </a:lnTo>
                  <a:lnTo>
                    <a:pt x="7670" y="1091780"/>
                  </a:lnTo>
                  <a:lnTo>
                    <a:pt x="15989" y="1097381"/>
                  </a:lnTo>
                  <a:lnTo>
                    <a:pt x="26174" y="1099439"/>
                  </a:lnTo>
                  <a:lnTo>
                    <a:pt x="36372" y="1097381"/>
                  </a:lnTo>
                  <a:lnTo>
                    <a:pt x="44691" y="1091780"/>
                  </a:lnTo>
                  <a:lnTo>
                    <a:pt x="50304" y="1083449"/>
                  </a:lnTo>
                  <a:lnTo>
                    <a:pt x="52362" y="1073264"/>
                  </a:lnTo>
                  <a:close/>
                </a:path>
                <a:path w="575944" h="1885314">
                  <a:moveTo>
                    <a:pt x="52362" y="811491"/>
                  </a:moveTo>
                  <a:lnTo>
                    <a:pt x="50304" y="801306"/>
                  </a:lnTo>
                  <a:lnTo>
                    <a:pt x="44691" y="792975"/>
                  </a:lnTo>
                  <a:lnTo>
                    <a:pt x="36372" y="787374"/>
                  </a:lnTo>
                  <a:lnTo>
                    <a:pt x="26174" y="785317"/>
                  </a:lnTo>
                  <a:lnTo>
                    <a:pt x="15989" y="787374"/>
                  </a:lnTo>
                  <a:lnTo>
                    <a:pt x="7670" y="792975"/>
                  </a:lnTo>
                  <a:lnTo>
                    <a:pt x="2057" y="801306"/>
                  </a:lnTo>
                  <a:lnTo>
                    <a:pt x="0" y="811491"/>
                  </a:lnTo>
                  <a:lnTo>
                    <a:pt x="2057" y="821677"/>
                  </a:lnTo>
                  <a:lnTo>
                    <a:pt x="7670" y="830008"/>
                  </a:lnTo>
                  <a:lnTo>
                    <a:pt x="15989" y="835609"/>
                  </a:lnTo>
                  <a:lnTo>
                    <a:pt x="26174" y="837666"/>
                  </a:lnTo>
                  <a:lnTo>
                    <a:pt x="36372" y="835609"/>
                  </a:lnTo>
                  <a:lnTo>
                    <a:pt x="44691" y="830008"/>
                  </a:lnTo>
                  <a:lnTo>
                    <a:pt x="50304" y="821677"/>
                  </a:lnTo>
                  <a:lnTo>
                    <a:pt x="52362" y="811491"/>
                  </a:lnTo>
                  <a:close/>
                </a:path>
                <a:path w="575944" h="1885314">
                  <a:moveTo>
                    <a:pt x="52362" y="549719"/>
                  </a:moveTo>
                  <a:lnTo>
                    <a:pt x="50304" y="539534"/>
                  </a:lnTo>
                  <a:lnTo>
                    <a:pt x="44691" y="531202"/>
                  </a:lnTo>
                  <a:lnTo>
                    <a:pt x="36372" y="525602"/>
                  </a:lnTo>
                  <a:lnTo>
                    <a:pt x="26174" y="523544"/>
                  </a:lnTo>
                  <a:lnTo>
                    <a:pt x="15989" y="525602"/>
                  </a:lnTo>
                  <a:lnTo>
                    <a:pt x="7670" y="531202"/>
                  </a:lnTo>
                  <a:lnTo>
                    <a:pt x="2057" y="539534"/>
                  </a:lnTo>
                  <a:lnTo>
                    <a:pt x="0" y="549719"/>
                  </a:lnTo>
                  <a:lnTo>
                    <a:pt x="2057" y="559904"/>
                  </a:lnTo>
                  <a:lnTo>
                    <a:pt x="7670" y="568236"/>
                  </a:lnTo>
                  <a:lnTo>
                    <a:pt x="15989" y="573836"/>
                  </a:lnTo>
                  <a:lnTo>
                    <a:pt x="26174" y="575894"/>
                  </a:lnTo>
                  <a:lnTo>
                    <a:pt x="36372" y="573836"/>
                  </a:lnTo>
                  <a:lnTo>
                    <a:pt x="44691" y="568236"/>
                  </a:lnTo>
                  <a:lnTo>
                    <a:pt x="50304" y="559904"/>
                  </a:lnTo>
                  <a:lnTo>
                    <a:pt x="52362" y="549719"/>
                  </a:lnTo>
                  <a:close/>
                </a:path>
                <a:path w="575944" h="1885314">
                  <a:moveTo>
                    <a:pt x="52362" y="287947"/>
                  </a:moveTo>
                  <a:lnTo>
                    <a:pt x="50304" y="277761"/>
                  </a:lnTo>
                  <a:lnTo>
                    <a:pt x="44691" y="269443"/>
                  </a:lnTo>
                  <a:lnTo>
                    <a:pt x="36372" y="263829"/>
                  </a:lnTo>
                  <a:lnTo>
                    <a:pt x="26174" y="261772"/>
                  </a:lnTo>
                  <a:lnTo>
                    <a:pt x="15989" y="263829"/>
                  </a:lnTo>
                  <a:lnTo>
                    <a:pt x="7670" y="269443"/>
                  </a:lnTo>
                  <a:lnTo>
                    <a:pt x="2057" y="277761"/>
                  </a:lnTo>
                  <a:lnTo>
                    <a:pt x="0" y="287947"/>
                  </a:lnTo>
                  <a:lnTo>
                    <a:pt x="2057" y="298145"/>
                  </a:lnTo>
                  <a:lnTo>
                    <a:pt x="7670" y="306463"/>
                  </a:lnTo>
                  <a:lnTo>
                    <a:pt x="15989" y="312064"/>
                  </a:lnTo>
                  <a:lnTo>
                    <a:pt x="26174" y="314121"/>
                  </a:lnTo>
                  <a:lnTo>
                    <a:pt x="36372" y="312064"/>
                  </a:lnTo>
                  <a:lnTo>
                    <a:pt x="44691" y="306463"/>
                  </a:lnTo>
                  <a:lnTo>
                    <a:pt x="50304" y="298145"/>
                  </a:lnTo>
                  <a:lnTo>
                    <a:pt x="52362" y="287947"/>
                  </a:lnTo>
                  <a:close/>
                </a:path>
                <a:path w="575944" h="1885314">
                  <a:moveTo>
                    <a:pt x="52362" y="26174"/>
                  </a:moveTo>
                  <a:lnTo>
                    <a:pt x="50304" y="15989"/>
                  </a:lnTo>
                  <a:lnTo>
                    <a:pt x="44691" y="7670"/>
                  </a:lnTo>
                  <a:lnTo>
                    <a:pt x="36372" y="2057"/>
                  </a:lnTo>
                  <a:lnTo>
                    <a:pt x="26174" y="0"/>
                  </a:lnTo>
                  <a:lnTo>
                    <a:pt x="15989" y="2057"/>
                  </a:lnTo>
                  <a:lnTo>
                    <a:pt x="7670" y="7670"/>
                  </a:lnTo>
                  <a:lnTo>
                    <a:pt x="2057" y="15989"/>
                  </a:lnTo>
                  <a:lnTo>
                    <a:pt x="0" y="26174"/>
                  </a:lnTo>
                  <a:lnTo>
                    <a:pt x="2057" y="36372"/>
                  </a:lnTo>
                  <a:lnTo>
                    <a:pt x="7670" y="44691"/>
                  </a:lnTo>
                  <a:lnTo>
                    <a:pt x="15989" y="50292"/>
                  </a:lnTo>
                  <a:lnTo>
                    <a:pt x="26174" y="52349"/>
                  </a:lnTo>
                  <a:lnTo>
                    <a:pt x="36372" y="50292"/>
                  </a:lnTo>
                  <a:lnTo>
                    <a:pt x="44691" y="44691"/>
                  </a:lnTo>
                  <a:lnTo>
                    <a:pt x="50304" y="36372"/>
                  </a:lnTo>
                  <a:lnTo>
                    <a:pt x="52362" y="26174"/>
                  </a:lnTo>
                  <a:close/>
                </a:path>
                <a:path w="575944" h="1885314">
                  <a:moveTo>
                    <a:pt x="314134" y="1858581"/>
                  </a:moveTo>
                  <a:lnTo>
                    <a:pt x="312077" y="1848396"/>
                  </a:lnTo>
                  <a:lnTo>
                    <a:pt x="306463" y="1840064"/>
                  </a:lnTo>
                  <a:lnTo>
                    <a:pt x="298145" y="1834464"/>
                  </a:lnTo>
                  <a:lnTo>
                    <a:pt x="287947" y="1832406"/>
                  </a:lnTo>
                  <a:lnTo>
                    <a:pt x="277761" y="1834464"/>
                  </a:lnTo>
                  <a:lnTo>
                    <a:pt x="269443" y="1840064"/>
                  </a:lnTo>
                  <a:lnTo>
                    <a:pt x="263829" y="1848396"/>
                  </a:lnTo>
                  <a:lnTo>
                    <a:pt x="261772" y="1858581"/>
                  </a:lnTo>
                  <a:lnTo>
                    <a:pt x="263829" y="1868766"/>
                  </a:lnTo>
                  <a:lnTo>
                    <a:pt x="269443" y="1877098"/>
                  </a:lnTo>
                  <a:lnTo>
                    <a:pt x="277761" y="1882698"/>
                  </a:lnTo>
                  <a:lnTo>
                    <a:pt x="287947" y="1884756"/>
                  </a:lnTo>
                  <a:lnTo>
                    <a:pt x="298145" y="1882698"/>
                  </a:lnTo>
                  <a:lnTo>
                    <a:pt x="306463" y="1877098"/>
                  </a:lnTo>
                  <a:lnTo>
                    <a:pt x="312077" y="1868766"/>
                  </a:lnTo>
                  <a:lnTo>
                    <a:pt x="314134" y="1858581"/>
                  </a:lnTo>
                  <a:close/>
                </a:path>
                <a:path w="575944" h="1885314">
                  <a:moveTo>
                    <a:pt x="314134" y="1596809"/>
                  </a:moveTo>
                  <a:lnTo>
                    <a:pt x="312077" y="1586623"/>
                  </a:lnTo>
                  <a:lnTo>
                    <a:pt x="306463" y="1578292"/>
                  </a:lnTo>
                  <a:lnTo>
                    <a:pt x="298145" y="1572691"/>
                  </a:lnTo>
                  <a:lnTo>
                    <a:pt x="287947" y="1570634"/>
                  </a:lnTo>
                  <a:lnTo>
                    <a:pt x="277761" y="1572691"/>
                  </a:lnTo>
                  <a:lnTo>
                    <a:pt x="269443" y="1578292"/>
                  </a:lnTo>
                  <a:lnTo>
                    <a:pt x="263829" y="1586623"/>
                  </a:lnTo>
                  <a:lnTo>
                    <a:pt x="261772" y="1596809"/>
                  </a:lnTo>
                  <a:lnTo>
                    <a:pt x="263829" y="1606994"/>
                  </a:lnTo>
                  <a:lnTo>
                    <a:pt x="269443" y="1615325"/>
                  </a:lnTo>
                  <a:lnTo>
                    <a:pt x="277761" y="1620926"/>
                  </a:lnTo>
                  <a:lnTo>
                    <a:pt x="287947" y="1622983"/>
                  </a:lnTo>
                  <a:lnTo>
                    <a:pt x="298145" y="1620926"/>
                  </a:lnTo>
                  <a:lnTo>
                    <a:pt x="306463" y="1615325"/>
                  </a:lnTo>
                  <a:lnTo>
                    <a:pt x="312077" y="1606994"/>
                  </a:lnTo>
                  <a:lnTo>
                    <a:pt x="314134" y="1596809"/>
                  </a:lnTo>
                  <a:close/>
                </a:path>
                <a:path w="575944" h="1885314">
                  <a:moveTo>
                    <a:pt x="314134" y="1335036"/>
                  </a:moveTo>
                  <a:lnTo>
                    <a:pt x="312077" y="1324851"/>
                  </a:lnTo>
                  <a:lnTo>
                    <a:pt x="306463" y="1316520"/>
                  </a:lnTo>
                  <a:lnTo>
                    <a:pt x="298145" y="1310919"/>
                  </a:lnTo>
                  <a:lnTo>
                    <a:pt x="287947" y="1308862"/>
                  </a:lnTo>
                  <a:lnTo>
                    <a:pt x="277761" y="1310919"/>
                  </a:lnTo>
                  <a:lnTo>
                    <a:pt x="269443" y="1316520"/>
                  </a:lnTo>
                  <a:lnTo>
                    <a:pt x="263829" y="1324851"/>
                  </a:lnTo>
                  <a:lnTo>
                    <a:pt x="261772" y="1335036"/>
                  </a:lnTo>
                  <a:lnTo>
                    <a:pt x="263829" y="1345222"/>
                  </a:lnTo>
                  <a:lnTo>
                    <a:pt x="269443" y="1353553"/>
                  </a:lnTo>
                  <a:lnTo>
                    <a:pt x="277761" y="1359154"/>
                  </a:lnTo>
                  <a:lnTo>
                    <a:pt x="287947" y="1361211"/>
                  </a:lnTo>
                  <a:lnTo>
                    <a:pt x="298145" y="1359154"/>
                  </a:lnTo>
                  <a:lnTo>
                    <a:pt x="306463" y="1353553"/>
                  </a:lnTo>
                  <a:lnTo>
                    <a:pt x="312077" y="1345222"/>
                  </a:lnTo>
                  <a:lnTo>
                    <a:pt x="314134" y="1335036"/>
                  </a:lnTo>
                  <a:close/>
                </a:path>
                <a:path w="575944" h="1885314">
                  <a:moveTo>
                    <a:pt x="314134" y="1073264"/>
                  </a:moveTo>
                  <a:lnTo>
                    <a:pt x="312077" y="1063078"/>
                  </a:lnTo>
                  <a:lnTo>
                    <a:pt x="306463" y="1054747"/>
                  </a:lnTo>
                  <a:lnTo>
                    <a:pt x="298145" y="1049147"/>
                  </a:lnTo>
                  <a:lnTo>
                    <a:pt x="287947" y="1047089"/>
                  </a:lnTo>
                  <a:lnTo>
                    <a:pt x="277761" y="1049147"/>
                  </a:lnTo>
                  <a:lnTo>
                    <a:pt x="269443" y="1054747"/>
                  </a:lnTo>
                  <a:lnTo>
                    <a:pt x="263829" y="1063078"/>
                  </a:lnTo>
                  <a:lnTo>
                    <a:pt x="261772" y="1073264"/>
                  </a:lnTo>
                  <a:lnTo>
                    <a:pt x="263829" y="1083449"/>
                  </a:lnTo>
                  <a:lnTo>
                    <a:pt x="269443" y="1091780"/>
                  </a:lnTo>
                  <a:lnTo>
                    <a:pt x="277761" y="1097381"/>
                  </a:lnTo>
                  <a:lnTo>
                    <a:pt x="287947" y="1099439"/>
                  </a:lnTo>
                  <a:lnTo>
                    <a:pt x="298145" y="1097381"/>
                  </a:lnTo>
                  <a:lnTo>
                    <a:pt x="306463" y="1091780"/>
                  </a:lnTo>
                  <a:lnTo>
                    <a:pt x="312077" y="1083449"/>
                  </a:lnTo>
                  <a:lnTo>
                    <a:pt x="314134" y="1073264"/>
                  </a:lnTo>
                  <a:close/>
                </a:path>
                <a:path w="575944" h="1885314">
                  <a:moveTo>
                    <a:pt x="314134" y="811491"/>
                  </a:moveTo>
                  <a:lnTo>
                    <a:pt x="312077" y="801306"/>
                  </a:lnTo>
                  <a:lnTo>
                    <a:pt x="306463" y="792975"/>
                  </a:lnTo>
                  <a:lnTo>
                    <a:pt x="298145" y="787374"/>
                  </a:lnTo>
                  <a:lnTo>
                    <a:pt x="287947" y="785317"/>
                  </a:lnTo>
                  <a:lnTo>
                    <a:pt x="277761" y="787374"/>
                  </a:lnTo>
                  <a:lnTo>
                    <a:pt x="269443" y="792975"/>
                  </a:lnTo>
                  <a:lnTo>
                    <a:pt x="263829" y="801306"/>
                  </a:lnTo>
                  <a:lnTo>
                    <a:pt x="261772" y="811491"/>
                  </a:lnTo>
                  <a:lnTo>
                    <a:pt x="263829" y="821677"/>
                  </a:lnTo>
                  <a:lnTo>
                    <a:pt x="269443" y="830008"/>
                  </a:lnTo>
                  <a:lnTo>
                    <a:pt x="277761" y="835609"/>
                  </a:lnTo>
                  <a:lnTo>
                    <a:pt x="287947" y="837666"/>
                  </a:lnTo>
                  <a:lnTo>
                    <a:pt x="298145" y="835609"/>
                  </a:lnTo>
                  <a:lnTo>
                    <a:pt x="306463" y="830008"/>
                  </a:lnTo>
                  <a:lnTo>
                    <a:pt x="312077" y="821677"/>
                  </a:lnTo>
                  <a:lnTo>
                    <a:pt x="314134" y="811491"/>
                  </a:lnTo>
                  <a:close/>
                </a:path>
                <a:path w="575944" h="1885314">
                  <a:moveTo>
                    <a:pt x="314134" y="549719"/>
                  </a:moveTo>
                  <a:lnTo>
                    <a:pt x="312077" y="539534"/>
                  </a:lnTo>
                  <a:lnTo>
                    <a:pt x="306463" y="531202"/>
                  </a:lnTo>
                  <a:lnTo>
                    <a:pt x="298145" y="525602"/>
                  </a:lnTo>
                  <a:lnTo>
                    <a:pt x="287947" y="523544"/>
                  </a:lnTo>
                  <a:lnTo>
                    <a:pt x="277761" y="525602"/>
                  </a:lnTo>
                  <a:lnTo>
                    <a:pt x="269443" y="531202"/>
                  </a:lnTo>
                  <a:lnTo>
                    <a:pt x="263829" y="539534"/>
                  </a:lnTo>
                  <a:lnTo>
                    <a:pt x="261772" y="549719"/>
                  </a:lnTo>
                  <a:lnTo>
                    <a:pt x="263829" y="559904"/>
                  </a:lnTo>
                  <a:lnTo>
                    <a:pt x="269443" y="568236"/>
                  </a:lnTo>
                  <a:lnTo>
                    <a:pt x="277761" y="573836"/>
                  </a:lnTo>
                  <a:lnTo>
                    <a:pt x="287947" y="575894"/>
                  </a:lnTo>
                  <a:lnTo>
                    <a:pt x="298145" y="573836"/>
                  </a:lnTo>
                  <a:lnTo>
                    <a:pt x="306463" y="568236"/>
                  </a:lnTo>
                  <a:lnTo>
                    <a:pt x="312077" y="559904"/>
                  </a:lnTo>
                  <a:lnTo>
                    <a:pt x="314134" y="549719"/>
                  </a:lnTo>
                  <a:close/>
                </a:path>
                <a:path w="575944" h="1885314">
                  <a:moveTo>
                    <a:pt x="314134" y="287947"/>
                  </a:moveTo>
                  <a:lnTo>
                    <a:pt x="312077" y="277761"/>
                  </a:lnTo>
                  <a:lnTo>
                    <a:pt x="306463" y="269443"/>
                  </a:lnTo>
                  <a:lnTo>
                    <a:pt x="298145" y="263829"/>
                  </a:lnTo>
                  <a:lnTo>
                    <a:pt x="287947" y="261772"/>
                  </a:lnTo>
                  <a:lnTo>
                    <a:pt x="277761" y="263829"/>
                  </a:lnTo>
                  <a:lnTo>
                    <a:pt x="269443" y="269443"/>
                  </a:lnTo>
                  <a:lnTo>
                    <a:pt x="263829" y="277761"/>
                  </a:lnTo>
                  <a:lnTo>
                    <a:pt x="261772" y="287947"/>
                  </a:lnTo>
                  <a:lnTo>
                    <a:pt x="263829" y="298145"/>
                  </a:lnTo>
                  <a:lnTo>
                    <a:pt x="269443" y="306463"/>
                  </a:lnTo>
                  <a:lnTo>
                    <a:pt x="277761" y="312064"/>
                  </a:lnTo>
                  <a:lnTo>
                    <a:pt x="287947" y="314121"/>
                  </a:lnTo>
                  <a:lnTo>
                    <a:pt x="298145" y="312064"/>
                  </a:lnTo>
                  <a:lnTo>
                    <a:pt x="306463" y="306463"/>
                  </a:lnTo>
                  <a:lnTo>
                    <a:pt x="312077" y="298145"/>
                  </a:lnTo>
                  <a:lnTo>
                    <a:pt x="314134" y="287947"/>
                  </a:lnTo>
                  <a:close/>
                </a:path>
                <a:path w="575944" h="1885314">
                  <a:moveTo>
                    <a:pt x="314134" y="26174"/>
                  </a:moveTo>
                  <a:lnTo>
                    <a:pt x="312077" y="15989"/>
                  </a:lnTo>
                  <a:lnTo>
                    <a:pt x="306463" y="7670"/>
                  </a:lnTo>
                  <a:lnTo>
                    <a:pt x="298145" y="2057"/>
                  </a:lnTo>
                  <a:lnTo>
                    <a:pt x="287947" y="0"/>
                  </a:lnTo>
                  <a:lnTo>
                    <a:pt x="277761" y="2057"/>
                  </a:lnTo>
                  <a:lnTo>
                    <a:pt x="269443" y="7670"/>
                  </a:lnTo>
                  <a:lnTo>
                    <a:pt x="263829" y="15989"/>
                  </a:lnTo>
                  <a:lnTo>
                    <a:pt x="261772" y="26174"/>
                  </a:lnTo>
                  <a:lnTo>
                    <a:pt x="263829" y="36372"/>
                  </a:lnTo>
                  <a:lnTo>
                    <a:pt x="269443" y="44691"/>
                  </a:lnTo>
                  <a:lnTo>
                    <a:pt x="277761" y="50292"/>
                  </a:lnTo>
                  <a:lnTo>
                    <a:pt x="287947" y="52349"/>
                  </a:lnTo>
                  <a:lnTo>
                    <a:pt x="298145" y="50292"/>
                  </a:lnTo>
                  <a:lnTo>
                    <a:pt x="306463" y="44691"/>
                  </a:lnTo>
                  <a:lnTo>
                    <a:pt x="312077" y="36372"/>
                  </a:lnTo>
                  <a:lnTo>
                    <a:pt x="314134" y="26174"/>
                  </a:lnTo>
                  <a:close/>
                </a:path>
                <a:path w="575944" h="1885314">
                  <a:moveTo>
                    <a:pt x="575906" y="1858581"/>
                  </a:moveTo>
                  <a:lnTo>
                    <a:pt x="573849" y="1848396"/>
                  </a:lnTo>
                  <a:lnTo>
                    <a:pt x="568236" y="1840064"/>
                  </a:lnTo>
                  <a:lnTo>
                    <a:pt x="559917" y="1834464"/>
                  </a:lnTo>
                  <a:lnTo>
                    <a:pt x="549719" y="1832406"/>
                  </a:lnTo>
                  <a:lnTo>
                    <a:pt x="539534" y="1834464"/>
                  </a:lnTo>
                  <a:lnTo>
                    <a:pt x="531215" y="1840064"/>
                  </a:lnTo>
                  <a:lnTo>
                    <a:pt x="525602" y="1848396"/>
                  </a:lnTo>
                  <a:lnTo>
                    <a:pt x="523544" y="1858581"/>
                  </a:lnTo>
                  <a:lnTo>
                    <a:pt x="525602" y="1868766"/>
                  </a:lnTo>
                  <a:lnTo>
                    <a:pt x="531215" y="1877098"/>
                  </a:lnTo>
                  <a:lnTo>
                    <a:pt x="539534" y="1882698"/>
                  </a:lnTo>
                  <a:lnTo>
                    <a:pt x="549719" y="1884756"/>
                  </a:lnTo>
                  <a:lnTo>
                    <a:pt x="559917" y="1882698"/>
                  </a:lnTo>
                  <a:lnTo>
                    <a:pt x="568236" y="1877098"/>
                  </a:lnTo>
                  <a:lnTo>
                    <a:pt x="573849" y="1868766"/>
                  </a:lnTo>
                  <a:lnTo>
                    <a:pt x="575906" y="1858581"/>
                  </a:lnTo>
                  <a:close/>
                </a:path>
                <a:path w="575944" h="1885314">
                  <a:moveTo>
                    <a:pt x="575906" y="1596809"/>
                  </a:moveTo>
                  <a:lnTo>
                    <a:pt x="573849" y="1586623"/>
                  </a:lnTo>
                  <a:lnTo>
                    <a:pt x="568236" y="1578292"/>
                  </a:lnTo>
                  <a:lnTo>
                    <a:pt x="559917" y="1572691"/>
                  </a:lnTo>
                  <a:lnTo>
                    <a:pt x="549719" y="1570634"/>
                  </a:lnTo>
                  <a:lnTo>
                    <a:pt x="539534" y="1572691"/>
                  </a:lnTo>
                  <a:lnTo>
                    <a:pt x="531215" y="1578292"/>
                  </a:lnTo>
                  <a:lnTo>
                    <a:pt x="525602" y="1586623"/>
                  </a:lnTo>
                  <a:lnTo>
                    <a:pt x="523544" y="1596809"/>
                  </a:lnTo>
                  <a:lnTo>
                    <a:pt x="525602" y="1606994"/>
                  </a:lnTo>
                  <a:lnTo>
                    <a:pt x="531215" y="1615325"/>
                  </a:lnTo>
                  <a:lnTo>
                    <a:pt x="539534" y="1620926"/>
                  </a:lnTo>
                  <a:lnTo>
                    <a:pt x="549719" y="1622983"/>
                  </a:lnTo>
                  <a:lnTo>
                    <a:pt x="559917" y="1620926"/>
                  </a:lnTo>
                  <a:lnTo>
                    <a:pt x="568236" y="1615325"/>
                  </a:lnTo>
                  <a:lnTo>
                    <a:pt x="573849" y="1606994"/>
                  </a:lnTo>
                  <a:lnTo>
                    <a:pt x="575906" y="1596809"/>
                  </a:lnTo>
                  <a:close/>
                </a:path>
                <a:path w="575944" h="1885314">
                  <a:moveTo>
                    <a:pt x="575906" y="1335036"/>
                  </a:moveTo>
                  <a:lnTo>
                    <a:pt x="573849" y="1324851"/>
                  </a:lnTo>
                  <a:lnTo>
                    <a:pt x="568236" y="1316520"/>
                  </a:lnTo>
                  <a:lnTo>
                    <a:pt x="559917" y="1310919"/>
                  </a:lnTo>
                  <a:lnTo>
                    <a:pt x="549719" y="1308862"/>
                  </a:lnTo>
                  <a:lnTo>
                    <a:pt x="539534" y="1310919"/>
                  </a:lnTo>
                  <a:lnTo>
                    <a:pt x="531215" y="1316520"/>
                  </a:lnTo>
                  <a:lnTo>
                    <a:pt x="525602" y="1324851"/>
                  </a:lnTo>
                  <a:lnTo>
                    <a:pt x="523544" y="1335036"/>
                  </a:lnTo>
                  <a:lnTo>
                    <a:pt x="525602" y="1345222"/>
                  </a:lnTo>
                  <a:lnTo>
                    <a:pt x="531215" y="1353553"/>
                  </a:lnTo>
                  <a:lnTo>
                    <a:pt x="539534" y="1359154"/>
                  </a:lnTo>
                  <a:lnTo>
                    <a:pt x="549719" y="1361211"/>
                  </a:lnTo>
                  <a:lnTo>
                    <a:pt x="559917" y="1359154"/>
                  </a:lnTo>
                  <a:lnTo>
                    <a:pt x="568236" y="1353553"/>
                  </a:lnTo>
                  <a:lnTo>
                    <a:pt x="573849" y="1345222"/>
                  </a:lnTo>
                  <a:lnTo>
                    <a:pt x="575906" y="1335036"/>
                  </a:lnTo>
                  <a:close/>
                </a:path>
                <a:path w="575944" h="1885314">
                  <a:moveTo>
                    <a:pt x="575906" y="1073264"/>
                  </a:moveTo>
                  <a:lnTo>
                    <a:pt x="573849" y="1063078"/>
                  </a:lnTo>
                  <a:lnTo>
                    <a:pt x="568236" y="1054747"/>
                  </a:lnTo>
                  <a:lnTo>
                    <a:pt x="559917" y="1049147"/>
                  </a:lnTo>
                  <a:lnTo>
                    <a:pt x="549719" y="1047089"/>
                  </a:lnTo>
                  <a:lnTo>
                    <a:pt x="539534" y="1049147"/>
                  </a:lnTo>
                  <a:lnTo>
                    <a:pt x="531215" y="1054747"/>
                  </a:lnTo>
                  <a:lnTo>
                    <a:pt x="525602" y="1063078"/>
                  </a:lnTo>
                  <a:lnTo>
                    <a:pt x="523544" y="1073264"/>
                  </a:lnTo>
                  <a:lnTo>
                    <a:pt x="525602" y="1083449"/>
                  </a:lnTo>
                  <a:lnTo>
                    <a:pt x="531215" y="1091780"/>
                  </a:lnTo>
                  <a:lnTo>
                    <a:pt x="539534" y="1097381"/>
                  </a:lnTo>
                  <a:lnTo>
                    <a:pt x="549719" y="1099439"/>
                  </a:lnTo>
                  <a:lnTo>
                    <a:pt x="559917" y="1097381"/>
                  </a:lnTo>
                  <a:lnTo>
                    <a:pt x="568236" y="1091780"/>
                  </a:lnTo>
                  <a:lnTo>
                    <a:pt x="573849" y="1083449"/>
                  </a:lnTo>
                  <a:lnTo>
                    <a:pt x="575906" y="1073264"/>
                  </a:lnTo>
                  <a:close/>
                </a:path>
                <a:path w="575944" h="1885314">
                  <a:moveTo>
                    <a:pt x="575906" y="811491"/>
                  </a:moveTo>
                  <a:lnTo>
                    <a:pt x="573849" y="801306"/>
                  </a:lnTo>
                  <a:lnTo>
                    <a:pt x="568236" y="792975"/>
                  </a:lnTo>
                  <a:lnTo>
                    <a:pt x="559917" y="787374"/>
                  </a:lnTo>
                  <a:lnTo>
                    <a:pt x="549719" y="785317"/>
                  </a:lnTo>
                  <a:lnTo>
                    <a:pt x="539534" y="787374"/>
                  </a:lnTo>
                  <a:lnTo>
                    <a:pt x="531215" y="792975"/>
                  </a:lnTo>
                  <a:lnTo>
                    <a:pt x="525602" y="801306"/>
                  </a:lnTo>
                  <a:lnTo>
                    <a:pt x="523544" y="811491"/>
                  </a:lnTo>
                  <a:lnTo>
                    <a:pt x="525602" y="821677"/>
                  </a:lnTo>
                  <a:lnTo>
                    <a:pt x="531215" y="830008"/>
                  </a:lnTo>
                  <a:lnTo>
                    <a:pt x="539534" y="835609"/>
                  </a:lnTo>
                  <a:lnTo>
                    <a:pt x="549719" y="837666"/>
                  </a:lnTo>
                  <a:lnTo>
                    <a:pt x="559917" y="835609"/>
                  </a:lnTo>
                  <a:lnTo>
                    <a:pt x="568236" y="830008"/>
                  </a:lnTo>
                  <a:lnTo>
                    <a:pt x="573849" y="821677"/>
                  </a:lnTo>
                  <a:lnTo>
                    <a:pt x="575906" y="811491"/>
                  </a:lnTo>
                  <a:close/>
                </a:path>
                <a:path w="575944" h="1885314">
                  <a:moveTo>
                    <a:pt x="575906" y="549719"/>
                  </a:moveTo>
                  <a:lnTo>
                    <a:pt x="573849" y="539534"/>
                  </a:lnTo>
                  <a:lnTo>
                    <a:pt x="568236" y="531202"/>
                  </a:lnTo>
                  <a:lnTo>
                    <a:pt x="559917" y="525602"/>
                  </a:lnTo>
                  <a:lnTo>
                    <a:pt x="549719" y="523544"/>
                  </a:lnTo>
                  <a:lnTo>
                    <a:pt x="539534" y="525602"/>
                  </a:lnTo>
                  <a:lnTo>
                    <a:pt x="531215" y="531202"/>
                  </a:lnTo>
                  <a:lnTo>
                    <a:pt x="525602" y="539534"/>
                  </a:lnTo>
                  <a:lnTo>
                    <a:pt x="523544" y="549719"/>
                  </a:lnTo>
                  <a:lnTo>
                    <a:pt x="525602" y="559904"/>
                  </a:lnTo>
                  <a:lnTo>
                    <a:pt x="531215" y="568236"/>
                  </a:lnTo>
                  <a:lnTo>
                    <a:pt x="539534" y="573836"/>
                  </a:lnTo>
                  <a:lnTo>
                    <a:pt x="549719" y="575894"/>
                  </a:lnTo>
                  <a:lnTo>
                    <a:pt x="559917" y="573836"/>
                  </a:lnTo>
                  <a:lnTo>
                    <a:pt x="568236" y="568236"/>
                  </a:lnTo>
                  <a:lnTo>
                    <a:pt x="573849" y="559904"/>
                  </a:lnTo>
                  <a:lnTo>
                    <a:pt x="575906" y="549719"/>
                  </a:lnTo>
                  <a:close/>
                </a:path>
                <a:path w="575944" h="1885314">
                  <a:moveTo>
                    <a:pt x="575906" y="287947"/>
                  </a:moveTo>
                  <a:lnTo>
                    <a:pt x="573849" y="277761"/>
                  </a:lnTo>
                  <a:lnTo>
                    <a:pt x="568236" y="269443"/>
                  </a:lnTo>
                  <a:lnTo>
                    <a:pt x="559917" y="263829"/>
                  </a:lnTo>
                  <a:lnTo>
                    <a:pt x="549719" y="261772"/>
                  </a:lnTo>
                  <a:lnTo>
                    <a:pt x="539534" y="263829"/>
                  </a:lnTo>
                  <a:lnTo>
                    <a:pt x="531215" y="269443"/>
                  </a:lnTo>
                  <a:lnTo>
                    <a:pt x="525602" y="277761"/>
                  </a:lnTo>
                  <a:lnTo>
                    <a:pt x="523544" y="287947"/>
                  </a:lnTo>
                  <a:lnTo>
                    <a:pt x="525602" y="298145"/>
                  </a:lnTo>
                  <a:lnTo>
                    <a:pt x="531215" y="306463"/>
                  </a:lnTo>
                  <a:lnTo>
                    <a:pt x="539534" y="312064"/>
                  </a:lnTo>
                  <a:lnTo>
                    <a:pt x="549719" y="314121"/>
                  </a:lnTo>
                  <a:lnTo>
                    <a:pt x="559917" y="312064"/>
                  </a:lnTo>
                  <a:lnTo>
                    <a:pt x="568236" y="306463"/>
                  </a:lnTo>
                  <a:lnTo>
                    <a:pt x="573849" y="298145"/>
                  </a:lnTo>
                  <a:lnTo>
                    <a:pt x="575906" y="287947"/>
                  </a:lnTo>
                  <a:close/>
                </a:path>
                <a:path w="575944" h="1885314">
                  <a:moveTo>
                    <a:pt x="575906" y="26174"/>
                  </a:moveTo>
                  <a:lnTo>
                    <a:pt x="573849" y="15989"/>
                  </a:lnTo>
                  <a:lnTo>
                    <a:pt x="568236" y="7670"/>
                  </a:lnTo>
                  <a:lnTo>
                    <a:pt x="559917" y="2057"/>
                  </a:lnTo>
                  <a:lnTo>
                    <a:pt x="549719" y="0"/>
                  </a:lnTo>
                  <a:lnTo>
                    <a:pt x="539534" y="2057"/>
                  </a:lnTo>
                  <a:lnTo>
                    <a:pt x="531215" y="7670"/>
                  </a:lnTo>
                  <a:lnTo>
                    <a:pt x="525602" y="15989"/>
                  </a:lnTo>
                  <a:lnTo>
                    <a:pt x="523544" y="26174"/>
                  </a:lnTo>
                  <a:lnTo>
                    <a:pt x="525602" y="36372"/>
                  </a:lnTo>
                  <a:lnTo>
                    <a:pt x="531215" y="44691"/>
                  </a:lnTo>
                  <a:lnTo>
                    <a:pt x="539534" y="50292"/>
                  </a:lnTo>
                  <a:lnTo>
                    <a:pt x="549719" y="52349"/>
                  </a:lnTo>
                  <a:lnTo>
                    <a:pt x="559917" y="50292"/>
                  </a:lnTo>
                  <a:lnTo>
                    <a:pt x="568236" y="44691"/>
                  </a:lnTo>
                  <a:lnTo>
                    <a:pt x="573849" y="36372"/>
                  </a:lnTo>
                  <a:lnTo>
                    <a:pt x="575906" y="26174"/>
                  </a:lnTo>
                  <a:close/>
                </a:path>
              </a:pathLst>
            </a:custGeom>
            <a:solidFill>
              <a:srgbClr val="C127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3560101"/>
              <a:ext cx="11821629" cy="7748455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0" y="11151492"/>
              <a:ext cx="20104100" cy="157480"/>
            </a:xfrm>
            <a:custGeom>
              <a:avLst/>
              <a:gdLst/>
              <a:ahLst/>
              <a:cxnLst/>
              <a:rect l="l" t="t" r="r" b="b"/>
              <a:pathLst>
                <a:path w="20104100" h="157479">
                  <a:moveTo>
                    <a:pt x="20104099" y="0"/>
                  </a:moveTo>
                  <a:lnTo>
                    <a:pt x="0" y="0"/>
                  </a:lnTo>
                  <a:lnTo>
                    <a:pt x="0" y="157063"/>
                  </a:lnTo>
                  <a:lnTo>
                    <a:pt x="20104099" y="157063"/>
                  </a:lnTo>
                  <a:lnTo>
                    <a:pt x="20104099" y="0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0774745" y="5654278"/>
              <a:ext cx="2094230" cy="0"/>
            </a:xfrm>
            <a:custGeom>
              <a:avLst/>
              <a:gdLst/>
              <a:ahLst/>
              <a:cxnLst/>
              <a:rect l="l" t="t" r="r" b="b"/>
              <a:pathLst>
                <a:path w="2094229">
                  <a:moveTo>
                    <a:pt x="0" y="0"/>
                  </a:moveTo>
                  <a:lnTo>
                    <a:pt x="2094177" y="0"/>
                  </a:lnTo>
                </a:path>
              </a:pathLst>
            </a:custGeom>
            <a:ln w="31412">
              <a:solidFill>
                <a:srgbClr val="C1272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1509065" y="984549"/>
            <a:ext cx="10328275" cy="1533525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sz="4950" b="1" spc="-15" dirty="0">
                <a:latin typeface="Montserrat ExtraBold"/>
                <a:cs typeface="Montserrat ExtraBold"/>
              </a:rPr>
              <a:t>LOREM</a:t>
            </a:r>
            <a:r>
              <a:rPr lang="pt-BR" sz="4950" b="1" spc="-20" dirty="0">
                <a:latin typeface="Montserrat ExtraBold"/>
                <a:cs typeface="Montserrat ExtraBold"/>
              </a:rPr>
              <a:t> </a:t>
            </a:r>
            <a:r>
              <a:rPr lang="pt-BR" sz="4950" b="1" spc="-5" dirty="0">
                <a:latin typeface="Montserrat ExtraBold"/>
                <a:cs typeface="Montserrat ExtraBold"/>
              </a:rPr>
              <a:t>IPSUM</a:t>
            </a:r>
            <a:r>
              <a:rPr sz="4950" b="1" spc="-20" dirty="0">
                <a:latin typeface="Montserrat ExtraBold"/>
                <a:cs typeface="Montserrat ExtraBold"/>
              </a:rPr>
              <a:t> </a:t>
            </a:r>
            <a:r>
              <a:rPr sz="4950" b="1" spc="-15" dirty="0">
                <a:latin typeface="Montserrat ExtraBold"/>
                <a:cs typeface="Montserrat ExtraBold"/>
              </a:rPr>
              <a:t>DOLOR</a:t>
            </a:r>
            <a:r>
              <a:rPr sz="4950" b="1" spc="-20" dirty="0">
                <a:latin typeface="Montserrat ExtraBold"/>
                <a:cs typeface="Montserrat ExtraBold"/>
              </a:rPr>
              <a:t> </a:t>
            </a:r>
            <a:r>
              <a:rPr sz="4950" b="1" spc="-5" dirty="0">
                <a:latin typeface="Montserrat ExtraBold"/>
                <a:cs typeface="Montserrat ExtraBold"/>
              </a:rPr>
              <a:t>SIT</a:t>
            </a:r>
            <a:endParaRPr sz="4950">
              <a:latin typeface="Montserrat ExtraBold"/>
              <a:cs typeface="Montserrat ExtraBold"/>
            </a:endParaRPr>
          </a:p>
          <a:p>
            <a:pPr marL="12700">
              <a:lnSpc>
                <a:spcPts val="5940"/>
              </a:lnSpc>
            </a:pPr>
            <a:r>
              <a:rPr sz="4950" b="0" spc="-25" dirty="0">
                <a:latin typeface="Montserrat"/>
                <a:cs typeface="Montserrat"/>
              </a:rPr>
              <a:t>CONSECTETUR</a:t>
            </a:r>
            <a:r>
              <a:rPr sz="4950" b="0" spc="-15" dirty="0">
                <a:latin typeface="Montserrat"/>
                <a:cs typeface="Montserrat"/>
              </a:rPr>
              <a:t> </a:t>
            </a:r>
            <a:r>
              <a:rPr sz="4950" b="0" spc="-10" dirty="0">
                <a:latin typeface="Montserrat"/>
                <a:cs typeface="Montserrat"/>
              </a:rPr>
              <a:t>ADIPISCING </a:t>
            </a:r>
            <a:r>
              <a:rPr sz="4950" b="0" spc="-5" dirty="0">
                <a:latin typeface="Montserrat"/>
                <a:cs typeface="Montserrat"/>
              </a:rPr>
              <a:t>ELIT</a:t>
            </a:r>
            <a:endParaRPr sz="4950">
              <a:latin typeface="Montserrat"/>
              <a:cs typeface="Montserra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2332678" y="6086775"/>
            <a:ext cx="6158865" cy="330517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 marR="5080">
              <a:lnSpc>
                <a:spcPts val="2870"/>
              </a:lnSpc>
              <a:spcBef>
                <a:spcPts val="190"/>
              </a:spcBef>
            </a:pPr>
            <a:r>
              <a:rPr sz="2400" spc="-20" dirty="0">
                <a:solidFill>
                  <a:srgbClr val="4D4D4D"/>
                </a:solidFill>
                <a:latin typeface="Montserrat"/>
                <a:cs typeface="Montserrat"/>
              </a:rPr>
              <a:t>Lorem</a:t>
            </a:r>
            <a:r>
              <a:rPr sz="2400" spc="-10" dirty="0">
                <a:solidFill>
                  <a:srgbClr val="4D4D4D"/>
                </a:solidFill>
                <a:latin typeface="Montserrat"/>
                <a:cs typeface="Montserrat"/>
              </a:rPr>
              <a:t> ipsum</a:t>
            </a:r>
            <a:r>
              <a:rPr sz="2400" spc="-5" dirty="0">
                <a:solidFill>
                  <a:srgbClr val="4D4D4D"/>
                </a:solidFill>
                <a:latin typeface="Montserrat"/>
                <a:cs typeface="Montserrat"/>
              </a:rPr>
              <a:t> dolor sit</a:t>
            </a:r>
            <a:r>
              <a:rPr sz="2400" spc="-10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400" spc="-5" dirty="0">
                <a:solidFill>
                  <a:srgbClr val="4D4D4D"/>
                </a:solidFill>
                <a:latin typeface="Montserrat"/>
                <a:cs typeface="Montserrat"/>
              </a:rPr>
              <a:t>amet, </a:t>
            </a:r>
            <a:r>
              <a:rPr sz="2400" spc="-15" dirty="0">
                <a:solidFill>
                  <a:srgbClr val="4D4D4D"/>
                </a:solidFill>
                <a:latin typeface="Montserrat"/>
                <a:cs typeface="Montserrat"/>
              </a:rPr>
              <a:t>consecte- </a:t>
            </a:r>
            <a:r>
              <a:rPr sz="2400" spc="-10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400" spc="-5" dirty="0">
                <a:solidFill>
                  <a:srgbClr val="4D4D4D"/>
                </a:solidFill>
                <a:latin typeface="Montserrat"/>
                <a:cs typeface="Montserrat"/>
              </a:rPr>
              <a:t>tur adipiscing </a:t>
            </a:r>
            <a:r>
              <a:rPr sz="2400" dirty="0">
                <a:solidFill>
                  <a:srgbClr val="4D4D4D"/>
                </a:solidFill>
                <a:latin typeface="Montserrat"/>
                <a:cs typeface="Montserrat"/>
              </a:rPr>
              <a:t>elit, </a:t>
            </a:r>
            <a:r>
              <a:rPr sz="2400" spc="-10" dirty="0">
                <a:solidFill>
                  <a:srgbClr val="4D4D4D"/>
                </a:solidFill>
                <a:latin typeface="Montserrat"/>
                <a:cs typeface="Montserrat"/>
              </a:rPr>
              <a:t>sed do eiusmod </a:t>
            </a:r>
            <a:r>
              <a:rPr sz="2400" spc="-5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400" spc="-15" dirty="0">
                <a:solidFill>
                  <a:srgbClr val="4D4D4D"/>
                </a:solidFill>
                <a:latin typeface="Montserrat"/>
                <a:cs typeface="Montserrat"/>
              </a:rPr>
              <a:t>tempor</a:t>
            </a:r>
            <a:r>
              <a:rPr sz="2400" spc="-10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400" spc="-5" dirty="0">
                <a:solidFill>
                  <a:srgbClr val="4D4D4D"/>
                </a:solidFill>
                <a:latin typeface="Montserrat"/>
                <a:cs typeface="Montserrat"/>
              </a:rPr>
              <a:t>incididunt</a:t>
            </a:r>
            <a:r>
              <a:rPr sz="2400" spc="-10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400" spc="-5" dirty="0">
                <a:solidFill>
                  <a:srgbClr val="4D4D4D"/>
                </a:solidFill>
                <a:latin typeface="Montserrat"/>
                <a:cs typeface="Montserrat"/>
              </a:rPr>
              <a:t>ut </a:t>
            </a:r>
            <a:r>
              <a:rPr sz="2400" spc="-15" dirty="0">
                <a:solidFill>
                  <a:srgbClr val="4D4D4D"/>
                </a:solidFill>
                <a:latin typeface="Montserrat"/>
                <a:cs typeface="Montserrat"/>
              </a:rPr>
              <a:t>labore</a:t>
            </a:r>
            <a:r>
              <a:rPr sz="2400" spc="-10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400" spc="-5" dirty="0">
                <a:solidFill>
                  <a:srgbClr val="4D4D4D"/>
                </a:solidFill>
                <a:latin typeface="Montserrat"/>
                <a:cs typeface="Montserrat"/>
              </a:rPr>
              <a:t>et</a:t>
            </a:r>
            <a:r>
              <a:rPr sz="2400" spc="-10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400" spc="-15" dirty="0">
                <a:solidFill>
                  <a:srgbClr val="4D4D4D"/>
                </a:solidFill>
                <a:latin typeface="Montserrat"/>
                <a:cs typeface="Montserrat"/>
              </a:rPr>
              <a:t>dolore </a:t>
            </a:r>
            <a:r>
              <a:rPr sz="2400" spc="-10" dirty="0">
                <a:solidFill>
                  <a:srgbClr val="4D4D4D"/>
                </a:solidFill>
                <a:latin typeface="Montserrat"/>
                <a:cs typeface="Montserrat"/>
              </a:rPr>
              <a:t> magna </a:t>
            </a:r>
            <a:r>
              <a:rPr sz="2400" spc="-5" dirty="0">
                <a:solidFill>
                  <a:srgbClr val="4D4D4D"/>
                </a:solidFill>
                <a:latin typeface="Montserrat"/>
                <a:cs typeface="Montserrat"/>
              </a:rPr>
              <a:t>aliqua. </a:t>
            </a:r>
            <a:r>
              <a:rPr sz="2400" spc="-10" dirty="0">
                <a:solidFill>
                  <a:srgbClr val="4D4D4D"/>
                </a:solidFill>
                <a:latin typeface="Montserrat"/>
                <a:cs typeface="Montserrat"/>
              </a:rPr>
              <a:t>Ut</a:t>
            </a:r>
            <a:r>
              <a:rPr sz="2400" spc="-5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400" spc="-10" dirty="0">
                <a:solidFill>
                  <a:srgbClr val="4D4D4D"/>
                </a:solidFill>
                <a:latin typeface="Montserrat"/>
                <a:cs typeface="Montserrat"/>
              </a:rPr>
              <a:t>enim </a:t>
            </a:r>
            <a:r>
              <a:rPr sz="2400" spc="-5" dirty="0">
                <a:solidFill>
                  <a:srgbClr val="4D4D4D"/>
                </a:solidFill>
                <a:latin typeface="Montserrat"/>
                <a:cs typeface="Montserrat"/>
              </a:rPr>
              <a:t>ad </a:t>
            </a:r>
            <a:r>
              <a:rPr sz="2400" spc="-10" dirty="0">
                <a:solidFill>
                  <a:srgbClr val="4D4D4D"/>
                </a:solidFill>
                <a:latin typeface="Montserrat"/>
                <a:cs typeface="Montserrat"/>
              </a:rPr>
              <a:t>minim </a:t>
            </a:r>
            <a:r>
              <a:rPr sz="2400" spc="-5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400" spc="-15" dirty="0">
                <a:solidFill>
                  <a:srgbClr val="4D4D4D"/>
                </a:solidFill>
                <a:latin typeface="Montserrat"/>
                <a:cs typeface="Montserrat"/>
              </a:rPr>
              <a:t>veniam, </a:t>
            </a:r>
            <a:r>
              <a:rPr sz="2400" spc="-5" dirty="0">
                <a:solidFill>
                  <a:srgbClr val="4D4D4D"/>
                </a:solidFill>
                <a:latin typeface="Montserrat"/>
                <a:cs typeface="Montserrat"/>
              </a:rPr>
              <a:t>quis </a:t>
            </a:r>
            <a:r>
              <a:rPr sz="2400" spc="-10" dirty="0">
                <a:solidFill>
                  <a:srgbClr val="4D4D4D"/>
                </a:solidFill>
                <a:latin typeface="Montserrat"/>
                <a:cs typeface="Montserrat"/>
              </a:rPr>
              <a:t>nostrud </a:t>
            </a:r>
            <a:r>
              <a:rPr sz="2400" spc="-15" dirty="0">
                <a:solidFill>
                  <a:srgbClr val="4D4D4D"/>
                </a:solidFill>
                <a:latin typeface="Montserrat"/>
                <a:cs typeface="Montserrat"/>
              </a:rPr>
              <a:t>exercitation </a:t>
            </a:r>
            <a:r>
              <a:rPr sz="2400" spc="-5" dirty="0">
                <a:solidFill>
                  <a:srgbClr val="4D4D4D"/>
                </a:solidFill>
                <a:latin typeface="Montserrat"/>
                <a:cs typeface="Montserrat"/>
              </a:rPr>
              <a:t>ullam- </a:t>
            </a:r>
            <a:r>
              <a:rPr sz="2400" spc="-615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400" spc="-20" dirty="0">
                <a:solidFill>
                  <a:srgbClr val="4D4D4D"/>
                </a:solidFill>
                <a:latin typeface="Montserrat"/>
                <a:cs typeface="Montserrat"/>
              </a:rPr>
              <a:t>co</a:t>
            </a:r>
            <a:r>
              <a:rPr sz="2400" spc="-10" dirty="0">
                <a:solidFill>
                  <a:srgbClr val="4D4D4D"/>
                </a:solidFill>
                <a:latin typeface="Montserrat"/>
                <a:cs typeface="Montserrat"/>
              </a:rPr>
              <a:t> laboris</a:t>
            </a:r>
            <a:r>
              <a:rPr sz="2400" spc="-5" dirty="0">
                <a:solidFill>
                  <a:srgbClr val="4D4D4D"/>
                </a:solidFill>
                <a:latin typeface="Montserrat"/>
                <a:cs typeface="Montserrat"/>
              </a:rPr>
              <a:t> nisi</a:t>
            </a:r>
            <a:r>
              <a:rPr sz="2400" spc="-10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400" spc="-5" dirty="0">
                <a:solidFill>
                  <a:srgbClr val="4D4D4D"/>
                </a:solidFill>
                <a:latin typeface="Montserrat"/>
                <a:cs typeface="Montserrat"/>
              </a:rPr>
              <a:t>ut aliquip </a:t>
            </a:r>
            <a:r>
              <a:rPr sz="2400" spc="-30" dirty="0">
                <a:solidFill>
                  <a:srgbClr val="4D4D4D"/>
                </a:solidFill>
                <a:latin typeface="Montserrat"/>
                <a:cs typeface="Montserrat"/>
              </a:rPr>
              <a:t>ex</a:t>
            </a:r>
            <a:r>
              <a:rPr sz="2400" spc="-10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400" spc="-30" dirty="0">
                <a:solidFill>
                  <a:srgbClr val="4D4D4D"/>
                </a:solidFill>
                <a:latin typeface="Montserrat"/>
                <a:cs typeface="Montserrat"/>
              </a:rPr>
              <a:t>ea</a:t>
            </a:r>
            <a:r>
              <a:rPr sz="2400" spc="-5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400" spc="-15" dirty="0">
                <a:solidFill>
                  <a:srgbClr val="4D4D4D"/>
                </a:solidFill>
                <a:latin typeface="Montserrat"/>
                <a:cs typeface="Montserrat"/>
              </a:rPr>
              <a:t>commodo </a:t>
            </a:r>
            <a:r>
              <a:rPr sz="2400" spc="-615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400" spc="-10" dirty="0">
                <a:solidFill>
                  <a:srgbClr val="4D4D4D"/>
                </a:solidFill>
                <a:latin typeface="Montserrat"/>
                <a:cs typeface="Montserrat"/>
              </a:rPr>
              <a:t>consequat.</a:t>
            </a:r>
            <a:r>
              <a:rPr sz="2400" spc="-5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400" spc="-10" dirty="0">
                <a:solidFill>
                  <a:srgbClr val="4D4D4D"/>
                </a:solidFill>
                <a:latin typeface="Montserrat"/>
                <a:cs typeface="Montserrat"/>
              </a:rPr>
              <a:t>Duis</a:t>
            </a:r>
            <a:r>
              <a:rPr sz="2400" spc="-5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400" spc="-20" dirty="0">
                <a:solidFill>
                  <a:srgbClr val="4D4D4D"/>
                </a:solidFill>
                <a:latin typeface="Montserrat"/>
                <a:cs typeface="Montserrat"/>
              </a:rPr>
              <a:t>aute</a:t>
            </a:r>
            <a:r>
              <a:rPr sz="2400" spc="-5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400" spc="-15" dirty="0">
                <a:solidFill>
                  <a:srgbClr val="4D4D4D"/>
                </a:solidFill>
                <a:latin typeface="Montserrat"/>
                <a:cs typeface="Montserrat"/>
              </a:rPr>
              <a:t>irure</a:t>
            </a:r>
            <a:r>
              <a:rPr sz="2400" spc="-5" dirty="0">
                <a:solidFill>
                  <a:srgbClr val="4D4D4D"/>
                </a:solidFill>
                <a:latin typeface="Montserrat"/>
                <a:cs typeface="Montserrat"/>
              </a:rPr>
              <a:t> dolor in </a:t>
            </a:r>
            <a:r>
              <a:rPr sz="2400" spc="-15" dirty="0">
                <a:solidFill>
                  <a:srgbClr val="4D4D4D"/>
                </a:solidFill>
                <a:latin typeface="Montserrat"/>
                <a:cs typeface="Montserrat"/>
              </a:rPr>
              <a:t>rep- </a:t>
            </a:r>
            <a:r>
              <a:rPr sz="2400" spc="-10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400" spc="-15" dirty="0">
                <a:solidFill>
                  <a:srgbClr val="4D4D4D"/>
                </a:solidFill>
                <a:latin typeface="Montserrat"/>
                <a:cs typeface="Montserrat"/>
              </a:rPr>
              <a:t>rehenderit</a:t>
            </a:r>
            <a:r>
              <a:rPr sz="2400" spc="-10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400" spc="-5" dirty="0">
                <a:solidFill>
                  <a:srgbClr val="4D4D4D"/>
                </a:solidFill>
                <a:latin typeface="Montserrat"/>
                <a:cs typeface="Montserrat"/>
              </a:rPr>
              <a:t>in</a:t>
            </a:r>
            <a:r>
              <a:rPr sz="2400" spc="-10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400" spc="-15" dirty="0">
                <a:solidFill>
                  <a:srgbClr val="4D4D4D"/>
                </a:solidFill>
                <a:latin typeface="Montserrat"/>
                <a:cs typeface="Montserrat"/>
              </a:rPr>
              <a:t>voluptate</a:t>
            </a:r>
            <a:r>
              <a:rPr sz="2400" spc="-10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400" spc="-15" dirty="0">
                <a:solidFill>
                  <a:srgbClr val="4D4D4D"/>
                </a:solidFill>
                <a:latin typeface="Montserrat"/>
                <a:cs typeface="Montserrat"/>
              </a:rPr>
              <a:t>velit</a:t>
            </a:r>
            <a:r>
              <a:rPr sz="2400" spc="-10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400" spc="-5" dirty="0">
                <a:solidFill>
                  <a:srgbClr val="4D4D4D"/>
                </a:solidFill>
                <a:latin typeface="Montserrat"/>
                <a:cs typeface="Montserrat"/>
              </a:rPr>
              <a:t>esse</a:t>
            </a:r>
            <a:r>
              <a:rPr sz="2400" spc="-10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400" spc="-5" dirty="0">
                <a:solidFill>
                  <a:srgbClr val="4D4D4D"/>
                </a:solidFill>
                <a:latin typeface="Montserrat"/>
                <a:cs typeface="Montserrat"/>
              </a:rPr>
              <a:t>cillum </a:t>
            </a:r>
            <a:r>
              <a:rPr sz="2400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400" spc="-15" dirty="0">
                <a:solidFill>
                  <a:srgbClr val="4D4D4D"/>
                </a:solidFill>
                <a:latin typeface="Montserrat"/>
                <a:cs typeface="Montserrat"/>
              </a:rPr>
              <a:t>dolore</a:t>
            </a:r>
            <a:r>
              <a:rPr sz="2400" spc="-10" dirty="0">
                <a:solidFill>
                  <a:srgbClr val="4D4D4D"/>
                </a:solidFill>
                <a:latin typeface="Montserrat"/>
                <a:cs typeface="Montserrat"/>
              </a:rPr>
              <a:t> eu</a:t>
            </a:r>
            <a:r>
              <a:rPr sz="2400" spc="-5" dirty="0">
                <a:solidFill>
                  <a:srgbClr val="4D4D4D"/>
                </a:solidFill>
                <a:latin typeface="Montserrat"/>
                <a:cs typeface="Montserrat"/>
              </a:rPr>
              <a:t> fugiat nulla </a:t>
            </a:r>
            <a:r>
              <a:rPr sz="2400" spc="-15" dirty="0">
                <a:solidFill>
                  <a:srgbClr val="4D4D4D"/>
                </a:solidFill>
                <a:latin typeface="Montserrat"/>
                <a:cs typeface="Montserrat"/>
              </a:rPr>
              <a:t>pariatur.</a:t>
            </a:r>
            <a:endParaRPr sz="2400">
              <a:latin typeface="Montserrat"/>
              <a:cs typeface="Montserra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2332678" y="4098774"/>
            <a:ext cx="4194810" cy="11315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90"/>
              </a:spcBef>
            </a:pPr>
            <a:r>
              <a:rPr sz="3600" b="0" spc="15" dirty="0">
                <a:solidFill>
                  <a:srgbClr val="333333"/>
                </a:solidFill>
                <a:latin typeface="Montserrat Light"/>
                <a:cs typeface="Montserrat Light"/>
              </a:rPr>
              <a:t>DUIS</a:t>
            </a:r>
            <a:r>
              <a:rPr sz="3600" b="0" spc="-30" dirty="0">
                <a:solidFill>
                  <a:srgbClr val="333333"/>
                </a:solidFill>
                <a:latin typeface="Montserrat Light"/>
                <a:cs typeface="Montserrat Light"/>
              </a:rPr>
              <a:t> </a:t>
            </a:r>
            <a:r>
              <a:rPr sz="3600" b="0" spc="-10" dirty="0">
                <a:solidFill>
                  <a:srgbClr val="333333"/>
                </a:solidFill>
                <a:latin typeface="Montserrat Light"/>
                <a:cs typeface="Montserrat Light"/>
              </a:rPr>
              <a:t>AUTE</a:t>
            </a:r>
            <a:r>
              <a:rPr sz="3600" b="0" spc="95" dirty="0">
                <a:solidFill>
                  <a:srgbClr val="333333"/>
                </a:solidFill>
                <a:latin typeface="Montserrat Light"/>
                <a:cs typeface="Montserrat Light"/>
              </a:rPr>
              <a:t> </a:t>
            </a:r>
            <a:r>
              <a:rPr sz="3600" b="1" spc="15" dirty="0">
                <a:solidFill>
                  <a:srgbClr val="333333"/>
                </a:solidFill>
                <a:latin typeface="Montserrat ExtraBold"/>
                <a:cs typeface="Montserrat ExtraBold"/>
              </a:rPr>
              <a:t>IRURE </a:t>
            </a:r>
            <a:r>
              <a:rPr sz="3600" b="1" spc="-1035" dirty="0">
                <a:solidFill>
                  <a:srgbClr val="333333"/>
                </a:solidFill>
                <a:latin typeface="Montserrat ExtraBold"/>
                <a:cs typeface="Montserrat ExtraBold"/>
              </a:rPr>
              <a:t> </a:t>
            </a:r>
            <a:r>
              <a:rPr sz="3600" b="1" spc="10" dirty="0">
                <a:solidFill>
                  <a:srgbClr val="333333"/>
                </a:solidFill>
                <a:latin typeface="Montserrat ExtraBold"/>
                <a:cs typeface="Montserrat ExtraBold"/>
              </a:rPr>
              <a:t>DOLOR</a:t>
            </a:r>
            <a:r>
              <a:rPr sz="3600" b="1" spc="-5" dirty="0">
                <a:solidFill>
                  <a:srgbClr val="333333"/>
                </a:solidFill>
                <a:latin typeface="Montserrat ExtraBold"/>
                <a:cs typeface="Montserrat ExtraBold"/>
              </a:rPr>
              <a:t> </a:t>
            </a:r>
            <a:r>
              <a:rPr sz="3600" b="1" spc="15" dirty="0">
                <a:solidFill>
                  <a:srgbClr val="333333"/>
                </a:solidFill>
                <a:latin typeface="Montserrat ExtraBold"/>
                <a:cs typeface="Montserrat ExtraBold"/>
              </a:rPr>
              <a:t>IN</a:t>
            </a:r>
            <a:endParaRPr sz="3600">
              <a:latin typeface="Montserrat ExtraBold"/>
              <a:cs typeface="Montserrat ExtraBo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20104100" cy="8167370"/>
          </a:xfrm>
          <a:custGeom>
            <a:avLst/>
            <a:gdLst/>
            <a:ahLst/>
            <a:cxnLst/>
            <a:rect l="l" t="t" r="r" b="b"/>
            <a:pathLst>
              <a:path w="20104100" h="8167370">
                <a:moveTo>
                  <a:pt x="0" y="8167290"/>
                </a:moveTo>
                <a:lnTo>
                  <a:pt x="20104099" y="8167290"/>
                </a:lnTo>
                <a:lnTo>
                  <a:pt x="20104099" y="0"/>
                </a:lnTo>
                <a:lnTo>
                  <a:pt x="0" y="0"/>
                </a:lnTo>
                <a:lnTo>
                  <a:pt x="0" y="816729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8167290"/>
            <a:ext cx="20104100" cy="2984500"/>
          </a:xfrm>
          <a:custGeom>
            <a:avLst/>
            <a:gdLst/>
            <a:ahLst/>
            <a:cxnLst/>
            <a:rect l="l" t="t" r="r" b="b"/>
            <a:pathLst>
              <a:path w="20104100" h="2984500">
                <a:moveTo>
                  <a:pt x="0" y="2984202"/>
                </a:moveTo>
                <a:lnTo>
                  <a:pt x="20104099" y="2984202"/>
                </a:lnTo>
                <a:lnTo>
                  <a:pt x="20104099" y="0"/>
                </a:lnTo>
                <a:lnTo>
                  <a:pt x="0" y="0"/>
                </a:lnTo>
                <a:lnTo>
                  <a:pt x="0" y="2984202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15363992" y="1047088"/>
            <a:ext cx="3693160" cy="942975"/>
            <a:chOff x="15363992" y="1047088"/>
            <a:chExt cx="3693160" cy="942975"/>
          </a:xfrm>
        </p:grpSpPr>
        <p:sp>
          <p:nvSpPr>
            <p:cNvPr id="5" name="object 5"/>
            <p:cNvSpPr/>
            <p:nvPr/>
          </p:nvSpPr>
          <p:spPr>
            <a:xfrm>
              <a:off x="15364065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5363990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61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61" y="685812"/>
                  </a:lnTo>
                  <a:lnTo>
                    <a:pt x="198361" y="660984"/>
                  </a:lnTo>
                  <a:close/>
                </a:path>
                <a:path w="3693159" h="700405">
                  <a:moveTo>
                    <a:pt x="198361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61" y="527050"/>
                  </a:lnTo>
                  <a:lnTo>
                    <a:pt x="198361" y="502246"/>
                  </a:lnTo>
                  <a:close/>
                </a:path>
                <a:path w="3693159" h="700405">
                  <a:moveTo>
                    <a:pt x="198361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61" y="362356"/>
                  </a:lnTo>
                  <a:lnTo>
                    <a:pt x="198361" y="337540"/>
                  </a:lnTo>
                  <a:close/>
                </a:path>
                <a:path w="3693159" h="700405">
                  <a:moveTo>
                    <a:pt x="198361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61" y="199898"/>
                  </a:lnTo>
                  <a:lnTo>
                    <a:pt x="198361" y="175044"/>
                  </a:lnTo>
                  <a:close/>
                </a:path>
                <a:path w="3693159" h="700405">
                  <a:moveTo>
                    <a:pt x="198361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61" y="41592"/>
                  </a:lnTo>
                  <a:lnTo>
                    <a:pt x="198361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5611" y="119291"/>
                  </a:lnTo>
                  <a:lnTo>
                    <a:pt x="870216" y="56515"/>
                  </a:lnTo>
                  <a:lnTo>
                    <a:pt x="804722" y="18783"/>
                  </a:lnTo>
                  <a:lnTo>
                    <a:pt x="764209" y="8001"/>
                  </a:lnTo>
                  <a:lnTo>
                    <a:pt x="720382" y="1905"/>
                  </a:lnTo>
                  <a:lnTo>
                    <a:pt x="674649" y="0"/>
                  </a:lnTo>
                  <a:lnTo>
                    <a:pt x="627646" y="1714"/>
                  </a:lnTo>
                  <a:lnTo>
                    <a:pt x="580986" y="7264"/>
                  </a:lnTo>
                  <a:lnTo>
                    <a:pt x="535609" y="17233"/>
                  </a:lnTo>
                  <a:lnTo>
                    <a:pt x="492480" y="32207"/>
                  </a:lnTo>
                  <a:lnTo>
                    <a:pt x="452551" y="52793"/>
                  </a:lnTo>
                  <a:lnTo>
                    <a:pt x="416788" y="79552"/>
                  </a:lnTo>
                  <a:lnTo>
                    <a:pt x="386118" y="113106"/>
                  </a:lnTo>
                  <a:lnTo>
                    <a:pt x="361518" y="154012"/>
                  </a:lnTo>
                  <a:lnTo>
                    <a:pt x="343928" y="202895"/>
                  </a:lnTo>
                  <a:lnTo>
                    <a:pt x="339191" y="254914"/>
                  </a:lnTo>
                  <a:lnTo>
                    <a:pt x="348361" y="300837"/>
                  </a:lnTo>
                  <a:lnTo>
                    <a:pt x="371944" y="338734"/>
                  </a:lnTo>
                  <a:lnTo>
                    <a:pt x="410489" y="366699"/>
                  </a:lnTo>
                  <a:lnTo>
                    <a:pt x="460273" y="387223"/>
                  </a:lnTo>
                  <a:lnTo>
                    <a:pt x="508939" y="402183"/>
                  </a:lnTo>
                  <a:lnTo>
                    <a:pt x="594931" y="424510"/>
                  </a:lnTo>
                  <a:lnTo>
                    <a:pt x="628256" y="436435"/>
                  </a:lnTo>
                  <a:lnTo>
                    <a:pt x="652449" y="451891"/>
                  </a:lnTo>
                  <a:lnTo>
                    <a:pt x="665530" y="473189"/>
                  </a:lnTo>
                  <a:lnTo>
                    <a:pt x="665492" y="502577"/>
                  </a:lnTo>
                  <a:lnTo>
                    <a:pt x="650049" y="531888"/>
                  </a:lnTo>
                  <a:lnTo>
                    <a:pt x="622071" y="552818"/>
                  </a:lnTo>
                  <a:lnTo>
                    <a:pt x="587794" y="565378"/>
                  </a:lnTo>
                  <a:lnTo>
                    <a:pt x="553504" y="569556"/>
                  </a:lnTo>
                  <a:lnTo>
                    <a:pt x="508876" y="563194"/>
                  </a:lnTo>
                  <a:lnTo>
                    <a:pt x="477100" y="544436"/>
                  </a:lnTo>
                  <a:lnTo>
                    <a:pt x="460578" y="513829"/>
                  </a:lnTo>
                  <a:lnTo>
                    <a:pt x="461683" y="471868"/>
                  </a:lnTo>
                  <a:lnTo>
                    <a:pt x="275539" y="471868"/>
                  </a:lnTo>
                  <a:lnTo>
                    <a:pt x="269430" y="527735"/>
                  </a:lnTo>
                  <a:lnTo>
                    <a:pt x="274370" y="574230"/>
                  </a:lnTo>
                  <a:lnTo>
                    <a:pt x="289217" y="612089"/>
                  </a:lnTo>
                  <a:lnTo>
                    <a:pt x="312877" y="642086"/>
                  </a:lnTo>
                  <a:lnTo>
                    <a:pt x="344208" y="664946"/>
                  </a:lnTo>
                  <a:lnTo>
                    <a:pt x="382117" y="681418"/>
                  </a:lnTo>
                  <a:lnTo>
                    <a:pt x="425475" y="692264"/>
                  </a:lnTo>
                  <a:lnTo>
                    <a:pt x="473151" y="698233"/>
                  </a:lnTo>
                  <a:lnTo>
                    <a:pt x="524052" y="700049"/>
                  </a:lnTo>
                  <a:lnTo>
                    <a:pt x="575627" y="697547"/>
                  </a:lnTo>
                  <a:lnTo>
                    <a:pt x="626084" y="690016"/>
                  </a:lnTo>
                  <a:lnTo>
                    <a:pt x="674420" y="677392"/>
                  </a:lnTo>
                  <a:lnTo>
                    <a:pt x="719607" y="659612"/>
                  </a:lnTo>
                  <a:lnTo>
                    <a:pt x="760666" y="636625"/>
                  </a:lnTo>
                  <a:lnTo>
                    <a:pt x="796582" y="608368"/>
                  </a:lnTo>
                  <a:lnTo>
                    <a:pt x="826350" y="574776"/>
                  </a:lnTo>
                  <a:lnTo>
                    <a:pt x="829373" y="569556"/>
                  </a:lnTo>
                  <a:lnTo>
                    <a:pt x="848956" y="535813"/>
                  </a:lnTo>
                  <a:lnTo>
                    <a:pt x="863409" y="491388"/>
                  </a:lnTo>
                  <a:lnTo>
                    <a:pt x="869175" y="436956"/>
                  </a:lnTo>
                  <a:lnTo>
                    <a:pt x="862253" y="393573"/>
                  </a:lnTo>
                  <a:lnTo>
                    <a:pt x="844715" y="359727"/>
                  </a:lnTo>
                  <a:lnTo>
                    <a:pt x="786180" y="314388"/>
                  </a:lnTo>
                  <a:lnTo>
                    <a:pt x="749388" y="299808"/>
                  </a:lnTo>
                  <a:lnTo>
                    <a:pt x="710361" y="288569"/>
                  </a:lnTo>
                  <a:lnTo>
                    <a:pt x="634009" y="269887"/>
                  </a:lnTo>
                  <a:lnTo>
                    <a:pt x="598487" y="259105"/>
                  </a:lnTo>
                  <a:lnTo>
                    <a:pt x="566508" y="244411"/>
                  </a:lnTo>
                  <a:lnTo>
                    <a:pt x="545198" y="222910"/>
                  </a:lnTo>
                  <a:lnTo>
                    <a:pt x="541705" y="191706"/>
                  </a:lnTo>
                  <a:lnTo>
                    <a:pt x="553237" y="167970"/>
                  </a:lnTo>
                  <a:lnTo>
                    <a:pt x="574865" y="148424"/>
                  </a:lnTo>
                  <a:lnTo>
                    <a:pt x="603186" y="135166"/>
                  </a:lnTo>
                  <a:lnTo>
                    <a:pt x="634784" y="130289"/>
                  </a:lnTo>
                  <a:lnTo>
                    <a:pt x="656831" y="131673"/>
                  </a:lnTo>
                  <a:lnTo>
                    <a:pt x="701929" y="151714"/>
                  </a:lnTo>
                  <a:lnTo>
                    <a:pt x="716394" y="192925"/>
                  </a:lnTo>
                  <a:lnTo>
                    <a:pt x="713587" y="211251"/>
                  </a:lnTo>
                  <a:lnTo>
                    <a:pt x="899706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111" y="13944"/>
                  </a:lnTo>
                  <a:lnTo>
                    <a:pt x="926261" y="685927"/>
                  </a:lnTo>
                  <a:lnTo>
                    <a:pt x="1438135" y="685927"/>
                  </a:lnTo>
                  <a:lnTo>
                    <a:pt x="1465897" y="555599"/>
                  </a:lnTo>
                  <a:lnTo>
                    <a:pt x="1140142" y="555599"/>
                  </a:lnTo>
                  <a:lnTo>
                    <a:pt x="1170393" y="413207"/>
                  </a:lnTo>
                  <a:lnTo>
                    <a:pt x="1470075" y="413207"/>
                  </a:lnTo>
                  <a:lnTo>
                    <a:pt x="1497685" y="282956"/>
                  </a:lnTo>
                  <a:lnTo>
                    <a:pt x="1198003" y="282956"/>
                  </a:lnTo>
                  <a:lnTo>
                    <a:pt x="1227467" y="144233"/>
                  </a:lnTo>
                  <a:lnTo>
                    <a:pt x="1553222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37" y="512775"/>
                  </a:lnTo>
                  <a:lnTo>
                    <a:pt x="2065566" y="514680"/>
                  </a:lnTo>
                  <a:lnTo>
                    <a:pt x="1984082" y="171272"/>
                  </a:lnTo>
                  <a:lnTo>
                    <a:pt x="1946757" y="13944"/>
                  </a:lnTo>
                  <a:lnTo>
                    <a:pt x="1686140" y="13944"/>
                  </a:lnTo>
                  <a:lnTo>
                    <a:pt x="1543291" y="685927"/>
                  </a:lnTo>
                  <a:lnTo>
                    <a:pt x="1710829" y="685927"/>
                  </a:lnTo>
                  <a:lnTo>
                    <a:pt x="1820189" y="171272"/>
                  </a:lnTo>
                  <a:lnTo>
                    <a:pt x="1822043" y="171272"/>
                  </a:lnTo>
                  <a:lnTo>
                    <a:pt x="1940687" y="685927"/>
                  </a:lnTo>
                  <a:lnTo>
                    <a:pt x="2198509" y="685927"/>
                  </a:lnTo>
                  <a:lnTo>
                    <a:pt x="2234920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62" y="685927"/>
                  </a:moveTo>
                  <a:lnTo>
                    <a:pt x="3001060" y="554685"/>
                  </a:lnTo>
                  <a:lnTo>
                    <a:pt x="2977337" y="424395"/>
                  </a:lnTo>
                  <a:lnTo>
                    <a:pt x="2926486" y="145148"/>
                  </a:lnTo>
                  <a:lnTo>
                    <a:pt x="2902585" y="13944"/>
                  </a:lnTo>
                  <a:lnTo>
                    <a:pt x="2779890" y="13944"/>
                  </a:lnTo>
                  <a:lnTo>
                    <a:pt x="2779890" y="424395"/>
                  </a:lnTo>
                  <a:lnTo>
                    <a:pt x="2600261" y="424395"/>
                  </a:lnTo>
                  <a:lnTo>
                    <a:pt x="2750870" y="145148"/>
                  </a:lnTo>
                  <a:lnTo>
                    <a:pt x="2753652" y="145148"/>
                  </a:lnTo>
                  <a:lnTo>
                    <a:pt x="2779890" y="424395"/>
                  </a:lnTo>
                  <a:lnTo>
                    <a:pt x="2779890" y="13944"/>
                  </a:lnTo>
                  <a:lnTo>
                    <a:pt x="2675483" y="13944"/>
                  </a:lnTo>
                  <a:lnTo>
                    <a:pt x="2267356" y="685927"/>
                  </a:lnTo>
                  <a:lnTo>
                    <a:pt x="2453525" y="685927"/>
                  </a:lnTo>
                  <a:lnTo>
                    <a:pt x="2525179" y="554685"/>
                  </a:lnTo>
                  <a:lnTo>
                    <a:pt x="2797886" y="554685"/>
                  </a:lnTo>
                  <a:lnTo>
                    <a:pt x="2814637" y="685927"/>
                  </a:lnTo>
                  <a:lnTo>
                    <a:pt x="3024962" y="685927"/>
                  </a:lnTo>
                  <a:close/>
                </a:path>
                <a:path w="3693159" h="700405">
                  <a:moveTo>
                    <a:pt x="3424682" y="13944"/>
                  </a:moveTo>
                  <a:lnTo>
                    <a:pt x="3238563" y="13944"/>
                  </a:lnTo>
                  <a:lnTo>
                    <a:pt x="3095675" y="685927"/>
                  </a:lnTo>
                  <a:lnTo>
                    <a:pt x="3281832" y="685927"/>
                  </a:lnTo>
                  <a:lnTo>
                    <a:pt x="3424682" y="13944"/>
                  </a:lnTo>
                  <a:close/>
                </a:path>
                <a:path w="3693159" h="700405">
                  <a:moveTo>
                    <a:pt x="3692931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31" y="685812"/>
                  </a:lnTo>
                  <a:lnTo>
                    <a:pt x="3692931" y="660984"/>
                  </a:lnTo>
                  <a:close/>
                </a:path>
                <a:path w="3693159" h="700405">
                  <a:moveTo>
                    <a:pt x="3692931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31" y="527050"/>
                  </a:lnTo>
                  <a:lnTo>
                    <a:pt x="3692931" y="502246"/>
                  </a:lnTo>
                  <a:close/>
                </a:path>
                <a:path w="3693159" h="700405">
                  <a:moveTo>
                    <a:pt x="3692931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31" y="362356"/>
                  </a:lnTo>
                  <a:lnTo>
                    <a:pt x="3692931" y="337540"/>
                  </a:lnTo>
                  <a:close/>
                </a:path>
                <a:path w="3693159" h="700405">
                  <a:moveTo>
                    <a:pt x="3692931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31" y="199898"/>
                  </a:lnTo>
                  <a:lnTo>
                    <a:pt x="3692931" y="175044"/>
                  </a:lnTo>
                  <a:close/>
                </a:path>
                <a:path w="3693159" h="700405">
                  <a:moveTo>
                    <a:pt x="3692931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31" y="41592"/>
                  </a:lnTo>
                  <a:lnTo>
                    <a:pt x="3692931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" name="object 8"/>
          <p:cNvGrpSpPr/>
          <p:nvPr/>
        </p:nvGrpSpPr>
        <p:grpSpPr>
          <a:xfrm>
            <a:off x="261772" y="5821812"/>
            <a:ext cx="7329805" cy="5487035"/>
            <a:chOff x="261772" y="5821812"/>
            <a:chExt cx="7329805" cy="5487035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1772" y="5821812"/>
              <a:ext cx="7329619" cy="5486743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047088" y="6609380"/>
              <a:ext cx="5759450" cy="4542155"/>
            </a:xfrm>
            <a:custGeom>
              <a:avLst/>
              <a:gdLst/>
              <a:ahLst/>
              <a:cxnLst/>
              <a:rect l="l" t="t" r="r" b="b"/>
              <a:pathLst>
                <a:path w="5759450" h="4542155">
                  <a:moveTo>
                    <a:pt x="0" y="4542113"/>
                  </a:moveTo>
                  <a:lnTo>
                    <a:pt x="5758986" y="4542113"/>
                  </a:lnTo>
                  <a:lnTo>
                    <a:pt x="5758986" y="0"/>
                  </a:lnTo>
                  <a:lnTo>
                    <a:pt x="0" y="0"/>
                  </a:lnTo>
                  <a:lnTo>
                    <a:pt x="0" y="454211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6387239" y="5821812"/>
            <a:ext cx="13455650" cy="5487035"/>
            <a:chOff x="6387239" y="5821812"/>
            <a:chExt cx="13455650" cy="5487035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512707" y="5821812"/>
              <a:ext cx="7329619" cy="5486743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3298024" y="6609380"/>
              <a:ext cx="5759450" cy="4542155"/>
            </a:xfrm>
            <a:custGeom>
              <a:avLst/>
              <a:gdLst/>
              <a:ahLst/>
              <a:cxnLst/>
              <a:rect l="l" t="t" r="r" b="b"/>
              <a:pathLst>
                <a:path w="5759450" h="4542155">
                  <a:moveTo>
                    <a:pt x="0" y="4542113"/>
                  </a:moveTo>
                  <a:lnTo>
                    <a:pt x="5758986" y="4542113"/>
                  </a:lnTo>
                  <a:lnTo>
                    <a:pt x="5758986" y="0"/>
                  </a:lnTo>
                  <a:lnTo>
                    <a:pt x="0" y="0"/>
                  </a:lnTo>
                  <a:lnTo>
                    <a:pt x="0" y="454211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87239" y="5821812"/>
              <a:ext cx="7329619" cy="5486743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7172556" y="6609380"/>
              <a:ext cx="5759450" cy="4542155"/>
            </a:xfrm>
            <a:custGeom>
              <a:avLst/>
              <a:gdLst/>
              <a:ahLst/>
              <a:cxnLst/>
              <a:rect l="l" t="t" r="r" b="b"/>
              <a:pathLst>
                <a:path w="5759450" h="4542155">
                  <a:moveTo>
                    <a:pt x="0" y="4542113"/>
                  </a:moveTo>
                  <a:lnTo>
                    <a:pt x="5758986" y="4542113"/>
                  </a:lnTo>
                  <a:lnTo>
                    <a:pt x="5758986" y="0"/>
                  </a:lnTo>
                  <a:lnTo>
                    <a:pt x="0" y="0"/>
                  </a:lnTo>
                  <a:lnTo>
                    <a:pt x="0" y="454211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/>
          <p:nvPr/>
        </p:nvSpPr>
        <p:spPr>
          <a:xfrm>
            <a:off x="235594" y="602037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97367" y="602037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759139" y="602037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35594" y="628214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97367" y="628214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759139" y="628214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35594" y="654391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497367" y="654391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759139" y="654391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35594" y="680568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497367" y="680568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759139" y="680568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235594" y="7067459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497367" y="7067459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759139" y="7067459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235594" y="732923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497367" y="732923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759139" y="732923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235594" y="759100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497367" y="759100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759139" y="759100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235594" y="785277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497367" y="785277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759139" y="785277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19292606" y="602037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19554378" y="602037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19816150" y="602037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19292606" y="628214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19554378" y="628214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19816150" y="628214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19292606" y="654391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19554378" y="654391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19816150" y="654391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19292606" y="680568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19554378" y="680568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19816150" y="680568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19292606" y="7067459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19554378" y="7067459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19816150" y="7067459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19292606" y="732923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19554378" y="732923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19816150" y="732923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19292606" y="759100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19554378" y="759100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19816150" y="759100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19292606" y="785277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19554378" y="785277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19816150" y="785277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4" name="object 6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47088" y="3383190"/>
            <a:ext cx="5758986" cy="3235503"/>
          </a:xfrm>
          <a:prstGeom prst="rect">
            <a:avLst/>
          </a:prstGeom>
        </p:spPr>
      </p:pic>
      <p:pic>
        <p:nvPicPr>
          <p:cNvPr id="65" name="object 6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172556" y="3383190"/>
            <a:ext cx="5758986" cy="3235503"/>
          </a:xfrm>
          <a:prstGeom prst="rect">
            <a:avLst/>
          </a:prstGeom>
        </p:spPr>
      </p:pic>
      <p:pic>
        <p:nvPicPr>
          <p:cNvPr id="66" name="object 6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298023" y="3383190"/>
            <a:ext cx="5758986" cy="3235503"/>
          </a:xfrm>
          <a:prstGeom prst="rect">
            <a:avLst/>
          </a:prstGeom>
        </p:spPr>
      </p:pic>
      <p:sp>
        <p:nvSpPr>
          <p:cNvPr id="67" name="object 67"/>
          <p:cNvSpPr/>
          <p:nvPr/>
        </p:nvSpPr>
        <p:spPr>
          <a:xfrm>
            <a:off x="2879493" y="8718996"/>
            <a:ext cx="2094230" cy="0"/>
          </a:xfrm>
          <a:custGeom>
            <a:avLst/>
            <a:gdLst/>
            <a:ahLst/>
            <a:cxnLst/>
            <a:rect l="l" t="t" r="r" b="b"/>
            <a:pathLst>
              <a:path w="2094229">
                <a:moveTo>
                  <a:pt x="0" y="0"/>
                </a:moveTo>
                <a:lnTo>
                  <a:pt x="2094177" y="0"/>
                </a:lnTo>
              </a:path>
            </a:pathLst>
          </a:custGeom>
          <a:ln w="31412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 txBox="1"/>
          <p:nvPr/>
        </p:nvSpPr>
        <p:spPr>
          <a:xfrm>
            <a:off x="1573934" y="9151492"/>
            <a:ext cx="4705985" cy="1483360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207010" marR="200025" algn="ctr">
              <a:lnSpc>
                <a:spcPts val="2870"/>
              </a:lnSpc>
              <a:spcBef>
                <a:spcPts val="195"/>
              </a:spcBef>
            </a:pPr>
            <a:r>
              <a:rPr sz="2400" spc="-20" dirty="0">
                <a:solidFill>
                  <a:srgbClr val="4D4D4D"/>
                </a:solidFill>
                <a:latin typeface="Montserrat"/>
                <a:cs typeface="Montserrat"/>
              </a:rPr>
              <a:t>Lorem </a:t>
            </a:r>
            <a:r>
              <a:rPr sz="2400" spc="-10" dirty="0">
                <a:solidFill>
                  <a:srgbClr val="4D4D4D"/>
                </a:solidFill>
                <a:latin typeface="Montserrat"/>
                <a:cs typeface="Montserrat"/>
              </a:rPr>
              <a:t>ipsum </a:t>
            </a:r>
            <a:r>
              <a:rPr sz="2400" spc="-5" dirty="0">
                <a:solidFill>
                  <a:srgbClr val="4D4D4D"/>
                </a:solidFill>
                <a:latin typeface="Montserrat"/>
                <a:cs typeface="Montserrat"/>
              </a:rPr>
              <a:t>dolor sit amet, </a:t>
            </a:r>
            <a:r>
              <a:rPr sz="2400" spc="-615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400" spc="-15" dirty="0">
                <a:solidFill>
                  <a:srgbClr val="4D4D4D"/>
                </a:solidFill>
                <a:latin typeface="Montserrat"/>
                <a:cs typeface="Montserrat"/>
              </a:rPr>
              <a:t>consectetur </a:t>
            </a:r>
            <a:r>
              <a:rPr sz="2400" spc="-5" dirty="0">
                <a:solidFill>
                  <a:srgbClr val="4D4D4D"/>
                </a:solidFill>
                <a:latin typeface="Montserrat"/>
                <a:cs typeface="Montserrat"/>
              </a:rPr>
              <a:t>adipiscing</a:t>
            </a:r>
            <a:r>
              <a:rPr sz="2400" spc="-15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400" dirty="0">
                <a:solidFill>
                  <a:srgbClr val="4D4D4D"/>
                </a:solidFill>
                <a:latin typeface="Montserrat"/>
                <a:cs typeface="Montserrat"/>
              </a:rPr>
              <a:t>elit,</a:t>
            </a:r>
            <a:endParaRPr sz="2400">
              <a:latin typeface="Montserrat"/>
              <a:cs typeface="Montserrat"/>
            </a:endParaRPr>
          </a:p>
          <a:p>
            <a:pPr algn="ctr">
              <a:lnSpc>
                <a:spcPts val="2770"/>
              </a:lnSpc>
            </a:pPr>
            <a:r>
              <a:rPr sz="2400" spc="-10" dirty="0">
                <a:solidFill>
                  <a:srgbClr val="4D4D4D"/>
                </a:solidFill>
                <a:latin typeface="Montserrat"/>
                <a:cs typeface="Montserrat"/>
              </a:rPr>
              <a:t>do</a:t>
            </a:r>
            <a:r>
              <a:rPr sz="2400" spc="-25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400" spc="-10" dirty="0">
                <a:solidFill>
                  <a:srgbClr val="4D4D4D"/>
                </a:solidFill>
                <a:latin typeface="Montserrat"/>
                <a:cs typeface="Montserrat"/>
              </a:rPr>
              <a:t>eiusmod</a:t>
            </a:r>
            <a:r>
              <a:rPr sz="2400" spc="-20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400" spc="-15" dirty="0">
                <a:solidFill>
                  <a:srgbClr val="4D4D4D"/>
                </a:solidFill>
                <a:latin typeface="Montserrat"/>
                <a:cs typeface="Montserrat"/>
              </a:rPr>
              <a:t>tempor</a:t>
            </a:r>
            <a:r>
              <a:rPr sz="2400" spc="-20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400" spc="-5" dirty="0">
                <a:solidFill>
                  <a:srgbClr val="4D4D4D"/>
                </a:solidFill>
                <a:latin typeface="Montserrat"/>
                <a:cs typeface="Montserrat"/>
              </a:rPr>
              <a:t>incididunt</a:t>
            </a:r>
            <a:endParaRPr sz="2400">
              <a:latin typeface="Montserrat"/>
              <a:cs typeface="Montserrat"/>
            </a:endParaRPr>
          </a:p>
          <a:p>
            <a:pPr algn="ctr">
              <a:lnSpc>
                <a:spcPts val="2875"/>
              </a:lnSpc>
            </a:pPr>
            <a:r>
              <a:rPr sz="2400" spc="-10" dirty="0">
                <a:solidFill>
                  <a:srgbClr val="4D4D4D"/>
                </a:solidFill>
                <a:latin typeface="Montserrat"/>
                <a:cs typeface="Montserrat"/>
              </a:rPr>
              <a:t>e</a:t>
            </a:r>
            <a:r>
              <a:rPr sz="2400" spc="-15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400" spc="-5" dirty="0">
                <a:solidFill>
                  <a:srgbClr val="4D4D4D"/>
                </a:solidFill>
                <a:latin typeface="Montserrat"/>
                <a:cs typeface="Montserrat"/>
              </a:rPr>
              <a:t>et</a:t>
            </a:r>
            <a:r>
              <a:rPr sz="2400" spc="-15" dirty="0">
                <a:solidFill>
                  <a:srgbClr val="4D4D4D"/>
                </a:solidFill>
                <a:latin typeface="Montserrat"/>
                <a:cs typeface="Montserrat"/>
              </a:rPr>
              <a:t> dolore </a:t>
            </a:r>
            <a:r>
              <a:rPr sz="2400" spc="-10" dirty="0">
                <a:solidFill>
                  <a:srgbClr val="4D4D4D"/>
                </a:solidFill>
                <a:latin typeface="Montserrat"/>
                <a:cs typeface="Montserrat"/>
              </a:rPr>
              <a:t>magna.</a:t>
            </a:r>
            <a:endParaRPr sz="2400">
              <a:latin typeface="Montserrat"/>
              <a:cs typeface="Montserrat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1829388" y="7163492"/>
            <a:ext cx="4194810" cy="11315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877569" marR="5080" indent="-865505">
              <a:lnSpc>
                <a:spcPct val="100800"/>
              </a:lnSpc>
              <a:spcBef>
                <a:spcPts val="90"/>
              </a:spcBef>
            </a:pPr>
            <a:r>
              <a:rPr sz="3600" b="0" spc="15" dirty="0">
                <a:solidFill>
                  <a:srgbClr val="333333"/>
                </a:solidFill>
                <a:latin typeface="Montserrat Light"/>
                <a:cs typeface="Montserrat Light"/>
              </a:rPr>
              <a:t>DUIS</a:t>
            </a:r>
            <a:r>
              <a:rPr sz="3600" b="0" spc="-30" dirty="0">
                <a:solidFill>
                  <a:srgbClr val="333333"/>
                </a:solidFill>
                <a:latin typeface="Montserrat Light"/>
                <a:cs typeface="Montserrat Light"/>
              </a:rPr>
              <a:t> </a:t>
            </a:r>
            <a:r>
              <a:rPr sz="3600" b="0" spc="-10" dirty="0">
                <a:solidFill>
                  <a:srgbClr val="333333"/>
                </a:solidFill>
                <a:latin typeface="Montserrat Light"/>
                <a:cs typeface="Montserrat Light"/>
              </a:rPr>
              <a:t>AUTE</a:t>
            </a:r>
            <a:r>
              <a:rPr sz="3600" b="0" spc="95" dirty="0">
                <a:solidFill>
                  <a:srgbClr val="333333"/>
                </a:solidFill>
                <a:latin typeface="Montserrat Light"/>
                <a:cs typeface="Montserrat Light"/>
              </a:rPr>
              <a:t> </a:t>
            </a:r>
            <a:r>
              <a:rPr sz="3600" b="1" spc="15" dirty="0">
                <a:solidFill>
                  <a:srgbClr val="333333"/>
                </a:solidFill>
                <a:latin typeface="Montserrat ExtraBold"/>
                <a:cs typeface="Montserrat ExtraBold"/>
              </a:rPr>
              <a:t>IRURE </a:t>
            </a:r>
            <a:r>
              <a:rPr sz="3600" b="1" spc="-1035" dirty="0">
                <a:solidFill>
                  <a:srgbClr val="333333"/>
                </a:solidFill>
                <a:latin typeface="Montserrat ExtraBold"/>
                <a:cs typeface="Montserrat ExtraBold"/>
              </a:rPr>
              <a:t> </a:t>
            </a:r>
            <a:r>
              <a:rPr sz="3600" b="1" spc="10" dirty="0">
                <a:solidFill>
                  <a:srgbClr val="333333"/>
                </a:solidFill>
                <a:latin typeface="Montserrat ExtraBold"/>
                <a:cs typeface="Montserrat ExtraBold"/>
              </a:rPr>
              <a:t>DOLOR</a:t>
            </a:r>
            <a:r>
              <a:rPr sz="3600" b="1" spc="-10" dirty="0">
                <a:solidFill>
                  <a:srgbClr val="333333"/>
                </a:solidFill>
                <a:latin typeface="Montserrat ExtraBold"/>
                <a:cs typeface="Montserrat ExtraBold"/>
              </a:rPr>
              <a:t> </a:t>
            </a:r>
            <a:r>
              <a:rPr sz="3600" b="1" spc="15" dirty="0">
                <a:solidFill>
                  <a:srgbClr val="333333"/>
                </a:solidFill>
                <a:latin typeface="Montserrat ExtraBold"/>
                <a:cs typeface="Montserrat ExtraBold"/>
              </a:rPr>
              <a:t>IN</a:t>
            </a:r>
            <a:endParaRPr sz="3600">
              <a:latin typeface="Montserrat ExtraBold"/>
              <a:cs typeface="Montserrat ExtraBold"/>
            </a:endParaRPr>
          </a:p>
        </p:txBody>
      </p:sp>
      <p:sp>
        <p:nvSpPr>
          <p:cNvPr id="70" name="object 70"/>
          <p:cNvSpPr/>
          <p:nvPr/>
        </p:nvSpPr>
        <p:spPr>
          <a:xfrm>
            <a:off x="15130429" y="8718996"/>
            <a:ext cx="2094230" cy="0"/>
          </a:xfrm>
          <a:custGeom>
            <a:avLst/>
            <a:gdLst/>
            <a:ahLst/>
            <a:cxnLst/>
            <a:rect l="l" t="t" r="r" b="b"/>
            <a:pathLst>
              <a:path w="2094230">
                <a:moveTo>
                  <a:pt x="0" y="0"/>
                </a:moveTo>
                <a:lnTo>
                  <a:pt x="2094177" y="0"/>
                </a:lnTo>
              </a:path>
            </a:pathLst>
          </a:custGeom>
          <a:ln w="31412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 txBox="1"/>
          <p:nvPr/>
        </p:nvSpPr>
        <p:spPr>
          <a:xfrm>
            <a:off x="13824870" y="9151492"/>
            <a:ext cx="4705985" cy="1483360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207010" marR="200025" algn="ctr">
              <a:lnSpc>
                <a:spcPts val="2870"/>
              </a:lnSpc>
              <a:spcBef>
                <a:spcPts val="195"/>
              </a:spcBef>
            </a:pPr>
            <a:r>
              <a:rPr sz="2400" spc="-20" dirty="0">
                <a:solidFill>
                  <a:srgbClr val="4D4D4D"/>
                </a:solidFill>
                <a:latin typeface="Montserrat"/>
                <a:cs typeface="Montserrat"/>
              </a:rPr>
              <a:t>Lorem </a:t>
            </a:r>
            <a:r>
              <a:rPr sz="2400" spc="-10" dirty="0">
                <a:solidFill>
                  <a:srgbClr val="4D4D4D"/>
                </a:solidFill>
                <a:latin typeface="Montserrat"/>
                <a:cs typeface="Montserrat"/>
              </a:rPr>
              <a:t>ipsum </a:t>
            </a:r>
            <a:r>
              <a:rPr sz="2400" spc="-5" dirty="0">
                <a:solidFill>
                  <a:srgbClr val="4D4D4D"/>
                </a:solidFill>
                <a:latin typeface="Montserrat"/>
                <a:cs typeface="Montserrat"/>
              </a:rPr>
              <a:t>dolor sit amet, </a:t>
            </a:r>
            <a:r>
              <a:rPr sz="2400" spc="-615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400" spc="-15" dirty="0">
                <a:solidFill>
                  <a:srgbClr val="4D4D4D"/>
                </a:solidFill>
                <a:latin typeface="Montserrat"/>
                <a:cs typeface="Montserrat"/>
              </a:rPr>
              <a:t>consectetur </a:t>
            </a:r>
            <a:r>
              <a:rPr sz="2400" spc="-5" dirty="0">
                <a:solidFill>
                  <a:srgbClr val="4D4D4D"/>
                </a:solidFill>
                <a:latin typeface="Montserrat"/>
                <a:cs typeface="Montserrat"/>
              </a:rPr>
              <a:t>adipiscing</a:t>
            </a:r>
            <a:r>
              <a:rPr sz="2400" spc="-15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400" dirty="0">
                <a:solidFill>
                  <a:srgbClr val="4D4D4D"/>
                </a:solidFill>
                <a:latin typeface="Montserrat"/>
                <a:cs typeface="Montserrat"/>
              </a:rPr>
              <a:t>elit,</a:t>
            </a:r>
            <a:endParaRPr sz="2400">
              <a:latin typeface="Montserrat"/>
              <a:cs typeface="Montserrat"/>
            </a:endParaRPr>
          </a:p>
          <a:p>
            <a:pPr algn="ctr">
              <a:lnSpc>
                <a:spcPts val="2770"/>
              </a:lnSpc>
            </a:pPr>
            <a:r>
              <a:rPr sz="2400" spc="-10" dirty="0">
                <a:solidFill>
                  <a:srgbClr val="4D4D4D"/>
                </a:solidFill>
                <a:latin typeface="Montserrat"/>
                <a:cs typeface="Montserrat"/>
              </a:rPr>
              <a:t>do</a:t>
            </a:r>
            <a:r>
              <a:rPr sz="2400" spc="-25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400" spc="-10" dirty="0">
                <a:solidFill>
                  <a:srgbClr val="4D4D4D"/>
                </a:solidFill>
                <a:latin typeface="Montserrat"/>
                <a:cs typeface="Montserrat"/>
              </a:rPr>
              <a:t>eiusmod</a:t>
            </a:r>
            <a:r>
              <a:rPr sz="2400" spc="-20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400" spc="-15" dirty="0">
                <a:solidFill>
                  <a:srgbClr val="4D4D4D"/>
                </a:solidFill>
                <a:latin typeface="Montserrat"/>
                <a:cs typeface="Montserrat"/>
              </a:rPr>
              <a:t>tempor</a:t>
            </a:r>
            <a:r>
              <a:rPr sz="2400" spc="-20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400" spc="-5" dirty="0">
                <a:solidFill>
                  <a:srgbClr val="4D4D4D"/>
                </a:solidFill>
                <a:latin typeface="Montserrat"/>
                <a:cs typeface="Montserrat"/>
              </a:rPr>
              <a:t>incididunt</a:t>
            </a:r>
            <a:endParaRPr sz="2400">
              <a:latin typeface="Montserrat"/>
              <a:cs typeface="Montserrat"/>
            </a:endParaRPr>
          </a:p>
          <a:p>
            <a:pPr algn="ctr">
              <a:lnSpc>
                <a:spcPts val="2875"/>
              </a:lnSpc>
            </a:pPr>
            <a:r>
              <a:rPr sz="2400" spc="-10" dirty="0">
                <a:solidFill>
                  <a:srgbClr val="4D4D4D"/>
                </a:solidFill>
                <a:latin typeface="Montserrat"/>
                <a:cs typeface="Montserrat"/>
              </a:rPr>
              <a:t>e</a:t>
            </a:r>
            <a:r>
              <a:rPr sz="2400" spc="-15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400" spc="-5" dirty="0">
                <a:solidFill>
                  <a:srgbClr val="4D4D4D"/>
                </a:solidFill>
                <a:latin typeface="Montserrat"/>
                <a:cs typeface="Montserrat"/>
              </a:rPr>
              <a:t>et</a:t>
            </a:r>
            <a:r>
              <a:rPr sz="2400" spc="-15" dirty="0">
                <a:solidFill>
                  <a:srgbClr val="4D4D4D"/>
                </a:solidFill>
                <a:latin typeface="Montserrat"/>
                <a:cs typeface="Montserrat"/>
              </a:rPr>
              <a:t> dolore </a:t>
            </a:r>
            <a:r>
              <a:rPr sz="2400" spc="-10" dirty="0">
                <a:solidFill>
                  <a:srgbClr val="4D4D4D"/>
                </a:solidFill>
                <a:latin typeface="Montserrat"/>
                <a:cs typeface="Montserrat"/>
              </a:rPr>
              <a:t>magna.</a:t>
            </a:r>
            <a:endParaRPr sz="2400">
              <a:latin typeface="Montserrat"/>
              <a:cs typeface="Montserrat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14080325" y="7163492"/>
            <a:ext cx="4194810" cy="11315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877569" marR="5080" indent="-865505">
              <a:lnSpc>
                <a:spcPct val="100800"/>
              </a:lnSpc>
              <a:spcBef>
                <a:spcPts val="90"/>
              </a:spcBef>
            </a:pPr>
            <a:r>
              <a:rPr sz="3600" b="0" spc="15" dirty="0">
                <a:solidFill>
                  <a:srgbClr val="333333"/>
                </a:solidFill>
                <a:latin typeface="Montserrat Light"/>
                <a:cs typeface="Montserrat Light"/>
              </a:rPr>
              <a:t>DUIS</a:t>
            </a:r>
            <a:r>
              <a:rPr sz="3600" b="0" spc="-30" dirty="0">
                <a:solidFill>
                  <a:srgbClr val="333333"/>
                </a:solidFill>
                <a:latin typeface="Montserrat Light"/>
                <a:cs typeface="Montserrat Light"/>
              </a:rPr>
              <a:t> </a:t>
            </a:r>
            <a:r>
              <a:rPr sz="3600" b="0" spc="-10" dirty="0">
                <a:solidFill>
                  <a:srgbClr val="333333"/>
                </a:solidFill>
                <a:latin typeface="Montserrat Light"/>
                <a:cs typeface="Montserrat Light"/>
              </a:rPr>
              <a:t>AUTE</a:t>
            </a:r>
            <a:r>
              <a:rPr sz="3600" b="0" spc="95" dirty="0">
                <a:solidFill>
                  <a:srgbClr val="333333"/>
                </a:solidFill>
                <a:latin typeface="Montserrat Light"/>
                <a:cs typeface="Montserrat Light"/>
              </a:rPr>
              <a:t> </a:t>
            </a:r>
            <a:r>
              <a:rPr sz="3600" b="1" spc="15" dirty="0">
                <a:solidFill>
                  <a:srgbClr val="333333"/>
                </a:solidFill>
                <a:latin typeface="Montserrat ExtraBold"/>
                <a:cs typeface="Montserrat ExtraBold"/>
              </a:rPr>
              <a:t>IRURE </a:t>
            </a:r>
            <a:r>
              <a:rPr sz="3600" b="1" spc="-1035" dirty="0">
                <a:solidFill>
                  <a:srgbClr val="333333"/>
                </a:solidFill>
                <a:latin typeface="Montserrat ExtraBold"/>
                <a:cs typeface="Montserrat ExtraBold"/>
              </a:rPr>
              <a:t> </a:t>
            </a:r>
            <a:r>
              <a:rPr sz="3600" b="1" spc="10" dirty="0">
                <a:solidFill>
                  <a:srgbClr val="333333"/>
                </a:solidFill>
                <a:latin typeface="Montserrat ExtraBold"/>
                <a:cs typeface="Montserrat ExtraBold"/>
              </a:rPr>
              <a:t>DOLOR</a:t>
            </a:r>
            <a:r>
              <a:rPr sz="3600" b="1" spc="-10" dirty="0">
                <a:solidFill>
                  <a:srgbClr val="333333"/>
                </a:solidFill>
                <a:latin typeface="Montserrat ExtraBold"/>
                <a:cs typeface="Montserrat ExtraBold"/>
              </a:rPr>
              <a:t> </a:t>
            </a:r>
            <a:r>
              <a:rPr sz="3600" b="1" spc="15" dirty="0">
                <a:solidFill>
                  <a:srgbClr val="333333"/>
                </a:solidFill>
                <a:latin typeface="Montserrat ExtraBold"/>
                <a:cs typeface="Montserrat ExtraBold"/>
              </a:rPr>
              <a:t>IN</a:t>
            </a:r>
            <a:endParaRPr sz="3600">
              <a:latin typeface="Montserrat ExtraBold"/>
              <a:cs typeface="Montserrat ExtraBold"/>
            </a:endParaRPr>
          </a:p>
        </p:txBody>
      </p:sp>
      <p:sp>
        <p:nvSpPr>
          <p:cNvPr id="73" name="object 73"/>
          <p:cNvSpPr/>
          <p:nvPr/>
        </p:nvSpPr>
        <p:spPr>
          <a:xfrm>
            <a:off x="9004961" y="8718996"/>
            <a:ext cx="2094230" cy="0"/>
          </a:xfrm>
          <a:custGeom>
            <a:avLst/>
            <a:gdLst/>
            <a:ahLst/>
            <a:cxnLst/>
            <a:rect l="l" t="t" r="r" b="b"/>
            <a:pathLst>
              <a:path w="2094229">
                <a:moveTo>
                  <a:pt x="0" y="0"/>
                </a:moveTo>
                <a:lnTo>
                  <a:pt x="2094177" y="0"/>
                </a:lnTo>
              </a:path>
            </a:pathLst>
          </a:custGeom>
          <a:ln w="31412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 txBox="1"/>
          <p:nvPr/>
        </p:nvSpPr>
        <p:spPr>
          <a:xfrm>
            <a:off x="7699402" y="9151492"/>
            <a:ext cx="4705985" cy="1483360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207010" marR="200025" algn="ctr">
              <a:lnSpc>
                <a:spcPts val="2870"/>
              </a:lnSpc>
              <a:spcBef>
                <a:spcPts val="195"/>
              </a:spcBef>
            </a:pPr>
            <a:r>
              <a:rPr sz="2400" spc="-20" dirty="0">
                <a:solidFill>
                  <a:srgbClr val="4D4D4D"/>
                </a:solidFill>
                <a:latin typeface="Montserrat"/>
                <a:cs typeface="Montserrat"/>
              </a:rPr>
              <a:t>Lorem </a:t>
            </a:r>
            <a:r>
              <a:rPr sz="2400" spc="-10" dirty="0">
                <a:solidFill>
                  <a:srgbClr val="4D4D4D"/>
                </a:solidFill>
                <a:latin typeface="Montserrat"/>
                <a:cs typeface="Montserrat"/>
              </a:rPr>
              <a:t>ipsum </a:t>
            </a:r>
            <a:r>
              <a:rPr sz="2400" spc="-5" dirty="0">
                <a:solidFill>
                  <a:srgbClr val="4D4D4D"/>
                </a:solidFill>
                <a:latin typeface="Montserrat"/>
                <a:cs typeface="Montserrat"/>
              </a:rPr>
              <a:t>dolor sit amet, </a:t>
            </a:r>
            <a:r>
              <a:rPr sz="2400" spc="-615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400" spc="-15" dirty="0">
                <a:solidFill>
                  <a:srgbClr val="4D4D4D"/>
                </a:solidFill>
                <a:latin typeface="Montserrat"/>
                <a:cs typeface="Montserrat"/>
              </a:rPr>
              <a:t>consectetur </a:t>
            </a:r>
            <a:r>
              <a:rPr sz="2400" spc="-5" dirty="0">
                <a:solidFill>
                  <a:srgbClr val="4D4D4D"/>
                </a:solidFill>
                <a:latin typeface="Montserrat"/>
                <a:cs typeface="Montserrat"/>
              </a:rPr>
              <a:t>adipiscing</a:t>
            </a:r>
            <a:r>
              <a:rPr sz="2400" spc="-15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400" dirty="0">
                <a:solidFill>
                  <a:srgbClr val="4D4D4D"/>
                </a:solidFill>
                <a:latin typeface="Montserrat"/>
                <a:cs typeface="Montserrat"/>
              </a:rPr>
              <a:t>elit,</a:t>
            </a:r>
            <a:endParaRPr sz="2400">
              <a:latin typeface="Montserrat"/>
              <a:cs typeface="Montserrat"/>
            </a:endParaRPr>
          </a:p>
          <a:p>
            <a:pPr algn="ctr">
              <a:lnSpc>
                <a:spcPts val="2770"/>
              </a:lnSpc>
            </a:pPr>
            <a:r>
              <a:rPr sz="2400" spc="-10" dirty="0">
                <a:solidFill>
                  <a:srgbClr val="4D4D4D"/>
                </a:solidFill>
                <a:latin typeface="Montserrat"/>
                <a:cs typeface="Montserrat"/>
              </a:rPr>
              <a:t>do</a:t>
            </a:r>
            <a:r>
              <a:rPr sz="2400" spc="-25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400" spc="-10" dirty="0">
                <a:solidFill>
                  <a:srgbClr val="4D4D4D"/>
                </a:solidFill>
                <a:latin typeface="Montserrat"/>
                <a:cs typeface="Montserrat"/>
              </a:rPr>
              <a:t>eiusmod</a:t>
            </a:r>
            <a:r>
              <a:rPr sz="2400" spc="-20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400" spc="-15" dirty="0">
                <a:solidFill>
                  <a:srgbClr val="4D4D4D"/>
                </a:solidFill>
                <a:latin typeface="Montserrat"/>
                <a:cs typeface="Montserrat"/>
              </a:rPr>
              <a:t>tempor</a:t>
            </a:r>
            <a:r>
              <a:rPr sz="2400" spc="-20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400" spc="-5" dirty="0">
                <a:solidFill>
                  <a:srgbClr val="4D4D4D"/>
                </a:solidFill>
                <a:latin typeface="Montserrat"/>
                <a:cs typeface="Montserrat"/>
              </a:rPr>
              <a:t>incididunt</a:t>
            </a:r>
            <a:endParaRPr sz="2400">
              <a:latin typeface="Montserrat"/>
              <a:cs typeface="Montserrat"/>
            </a:endParaRPr>
          </a:p>
          <a:p>
            <a:pPr algn="ctr">
              <a:lnSpc>
                <a:spcPts val="2875"/>
              </a:lnSpc>
            </a:pPr>
            <a:r>
              <a:rPr sz="2400" spc="-10" dirty="0">
                <a:solidFill>
                  <a:srgbClr val="4D4D4D"/>
                </a:solidFill>
                <a:latin typeface="Montserrat"/>
                <a:cs typeface="Montserrat"/>
              </a:rPr>
              <a:t>e</a:t>
            </a:r>
            <a:r>
              <a:rPr sz="2400" spc="-15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400" spc="-5" dirty="0">
                <a:solidFill>
                  <a:srgbClr val="4D4D4D"/>
                </a:solidFill>
                <a:latin typeface="Montserrat"/>
                <a:cs typeface="Montserrat"/>
              </a:rPr>
              <a:t>et</a:t>
            </a:r>
            <a:r>
              <a:rPr sz="2400" spc="-15" dirty="0">
                <a:solidFill>
                  <a:srgbClr val="4D4D4D"/>
                </a:solidFill>
                <a:latin typeface="Montserrat"/>
                <a:cs typeface="Montserrat"/>
              </a:rPr>
              <a:t> dolore </a:t>
            </a:r>
            <a:r>
              <a:rPr sz="2400" spc="-10" dirty="0">
                <a:solidFill>
                  <a:srgbClr val="4D4D4D"/>
                </a:solidFill>
                <a:latin typeface="Montserrat"/>
                <a:cs typeface="Montserrat"/>
              </a:rPr>
              <a:t>magna.</a:t>
            </a:r>
            <a:endParaRPr sz="2400">
              <a:latin typeface="Montserrat"/>
              <a:cs typeface="Montserrat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7954856" y="7163492"/>
            <a:ext cx="4194810" cy="11315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877569" marR="5080" indent="-865505">
              <a:lnSpc>
                <a:spcPct val="100800"/>
              </a:lnSpc>
              <a:spcBef>
                <a:spcPts val="90"/>
              </a:spcBef>
            </a:pPr>
            <a:r>
              <a:rPr sz="3600" b="0" spc="15" dirty="0">
                <a:solidFill>
                  <a:srgbClr val="333333"/>
                </a:solidFill>
                <a:latin typeface="Montserrat Light"/>
                <a:cs typeface="Montserrat Light"/>
              </a:rPr>
              <a:t>DUIS</a:t>
            </a:r>
            <a:r>
              <a:rPr sz="3600" b="0" spc="-30" dirty="0">
                <a:solidFill>
                  <a:srgbClr val="333333"/>
                </a:solidFill>
                <a:latin typeface="Montserrat Light"/>
                <a:cs typeface="Montserrat Light"/>
              </a:rPr>
              <a:t> </a:t>
            </a:r>
            <a:r>
              <a:rPr sz="3600" b="0" spc="-10" dirty="0">
                <a:solidFill>
                  <a:srgbClr val="333333"/>
                </a:solidFill>
                <a:latin typeface="Montserrat Light"/>
                <a:cs typeface="Montserrat Light"/>
              </a:rPr>
              <a:t>AUTE</a:t>
            </a:r>
            <a:r>
              <a:rPr sz="3600" b="0" spc="95" dirty="0">
                <a:solidFill>
                  <a:srgbClr val="333333"/>
                </a:solidFill>
                <a:latin typeface="Montserrat Light"/>
                <a:cs typeface="Montserrat Light"/>
              </a:rPr>
              <a:t> </a:t>
            </a:r>
            <a:r>
              <a:rPr sz="3600" b="1" spc="15" dirty="0">
                <a:solidFill>
                  <a:srgbClr val="333333"/>
                </a:solidFill>
                <a:latin typeface="Montserrat ExtraBold"/>
                <a:cs typeface="Montserrat ExtraBold"/>
              </a:rPr>
              <a:t>IRURE </a:t>
            </a:r>
            <a:r>
              <a:rPr sz="3600" b="1" spc="-1035" dirty="0">
                <a:solidFill>
                  <a:srgbClr val="333333"/>
                </a:solidFill>
                <a:latin typeface="Montserrat ExtraBold"/>
                <a:cs typeface="Montserrat ExtraBold"/>
              </a:rPr>
              <a:t> </a:t>
            </a:r>
            <a:r>
              <a:rPr sz="3600" b="1" spc="10" dirty="0">
                <a:solidFill>
                  <a:srgbClr val="333333"/>
                </a:solidFill>
                <a:latin typeface="Montserrat ExtraBold"/>
                <a:cs typeface="Montserrat ExtraBold"/>
              </a:rPr>
              <a:t>DOLOR</a:t>
            </a:r>
            <a:r>
              <a:rPr sz="3600" b="1" spc="-10" dirty="0">
                <a:solidFill>
                  <a:srgbClr val="333333"/>
                </a:solidFill>
                <a:latin typeface="Montserrat ExtraBold"/>
                <a:cs typeface="Montserrat ExtraBold"/>
              </a:rPr>
              <a:t> </a:t>
            </a:r>
            <a:r>
              <a:rPr sz="3600" b="1" spc="15" dirty="0">
                <a:solidFill>
                  <a:srgbClr val="333333"/>
                </a:solidFill>
                <a:latin typeface="Montserrat ExtraBold"/>
                <a:cs typeface="Montserrat ExtraBold"/>
              </a:rPr>
              <a:t>IN</a:t>
            </a:r>
            <a:endParaRPr sz="3600">
              <a:latin typeface="Montserrat ExtraBold"/>
              <a:cs typeface="Montserrat ExtraBold"/>
            </a:endParaRPr>
          </a:p>
        </p:txBody>
      </p:sp>
      <p:sp>
        <p:nvSpPr>
          <p:cNvPr id="76" name="object 76"/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 txBox="1">
            <a:spLocks noGrp="1"/>
          </p:cNvSpPr>
          <p:nvPr>
            <p:ph type="title"/>
          </p:nvPr>
        </p:nvSpPr>
        <p:spPr>
          <a:xfrm>
            <a:off x="1509065" y="984549"/>
            <a:ext cx="10328275" cy="15335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sz="4950" b="1" spc="-15" dirty="0">
                <a:latin typeface="Montserrat ExtraBold"/>
                <a:cs typeface="Montserrat ExtraBold"/>
              </a:rPr>
              <a:t>LOREM</a:t>
            </a:r>
            <a:r>
              <a:rPr sz="4950" b="1" spc="-20" dirty="0">
                <a:latin typeface="Montserrat ExtraBold"/>
                <a:cs typeface="Montserrat ExtraBold"/>
              </a:rPr>
              <a:t> </a:t>
            </a:r>
            <a:r>
              <a:rPr sz="4950" b="1" spc="-5" dirty="0">
                <a:latin typeface="Montserrat ExtraBold"/>
                <a:cs typeface="Montserrat ExtraBold"/>
              </a:rPr>
              <a:t>IPSUM</a:t>
            </a:r>
            <a:r>
              <a:rPr sz="4950" b="1" spc="-20" dirty="0">
                <a:latin typeface="Montserrat ExtraBold"/>
                <a:cs typeface="Montserrat ExtraBold"/>
              </a:rPr>
              <a:t> </a:t>
            </a:r>
            <a:r>
              <a:rPr sz="4950" b="1" spc="-15" dirty="0">
                <a:latin typeface="Montserrat ExtraBold"/>
                <a:cs typeface="Montserrat ExtraBold"/>
              </a:rPr>
              <a:t>DOLOR</a:t>
            </a:r>
            <a:r>
              <a:rPr sz="4950" b="1" spc="-20" dirty="0">
                <a:latin typeface="Montserrat ExtraBold"/>
                <a:cs typeface="Montserrat ExtraBold"/>
              </a:rPr>
              <a:t> </a:t>
            </a:r>
            <a:r>
              <a:rPr sz="4950" b="1" spc="-5" dirty="0">
                <a:latin typeface="Montserrat ExtraBold"/>
                <a:cs typeface="Montserrat ExtraBold"/>
              </a:rPr>
              <a:t>SIT</a:t>
            </a:r>
            <a:endParaRPr sz="4950">
              <a:latin typeface="Montserrat ExtraBold"/>
              <a:cs typeface="Montserrat ExtraBold"/>
            </a:endParaRPr>
          </a:p>
          <a:p>
            <a:pPr marL="12700">
              <a:lnSpc>
                <a:spcPts val="5940"/>
              </a:lnSpc>
            </a:pPr>
            <a:r>
              <a:rPr sz="4950" b="0" spc="-25" dirty="0">
                <a:latin typeface="Montserrat"/>
                <a:cs typeface="Montserrat"/>
              </a:rPr>
              <a:t>CONSECTETUR</a:t>
            </a:r>
            <a:r>
              <a:rPr sz="4950" b="0" spc="-15" dirty="0">
                <a:latin typeface="Montserrat"/>
                <a:cs typeface="Montserrat"/>
              </a:rPr>
              <a:t> </a:t>
            </a:r>
            <a:r>
              <a:rPr sz="4950" b="0" spc="-10" dirty="0">
                <a:latin typeface="Montserrat"/>
                <a:cs typeface="Montserrat"/>
              </a:rPr>
              <a:t>ADIPISCING </a:t>
            </a:r>
            <a:r>
              <a:rPr sz="4950" b="0" spc="-5" dirty="0">
                <a:latin typeface="Montserrat"/>
                <a:cs typeface="Montserrat"/>
              </a:rPr>
              <a:t>ELIT</a:t>
            </a:r>
            <a:endParaRPr sz="4950">
              <a:latin typeface="Montserrat"/>
              <a:cs typeface="Montserra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11308715"/>
            <a:chOff x="0" y="0"/>
            <a:chExt cx="20104100" cy="11308715"/>
          </a:xfrm>
        </p:grpSpPr>
        <p:sp>
          <p:nvSpPr>
            <p:cNvPr id="3" name="object 3"/>
            <p:cNvSpPr/>
            <p:nvPr/>
          </p:nvSpPr>
          <p:spPr>
            <a:xfrm>
              <a:off x="0" y="11151493"/>
              <a:ext cx="12565380" cy="157480"/>
            </a:xfrm>
            <a:custGeom>
              <a:avLst/>
              <a:gdLst/>
              <a:ahLst/>
              <a:cxnLst/>
              <a:rect l="l" t="t" r="r" b="b"/>
              <a:pathLst>
                <a:path w="12565380" h="157479">
                  <a:moveTo>
                    <a:pt x="0" y="157063"/>
                  </a:moveTo>
                  <a:lnTo>
                    <a:pt x="12565062" y="157063"/>
                  </a:lnTo>
                  <a:lnTo>
                    <a:pt x="12565062" y="0"/>
                  </a:lnTo>
                  <a:lnTo>
                    <a:pt x="0" y="0"/>
                  </a:lnTo>
                  <a:lnTo>
                    <a:pt x="0" y="157063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2565062" y="0"/>
              <a:ext cx="7539355" cy="11308715"/>
            </a:xfrm>
            <a:custGeom>
              <a:avLst/>
              <a:gdLst/>
              <a:ahLst/>
              <a:cxnLst/>
              <a:rect l="l" t="t" r="r" b="b"/>
              <a:pathLst>
                <a:path w="7539355" h="11308715">
                  <a:moveTo>
                    <a:pt x="7539037" y="0"/>
                  </a:moveTo>
                  <a:lnTo>
                    <a:pt x="0" y="0"/>
                  </a:lnTo>
                  <a:lnTo>
                    <a:pt x="0" y="11308556"/>
                  </a:lnTo>
                  <a:lnTo>
                    <a:pt x="7539037" y="11308556"/>
                  </a:lnTo>
                  <a:lnTo>
                    <a:pt x="7539037" y="0"/>
                  </a:lnTo>
                  <a:close/>
                </a:path>
              </a:pathLst>
            </a:custGeom>
            <a:solidFill>
              <a:srgbClr val="C127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5364029" y="9319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2779915" y="545020"/>
                  </a:moveTo>
                  <a:lnTo>
                    <a:pt x="2753639" y="265760"/>
                  </a:lnTo>
                  <a:lnTo>
                    <a:pt x="2750807" y="265760"/>
                  </a:lnTo>
                  <a:lnTo>
                    <a:pt x="2600236" y="545020"/>
                  </a:lnTo>
                  <a:lnTo>
                    <a:pt x="2779915" y="545020"/>
                  </a:lnTo>
                  <a:close/>
                </a:path>
                <a:path w="3693159" h="942975">
                  <a:moveTo>
                    <a:pt x="3692982" y="0"/>
                  </a:moveTo>
                  <a:lnTo>
                    <a:pt x="3424605" y="0"/>
                  </a:lnTo>
                  <a:lnTo>
                    <a:pt x="3424605" y="134556"/>
                  </a:lnTo>
                  <a:lnTo>
                    <a:pt x="3281781" y="806462"/>
                  </a:lnTo>
                  <a:lnTo>
                    <a:pt x="3095612" y="806462"/>
                  </a:lnTo>
                  <a:lnTo>
                    <a:pt x="3238538" y="134556"/>
                  </a:lnTo>
                  <a:lnTo>
                    <a:pt x="3424605" y="134556"/>
                  </a:lnTo>
                  <a:lnTo>
                    <a:pt x="3424605" y="0"/>
                  </a:lnTo>
                  <a:lnTo>
                    <a:pt x="3024924" y="0"/>
                  </a:lnTo>
                  <a:lnTo>
                    <a:pt x="3024924" y="806462"/>
                  </a:lnTo>
                  <a:lnTo>
                    <a:pt x="2814574" y="806462"/>
                  </a:lnTo>
                  <a:lnTo>
                    <a:pt x="2797810" y="675284"/>
                  </a:lnTo>
                  <a:lnTo>
                    <a:pt x="2525153" y="675284"/>
                  </a:lnTo>
                  <a:lnTo>
                    <a:pt x="2453538" y="806462"/>
                  </a:lnTo>
                  <a:lnTo>
                    <a:pt x="2267356" y="806462"/>
                  </a:lnTo>
                  <a:lnTo>
                    <a:pt x="2675407" y="134556"/>
                  </a:lnTo>
                  <a:lnTo>
                    <a:pt x="2902521" y="134556"/>
                  </a:lnTo>
                  <a:lnTo>
                    <a:pt x="3024924" y="806462"/>
                  </a:lnTo>
                  <a:lnTo>
                    <a:pt x="3024924" y="0"/>
                  </a:lnTo>
                  <a:lnTo>
                    <a:pt x="2341283" y="0"/>
                  </a:lnTo>
                  <a:lnTo>
                    <a:pt x="2341283" y="134556"/>
                  </a:lnTo>
                  <a:lnTo>
                    <a:pt x="2198459" y="806462"/>
                  </a:lnTo>
                  <a:lnTo>
                    <a:pt x="1940674" y="806462"/>
                  </a:lnTo>
                  <a:lnTo>
                    <a:pt x="1822030" y="291833"/>
                  </a:lnTo>
                  <a:lnTo>
                    <a:pt x="1820151" y="291833"/>
                  </a:lnTo>
                  <a:lnTo>
                    <a:pt x="1710829" y="806462"/>
                  </a:lnTo>
                  <a:lnTo>
                    <a:pt x="1543304" y="806462"/>
                  </a:lnTo>
                  <a:lnTo>
                    <a:pt x="1686115" y="134556"/>
                  </a:lnTo>
                  <a:lnTo>
                    <a:pt x="1946744" y="134556"/>
                  </a:lnTo>
                  <a:lnTo>
                    <a:pt x="2065477" y="635266"/>
                  </a:lnTo>
                  <a:lnTo>
                    <a:pt x="2067687" y="633399"/>
                  </a:lnTo>
                  <a:lnTo>
                    <a:pt x="2173744" y="134556"/>
                  </a:lnTo>
                  <a:lnTo>
                    <a:pt x="2341283" y="134556"/>
                  </a:lnTo>
                  <a:lnTo>
                    <a:pt x="2341283" y="0"/>
                  </a:lnTo>
                  <a:lnTo>
                    <a:pt x="1580997" y="0"/>
                  </a:lnTo>
                  <a:lnTo>
                    <a:pt x="1580997" y="134556"/>
                  </a:lnTo>
                  <a:lnTo>
                    <a:pt x="1553146" y="264820"/>
                  </a:lnTo>
                  <a:lnTo>
                    <a:pt x="1227391" y="264820"/>
                  </a:lnTo>
                  <a:lnTo>
                    <a:pt x="1197965" y="403555"/>
                  </a:lnTo>
                  <a:lnTo>
                    <a:pt x="1497647" y="403555"/>
                  </a:lnTo>
                  <a:lnTo>
                    <a:pt x="1469999" y="533819"/>
                  </a:lnTo>
                  <a:lnTo>
                    <a:pt x="1170330" y="533819"/>
                  </a:lnTo>
                  <a:lnTo>
                    <a:pt x="1140066" y="676224"/>
                  </a:lnTo>
                  <a:lnTo>
                    <a:pt x="1465922" y="676224"/>
                  </a:lnTo>
                  <a:lnTo>
                    <a:pt x="1438071" y="806462"/>
                  </a:lnTo>
                  <a:lnTo>
                    <a:pt x="926261" y="806462"/>
                  </a:lnTo>
                  <a:lnTo>
                    <a:pt x="1027137" y="331825"/>
                  </a:lnTo>
                  <a:lnTo>
                    <a:pt x="1069073" y="134556"/>
                  </a:lnTo>
                  <a:lnTo>
                    <a:pt x="1580997" y="134556"/>
                  </a:lnTo>
                  <a:lnTo>
                    <a:pt x="1580997" y="0"/>
                  </a:lnTo>
                  <a:lnTo>
                    <a:pt x="908469" y="0"/>
                  </a:lnTo>
                  <a:lnTo>
                    <a:pt x="908469" y="281914"/>
                  </a:lnTo>
                  <a:lnTo>
                    <a:pt x="899655" y="331825"/>
                  </a:lnTo>
                  <a:lnTo>
                    <a:pt x="713587" y="331825"/>
                  </a:lnTo>
                  <a:lnTo>
                    <a:pt x="716394" y="313486"/>
                  </a:lnTo>
                  <a:lnTo>
                    <a:pt x="715302" y="297522"/>
                  </a:lnTo>
                  <a:lnTo>
                    <a:pt x="690422" y="263029"/>
                  </a:lnTo>
                  <a:lnTo>
                    <a:pt x="634746" y="250888"/>
                  </a:lnTo>
                  <a:lnTo>
                    <a:pt x="603135" y="255765"/>
                  </a:lnTo>
                  <a:lnTo>
                    <a:pt x="574814" y="268998"/>
                  </a:lnTo>
                  <a:lnTo>
                    <a:pt x="553186" y="288531"/>
                  </a:lnTo>
                  <a:lnTo>
                    <a:pt x="541667" y="312254"/>
                  </a:lnTo>
                  <a:lnTo>
                    <a:pt x="545160" y="343458"/>
                  </a:lnTo>
                  <a:lnTo>
                    <a:pt x="566470" y="364985"/>
                  </a:lnTo>
                  <a:lnTo>
                    <a:pt x="598462" y="379704"/>
                  </a:lnTo>
                  <a:lnTo>
                    <a:pt x="634009" y="390474"/>
                  </a:lnTo>
                  <a:lnTo>
                    <a:pt x="710336" y="409155"/>
                  </a:lnTo>
                  <a:lnTo>
                    <a:pt x="749350" y="420395"/>
                  </a:lnTo>
                  <a:lnTo>
                    <a:pt x="786155" y="434962"/>
                  </a:lnTo>
                  <a:lnTo>
                    <a:pt x="844689" y="480275"/>
                  </a:lnTo>
                  <a:lnTo>
                    <a:pt x="862241" y="514121"/>
                  </a:lnTo>
                  <a:lnTo>
                    <a:pt x="869188" y="557479"/>
                  </a:lnTo>
                  <a:lnTo>
                    <a:pt x="863434" y="611924"/>
                  </a:lnTo>
                  <a:lnTo>
                    <a:pt x="848969" y="656336"/>
                  </a:lnTo>
                  <a:lnTo>
                    <a:pt x="826350" y="695312"/>
                  </a:lnTo>
                  <a:lnTo>
                    <a:pt x="796569" y="728903"/>
                  </a:lnTo>
                  <a:lnTo>
                    <a:pt x="760653" y="757161"/>
                  </a:lnTo>
                  <a:lnTo>
                    <a:pt x="719594" y="780161"/>
                  </a:lnTo>
                  <a:lnTo>
                    <a:pt x="674408" y="797941"/>
                  </a:lnTo>
                  <a:lnTo>
                    <a:pt x="626084" y="810577"/>
                  </a:lnTo>
                  <a:lnTo>
                    <a:pt x="575627" y="818121"/>
                  </a:lnTo>
                  <a:lnTo>
                    <a:pt x="524065" y="820610"/>
                  </a:lnTo>
                  <a:lnTo>
                    <a:pt x="473151" y="818794"/>
                  </a:lnTo>
                  <a:lnTo>
                    <a:pt x="425462" y="812838"/>
                  </a:lnTo>
                  <a:lnTo>
                    <a:pt x="382104" y="801992"/>
                  </a:lnTo>
                  <a:lnTo>
                    <a:pt x="344208" y="785520"/>
                  </a:lnTo>
                  <a:lnTo>
                    <a:pt x="312864" y="762660"/>
                  </a:lnTo>
                  <a:lnTo>
                    <a:pt x="289204" y="732675"/>
                  </a:lnTo>
                  <a:lnTo>
                    <a:pt x="274345" y="694804"/>
                  </a:lnTo>
                  <a:lnTo>
                    <a:pt x="269405" y="648309"/>
                  </a:lnTo>
                  <a:lnTo>
                    <a:pt x="275488" y="592455"/>
                  </a:lnTo>
                  <a:lnTo>
                    <a:pt x="461657" y="592455"/>
                  </a:lnTo>
                  <a:lnTo>
                    <a:pt x="460578" y="634403"/>
                  </a:lnTo>
                  <a:lnTo>
                    <a:pt x="477113" y="665022"/>
                  </a:lnTo>
                  <a:lnTo>
                    <a:pt x="508863" y="683780"/>
                  </a:lnTo>
                  <a:lnTo>
                    <a:pt x="553491" y="690143"/>
                  </a:lnTo>
                  <a:lnTo>
                    <a:pt x="587768" y="685965"/>
                  </a:lnTo>
                  <a:lnTo>
                    <a:pt x="622020" y="673404"/>
                  </a:lnTo>
                  <a:lnTo>
                    <a:pt x="649998" y="652462"/>
                  </a:lnTo>
                  <a:lnTo>
                    <a:pt x="665416" y="623125"/>
                  </a:lnTo>
                  <a:lnTo>
                    <a:pt x="665492" y="593737"/>
                  </a:lnTo>
                  <a:lnTo>
                    <a:pt x="664705" y="592455"/>
                  </a:lnTo>
                  <a:lnTo>
                    <a:pt x="652424" y="572452"/>
                  </a:lnTo>
                  <a:lnTo>
                    <a:pt x="628230" y="556996"/>
                  </a:lnTo>
                  <a:lnTo>
                    <a:pt x="594906" y="545071"/>
                  </a:lnTo>
                  <a:lnTo>
                    <a:pt x="508914" y="522744"/>
                  </a:lnTo>
                  <a:lnTo>
                    <a:pt x="460235" y="507771"/>
                  </a:lnTo>
                  <a:lnTo>
                    <a:pt x="410451" y="487222"/>
                  </a:lnTo>
                  <a:lnTo>
                    <a:pt x="371919" y="459282"/>
                  </a:lnTo>
                  <a:lnTo>
                    <a:pt x="348335" y="421398"/>
                  </a:lnTo>
                  <a:lnTo>
                    <a:pt x="339153" y="375475"/>
                  </a:lnTo>
                  <a:lnTo>
                    <a:pt x="343865" y="323443"/>
                  </a:lnTo>
                  <a:lnTo>
                    <a:pt x="361442" y="274574"/>
                  </a:lnTo>
                  <a:lnTo>
                    <a:pt x="386054" y="233654"/>
                  </a:lnTo>
                  <a:lnTo>
                    <a:pt x="416725" y="200101"/>
                  </a:lnTo>
                  <a:lnTo>
                    <a:pt x="452513" y="173329"/>
                  </a:lnTo>
                  <a:lnTo>
                    <a:pt x="492455" y="152742"/>
                  </a:lnTo>
                  <a:lnTo>
                    <a:pt x="535597" y="137756"/>
                  </a:lnTo>
                  <a:lnTo>
                    <a:pt x="580974" y="127787"/>
                  </a:lnTo>
                  <a:lnTo>
                    <a:pt x="627634" y="122237"/>
                  </a:lnTo>
                  <a:lnTo>
                    <a:pt x="674636" y="120523"/>
                  </a:lnTo>
                  <a:lnTo>
                    <a:pt x="720356" y="122428"/>
                  </a:lnTo>
                  <a:lnTo>
                    <a:pt x="764184" y="128524"/>
                  </a:lnTo>
                  <a:lnTo>
                    <a:pt x="804684" y="139306"/>
                  </a:lnTo>
                  <a:lnTo>
                    <a:pt x="840486" y="155308"/>
                  </a:lnTo>
                  <a:lnTo>
                    <a:pt x="892314" y="205041"/>
                  </a:lnTo>
                  <a:lnTo>
                    <a:pt x="908469" y="281914"/>
                  </a:lnTo>
                  <a:lnTo>
                    <a:pt x="908469" y="0"/>
                  </a:lnTo>
                  <a:lnTo>
                    <a:pt x="0" y="0"/>
                  </a:lnTo>
                  <a:lnTo>
                    <a:pt x="0" y="137388"/>
                  </a:lnTo>
                  <a:lnTo>
                    <a:pt x="198323" y="137388"/>
                  </a:lnTo>
                  <a:lnTo>
                    <a:pt x="198323" y="162204"/>
                  </a:lnTo>
                  <a:lnTo>
                    <a:pt x="0" y="162204"/>
                  </a:lnTo>
                  <a:lnTo>
                    <a:pt x="0" y="295605"/>
                  </a:lnTo>
                  <a:lnTo>
                    <a:pt x="198323" y="295605"/>
                  </a:lnTo>
                  <a:lnTo>
                    <a:pt x="198323" y="320408"/>
                  </a:lnTo>
                  <a:lnTo>
                    <a:pt x="0" y="320408"/>
                  </a:lnTo>
                  <a:lnTo>
                    <a:pt x="0" y="458101"/>
                  </a:lnTo>
                  <a:lnTo>
                    <a:pt x="198323" y="458101"/>
                  </a:lnTo>
                  <a:lnTo>
                    <a:pt x="198323" y="482930"/>
                  </a:lnTo>
                  <a:lnTo>
                    <a:pt x="0" y="482930"/>
                  </a:lnTo>
                  <a:lnTo>
                    <a:pt x="0" y="622820"/>
                  </a:lnTo>
                  <a:lnTo>
                    <a:pt x="198323" y="622820"/>
                  </a:lnTo>
                  <a:lnTo>
                    <a:pt x="198323" y="647623"/>
                  </a:lnTo>
                  <a:lnTo>
                    <a:pt x="0" y="647623"/>
                  </a:lnTo>
                  <a:lnTo>
                    <a:pt x="0" y="781545"/>
                  </a:lnTo>
                  <a:lnTo>
                    <a:pt x="198323" y="781545"/>
                  </a:lnTo>
                  <a:lnTo>
                    <a:pt x="198323" y="806361"/>
                  </a:lnTo>
                  <a:lnTo>
                    <a:pt x="0" y="806361"/>
                  </a:lnTo>
                  <a:lnTo>
                    <a:pt x="0" y="942378"/>
                  </a:lnTo>
                  <a:lnTo>
                    <a:pt x="3692982" y="942378"/>
                  </a:lnTo>
                  <a:lnTo>
                    <a:pt x="3692982" y="820610"/>
                  </a:lnTo>
                  <a:lnTo>
                    <a:pt x="3692982" y="806462"/>
                  </a:lnTo>
                  <a:lnTo>
                    <a:pt x="3494544" y="806361"/>
                  </a:lnTo>
                  <a:lnTo>
                    <a:pt x="3494544" y="781545"/>
                  </a:lnTo>
                  <a:lnTo>
                    <a:pt x="3692982" y="781545"/>
                  </a:lnTo>
                  <a:lnTo>
                    <a:pt x="3692982" y="647623"/>
                  </a:lnTo>
                  <a:lnTo>
                    <a:pt x="3494544" y="647623"/>
                  </a:lnTo>
                  <a:lnTo>
                    <a:pt x="3494544" y="622820"/>
                  </a:lnTo>
                  <a:lnTo>
                    <a:pt x="3692982" y="622820"/>
                  </a:lnTo>
                  <a:lnTo>
                    <a:pt x="3692982" y="482930"/>
                  </a:lnTo>
                  <a:lnTo>
                    <a:pt x="3494544" y="482930"/>
                  </a:lnTo>
                  <a:lnTo>
                    <a:pt x="3494544" y="458101"/>
                  </a:lnTo>
                  <a:lnTo>
                    <a:pt x="3692982" y="458101"/>
                  </a:lnTo>
                  <a:lnTo>
                    <a:pt x="3692982" y="320408"/>
                  </a:lnTo>
                  <a:lnTo>
                    <a:pt x="3494544" y="320408"/>
                  </a:lnTo>
                  <a:lnTo>
                    <a:pt x="3494544" y="295605"/>
                  </a:lnTo>
                  <a:lnTo>
                    <a:pt x="3692982" y="295605"/>
                  </a:lnTo>
                  <a:lnTo>
                    <a:pt x="3692982" y="162204"/>
                  </a:lnTo>
                  <a:lnTo>
                    <a:pt x="3494544" y="162204"/>
                  </a:lnTo>
                  <a:lnTo>
                    <a:pt x="3494544" y="137388"/>
                  </a:lnTo>
                  <a:lnTo>
                    <a:pt x="3692982" y="137388"/>
                  </a:lnTo>
                  <a:lnTo>
                    <a:pt x="3692982" y="134556"/>
                  </a:lnTo>
                  <a:lnTo>
                    <a:pt x="3692982" y="120523"/>
                  </a:lnTo>
                  <a:lnTo>
                    <a:pt x="369298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47088" y="0"/>
              <a:ext cx="11517973" cy="648016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61759" y="9004966"/>
              <a:ext cx="1885314" cy="1885314"/>
            </a:xfrm>
            <a:custGeom>
              <a:avLst/>
              <a:gdLst/>
              <a:ahLst/>
              <a:cxnLst/>
              <a:rect l="l" t="t" r="r" b="b"/>
              <a:pathLst>
                <a:path w="1885314" h="1885315">
                  <a:moveTo>
                    <a:pt x="52362" y="1858581"/>
                  </a:moveTo>
                  <a:lnTo>
                    <a:pt x="50304" y="1848396"/>
                  </a:lnTo>
                  <a:lnTo>
                    <a:pt x="44691" y="1840077"/>
                  </a:lnTo>
                  <a:lnTo>
                    <a:pt x="36372" y="1834464"/>
                  </a:lnTo>
                  <a:lnTo>
                    <a:pt x="26187" y="1832406"/>
                  </a:lnTo>
                  <a:lnTo>
                    <a:pt x="15989" y="1834464"/>
                  </a:lnTo>
                  <a:lnTo>
                    <a:pt x="7670" y="1840077"/>
                  </a:lnTo>
                  <a:lnTo>
                    <a:pt x="2057" y="1848396"/>
                  </a:lnTo>
                  <a:lnTo>
                    <a:pt x="0" y="1858581"/>
                  </a:lnTo>
                  <a:lnTo>
                    <a:pt x="2057" y="1868779"/>
                  </a:lnTo>
                  <a:lnTo>
                    <a:pt x="7670" y="1877098"/>
                  </a:lnTo>
                  <a:lnTo>
                    <a:pt x="15989" y="1882698"/>
                  </a:lnTo>
                  <a:lnTo>
                    <a:pt x="26187" y="1884756"/>
                  </a:lnTo>
                  <a:lnTo>
                    <a:pt x="36372" y="1882698"/>
                  </a:lnTo>
                  <a:lnTo>
                    <a:pt x="44691" y="1877098"/>
                  </a:lnTo>
                  <a:lnTo>
                    <a:pt x="50304" y="1868779"/>
                  </a:lnTo>
                  <a:lnTo>
                    <a:pt x="52362" y="1858581"/>
                  </a:lnTo>
                  <a:close/>
                </a:path>
                <a:path w="1885314" h="1885315">
                  <a:moveTo>
                    <a:pt x="52362" y="1596809"/>
                  </a:moveTo>
                  <a:lnTo>
                    <a:pt x="50304" y="1586623"/>
                  </a:lnTo>
                  <a:lnTo>
                    <a:pt x="44691" y="1578305"/>
                  </a:lnTo>
                  <a:lnTo>
                    <a:pt x="36372" y="1572691"/>
                  </a:lnTo>
                  <a:lnTo>
                    <a:pt x="26187" y="1570634"/>
                  </a:lnTo>
                  <a:lnTo>
                    <a:pt x="15989" y="1572691"/>
                  </a:lnTo>
                  <a:lnTo>
                    <a:pt x="7670" y="1578305"/>
                  </a:lnTo>
                  <a:lnTo>
                    <a:pt x="2057" y="1586623"/>
                  </a:lnTo>
                  <a:lnTo>
                    <a:pt x="0" y="1596809"/>
                  </a:lnTo>
                  <a:lnTo>
                    <a:pt x="2057" y="1607007"/>
                  </a:lnTo>
                  <a:lnTo>
                    <a:pt x="7670" y="1615325"/>
                  </a:lnTo>
                  <a:lnTo>
                    <a:pt x="15989" y="1620926"/>
                  </a:lnTo>
                  <a:lnTo>
                    <a:pt x="26187" y="1622983"/>
                  </a:lnTo>
                  <a:lnTo>
                    <a:pt x="36372" y="1620926"/>
                  </a:lnTo>
                  <a:lnTo>
                    <a:pt x="44691" y="1615325"/>
                  </a:lnTo>
                  <a:lnTo>
                    <a:pt x="50304" y="1607007"/>
                  </a:lnTo>
                  <a:lnTo>
                    <a:pt x="52362" y="1596809"/>
                  </a:lnTo>
                  <a:close/>
                </a:path>
                <a:path w="1885314" h="1885315">
                  <a:moveTo>
                    <a:pt x="52362" y="1335036"/>
                  </a:moveTo>
                  <a:lnTo>
                    <a:pt x="50304" y="1324851"/>
                  </a:lnTo>
                  <a:lnTo>
                    <a:pt x="44691" y="1316532"/>
                  </a:lnTo>
                  <a:lnTo>
                    <a:pt x="36372" y="1310919"/>
                  </a:lnTo>
                  <a:lnTo>
                    <a:pt x="26187" y="1308862"/>
                  </a:lnTo>
                  <a:lnTo>
                    <a:pt x="15989" y="1310919"/>
                  </a:lnTo>
                  <a:lnTo>
                    <a:pt x="7670" y="1316532"/>
                  </a:lnTo>
                  <a:lnTo>
                    <a:pt x="2057" y="1324851"/>
                  </a:lnTo>
                  <a:lnTo>
                    <a:pt x="0" y="1335036"/>
                  </a:lnTo>
                  <a:lnTo>
                    <a:pt x="2057" y="1345234"/>
                  </a:lnTo>
                  <a:lnTo>
                    <a:pt x="7670" y="1353553"/>
                  </a:lnTo>
                  <a:lnTo>
                    <a:pt x="15989" y="1359154"/>
                  </a:lnTo>
                  <a:lnTo>
                    <a:pt x="26187" y="1361211"/>
                  </a:lnTo>
                  <a:lnTo>
                    <a:pt x="36372" y="1359154"/>
                  </a:lnTo>
                  <a:lnTo>
                    <a:pt x="44691" y="1353553"/>
                  </a:lnTo>
                  <a:lnTo>
                    <a:pt x="50304" y="1345234"/>
                  </a:lnTo>
                  <a:lnTo>
                    <a:pt x="52362" y="1335036"/>
                  </a:lnTo>
                  <a:close/>
                </a:path>
                <a:path w="1885314" h="1885315">
                  <a:moveTo>
                    <a:pt x="52362" y="1073264"/>
                  </a:moveTo>
                  <a:lnTo>
                    <a:pt x="50304" y="1063078"/>
                  </a:lnTo>
                  <a:lnTo>
                    <a:pt x="44691" y="1054760"/>
                  </a:lnTo>
                  <a:lnTo>
                    <a:pt x="36372" y="1049147"/>
                  </a:lnTo>
                  <a:lnTo>
                    <a:pt x="26187" y="1047089"/>
                  </a:lnTo>
                  <a:lnTo>
                    <a:pt x="15989" y="1049147"/>
                  </a:lnTo>
                  <a:lnTo>
                    <a:pt x="7670" y="1054760"/>
                  </a:lnTo>
                  <a:lnTo>
                    <a:pt x="2057" y="1063078"/>
                  </a:lnTo>
                  <a:lnTo>
                    <a:pt x="0" y="1073264"/>
                  </a:lnTo>
                  <a:lnTo>
                    <a:pt x="2057" y="1083462"/>
                  </a:lnTo>
                  <a:lnTo>
                    <a:pt x="7670" y="1091780"/>
                  </a:lnTo>
                  <a:lnTo>
                    <a:pt x="15989" y="1097381"/>
                  </a:lnTo>
                  <a:lnTo>
                    <a:pt x="26187" y="1099439"/>
                  </a:lnTo>
                  <a:lnTo>
                    <a:pt x="36372" y="1097381"/>
                  </a:lnTo>
                  <a:lnTo>
                    <a:pt x="44691" y="1091780"/>
                  </a:lnTo>
                  <a:lnTo>
                    <a:pt x="50304" y="1083462"/>
                  </a:lnTo>
                  <a:lnTo>
                    <a:pt x="52362" y="1073264"/>
                  </a:lnTo>
                  <a:close/>
                </a:path>
                <a:path w="1885314" h="1885315">
                  <a:moveTo>
                    <a:pt x="52362" y="811491"/>
                  </a:moveTo>
                  <a:lnTo>
                    <a:pt x="50304" y="801306"/>
                  </a:lnTo>
                  <a:lnTo>
                    <a:pt x="44691" y="792988"/>
                  </a:lnTo>
                  <a:lnTo>
                    <a:pt x="36372" y="787374"/>
                  </a:lnTo>
                  <a:lnTo>
                    <a:pt x="26187" y="785317"/>
                  </a:lnTo>
                  <a:lnTo>
                    <a:pt x="15989" y="787374"/>
                  </a:lnTo>
                  <a:lnTo>
                    <a:pt x="7670" y="792988"/>
                  </a:lnTo>
                  <a:lnTo>
                    <a:pt x="2057" y="801306"/>
                  </a:lnTo>
                  <a:lnTo>
                    <a:pt x="0" y="811491"/>
                  </a:lnTo>
                  <a:lnTo>
                    <a:pt x="2057" y="821690"/>
                  </a:lnTo>
                  <a:lnTo>
                    <a:pt x="7670" y="830008"/>
                  </a:lnTo>
                  <a:lnTo>
                    <a:pt x="15989" y="835609"/>
                  </a:lnTo>
                  <a:lnTo>
                    <a:pt x="26187" y="837666"/>
                  </a:lnTo>
                  <a:lnTo>
                    <a:pt x="36372" y="835609"/>
                  </a:lnTo>
                  <a:lnTo>
                    <a:pt x="44691" y="830008"/>
                  </a:lnTo>
                  <a:lnTo>
                    <a:pt x="50304" y="821690"/>
                  </a:lnTo>
                  <a:lnTo>
                    <a:pt x="52362" y="811491"/>
                  </a:lnTo>
                  <a:close/>
                </a:path>
                <a:path w="1885314" h="1885315">
                  <a:moveTo>
                    <a:pt x="52362" y="549719"/>
                  </a:moveTo>
                  <a:lnTo>
                    <a:pt x="50304" y="539534"/>
                  </a:lnTo>
                  <a:lnTo>
                    <a:pt x="44691" y="531215"/>
                  </a:lnTo>
                  <a:lnTo>
                    <a:pt x="36372" y="525602"/>
                  </a:lnTo>
                  <a:lnTo>
                    <a:pt x="26187" y="523544"/>
                  </a:lnTo>
                  <a:lnTo>
                    <a:pt x="15989" y="525602"/>
                  </a:lnTo>
                  <a:lnTo>
                    <a:pt x="7670" y="531215"/>
                  </a:lnTo>
                  <a:lnTo>
                    <a:pt x="2057" y="539534"/>
                  </a:lnTo>
                  <a:lnTo>
                    <a:pt x="0" y="549719"/>
                  </a:lnTo>
                  <a:lnTo>
                    <a:pt x="2057" y="559917"/>
                  </a:lnTo>
                  <a:lnTo>
                    <a:pt x="7670" y="568236"/>
                  </a:lnTo>
                  <a:lnTo>
                    <a:pt x="15989" y="573836"/>
                  </a:lnTo>
                  <a:lnTo>
                    <a:pt x="26187" y="575894"/>
                  </a:lnTo>
                  <a:lnTo>
                    <a:pt x="36372" y="573836"/>
                  </a:lnTo>
                  <a:lnTo>
                    <a:pt x="44691" y="568236"/>
                  </a:lnTo>
                  <a:lnTo>
                    <a:pt x="50304" y="559917"/>
                  </a:lnTo>
                  <a:lnTo>
                    <a:pt x="52362" y="549719"/>
                  </a:lnTo>
                  <a:close/>
                </a:path>
                <a:path w="1885314" h="1885315">
                  <a:moveTo>
                    <a:pt x="52362" y="287947"/>
                  </a:moveTo>
                  <a:lnTo>
                    <a:pt x="50304" y="277761"/>
                  </a:lnTo>
                  <a:lnTo>
                    <a:pt x="44691" y="269443"/>
                  </a:lnTo>
                  <a:lnTo>
                    <a:pt x="36372" y="263829"/>
                  </a:lnTo>
                  <a:lnTo>
                    <a:pt x="26187" y="261772"/>
                  </a:lnTo>
                  <a:lnTo>
                    <a:pt x="15989" y="263829"/>
                  </a:lnTo>
                  <a:lnTo>
                    <a:pt x="7670" y="269443"/>
                  </a:lnTo>
                  <a:lnTo>
                    <a:pt x="2057" y="277761"/>
                  </a:lnTo>
                  <a:lnTo>
                    <a:pt x="0" y="287947"/>
                  </a:lnTo>
                  <a:lnTo>
                    <a:pt x="2057" y="298145"/>
                  </a:lnTo>
                  <a:lnTo>
                    <a:pt x="7670" y="306463"/>
                  </a:lnTo>
                  <a:lnTo>
                    <a:pt x="15989" y="312077"/>
                  </a:lnTo>
                  <a:lnTo>
                    <a:pt x="26187" y="314121"/>
                  </a:lnTo>
                  <a:lnTo>
                    <a:pt x="36372" y="312077"/>
                  </a:lnTo>
                  <a:lnTo>
                    <a:pt x="44691" y="306463"/>
                  </a:lnTo>
                  <a:lnTo>
                    <a:pt x="50304" y="298145"/>
                  </a:lnTo>
                  <a:lnTo>
                    <a:pt x="52362" y="287947"/>
                  </a:lnTo>
                  <a:close/>
                </a:path>
                <a:path w="1885314" h="1885315">
                  <a:moveTo>
                    <a:pt x="52362" y="26174"/>
                  </a:moveTo>
                  <a:lnTo>
                    <a:pt x="50304" y="15989"/>
                  </a:lnTo>
                  <a:lnTo>
                    <a:pt x="44691" y="7670"/>
                  </a:lnTo>
                  <a:lnTo>
                    <a:pt x="36372" y="2057"/>
                  </a:lnTo>
                  <a:lnTo>
                    <a:pt x="26187" y="0"/>
                  </a:lnTo>
                  <a:lnTo>
                    <a:pt x="15989" y="2057"/>
                  </a:lnTo>
                  <a:lnTo>
                    <a:pt x="7670" y="7670"/>
                  </a:lnTo>
                  <a:lnTo>
                    <a:pt x="2057" y="15989"/>
                  </a:lnTo>
                  <a:lnTo>
                    <a:pt x="0" y="26174"/>
                  </a:lnTo>
                  <a:lnTo>
                    <a:pt x="2057" y="36372"/>
                  </a:lnTo>
                  <a:lnTo>
                    <a:pt x="7670" y="44691"/>
                  </a:lnTo>
                  <a:lnTo>
                    <a:pt x="15989" y="50304"/>
                  </a:lnTo>
                  <a:lnTo>
                    <a:pt x="26187" y="52349"/>
                  </a:lnTo>
                  <a:lnTo>
                    <a:pt x="36372" y="50304"/>
                  </a:lnTo>
                  <a:lnTo>
                    <a:pt x="44691" y="44691"/>
                  </a:lnTo>
                  <a:lnTo>
                    <a:pt x="50304" y="36372"/>
                  </a:lnTo>
                  <a:lnTo>
                    <a:pt x="52362" y="26174"/>
                  </a:lnTo>
                  <a:close/>
                </a:path>
                <a:path w="1885314" h="1885315">
                  <a:moveTo>
                    <a:pt x="314134" y="1858581"/>
                  </a:moveTo>
                  <a:lnTo>
                    <a:pt x="312077" y="1848396"/>
                  </a:lnTo>
                  <a:lnTo>
                    <a:pt x="306463" y="1840077"/>
                  </a:lnTo>
                  <a:lnTo>
                    <a:pt x="298145" y="1834464"/>
                  </a:lnTo>
                  <a:lnTo>
                    <a:pt x="287959" y="1832406"/>
                  </a:lnTo>
                  <a:lnTo>
                    <a:pt x="277761" y="1834464"/>
                  </a:lnTo>
                  <a:lnTo>
                    <a:pt x="269443" y="1840077"/>
                  </a:lnTo>
                  <a:lnTo>
                    <a:pt x="263829" y="1848396"/>
                  </a:lnTo>
                  <a:lnTo>
                    <a:pt x="261772" y="1858581"/>
                  </a:lnTo>
                  <a:lnTo>
                    <a:pt x="263829" y="1868779"/>
                  </a:lnTo>
                  <a:lnTo>
                    <a:pt x="269443" y="1877098"/>
                  </a:lnTo>
                  <a:lnTo>
                    <a:pt x="277761" y="1882698"/>
                  </a:lnTo>
                  <a:lnTo>
                    <a:pt x="287959" y="1884756"/>
                  </a:lnTo>
                  <a:lnTo>
                    <a:pt x="298145" y="1882698"/>
                  </a:lnTo>
                  <a:lnTo>
                    <a:pt x="306463" y="1877098"/>
                  </a:lnTo>
                  <a:lnTo>
                    <a:pt x="312077" y="1868779"/>
                  </a:lnTo>
                  <a:lnTo>
                    <a:pt x="314134" y="1858581"/>
                  </a:lnTo>
                  <a:close/>
                </a:path>
                <a:path w="1885314" h="1885315">
                  <a:moveTo>
                    <a:pt x="314134" y="1596809"/>
                  </a:moveTo>
                  <a:lnTo>
                    <a:pt x="312077" y="1586623"/>
                  </a:lnTo>
                  <a:lnTo>
                    <a:pt x="306463" y="1578305"/>
                  </a:lnTo>
                  <a:lnTo>
                    <a:pt x="298145" y="1572691"/>
                  </a:lnTo>
                  <a:lnTo>
                    <a:pt x="287959" y="1570634"/>
                  </a:lnTo>
                  <a:lnTo>
                    <a:pt x="277761" y="1572691"/>
                  </a:lnTo>
                  <a:lnTo>
                    <a:pt x="269443" y="1578305"/>
                  </a:lnTo>
                  <a:lnTo>
                    <a:pt x="263829" y="1586623"/>
                  </a:lnTo>
                  <a:lnTo>
                    <a:pt x="261772" y="1596809"/>
                  </a:lnTo>
                  <a:lnTo>
                    <a:pt x="263829" y="1607007"/>
                  </a:lnTo>
                  <a:lnTo>
                    <a:pt x="269443" y="1615325"/>
                  </a:lnTo>
                  <a:lnTo>
                    <a:pt x="277761" y="1620926"/>
                  </a:lnTo>
                  <a:lnTo>
                    <a:pt x="287959" y="1622983"/>
                  </a:lnTo>
                  <a:lnTo>
                    <a:pt x="298145" y="1620926"/>
                  </a:lnTo>
                  <a:lnTo>
                    <a:pt x="306463" y="1615325"/>
                  </a:lnTo>
                  <a:lnTo>
                    <a:pt x="312077" y="1607007"/>
                  </a:lnTo>
                  <a:lnTo>
                    <a:pt x="314134" y="1596809"/>
                  </a:lnTo>
                  <a:close/>
                </a:path>
                <a:path w="1885314" h="1885315">
                  <a:moveTo>
                    <a:pt x="314134" y="1335036"/>
                  </a:moveTo>
                  <a:lnTo>
                    <a:pt x="312077" y="1324851"/>
                  </a:lnTo>
                  <a:lnTo>
                    <a:pt x="306463" y="1316532"/>
                  </a:lnTo>
                  <a:lnTo>
                    <a:pt x="298145" y="1310919"/>
                  </a:lnTo>
                  <a:lnTo>
                    <a:pt x="287959" y="1308862"/>
                  </a:lnTo>
                  <a:lnTo>
                    <a:pt x="277761" y="1310919"/>
                  </a:lnTo>
                  <a:lnTo>
                    <a:pt x="269443" y="1316532"/>
                  </a:lnTo>
                  <a:lnTo>
                    <a:pt x="263829" y="1324851"/>
                  </a:lnTo>
                  <a:lnTo>
                    <a:pt x="261772" y="1335036"/>
                  </a:lnTo>
                  <a:lnTo>
                    <a:pt x="263829" y="1345234"/>
                  </a:lnTo>
                  <a:lnTo>
                    <a:pt x="269443" y="1353553"/>
                  </a:lnTo>
                  <a:lnTo>
                    <a:pt x="277761" y="1359154"/>
                  </a:lnTo>
                  <a:lnTo>
                    <a:pt x="287959" y="1361211"/>
                  </a:lnTo>
                  <a:lnTo>
                    <a:pt x="298145" y="1359154"/>
                  </a:lnTo>
                  <a:lnTo>
                    <a:pt x="306463" y="1353553"/>
                  </a:lnTo>
                  <a:lnTo>
                    <a:pt x="312077" y="1345234"/>
                  </a:lnTo>
                  <a:lnTo>
                    <a:pt x="314134" y="1335036"/>
                  </a:lnTo>
                  <a:close/>
                </a:path>
                <a:path w="1885314" h="1885315">
                  <a:moveTo>
                    <a:pt x="314134" y="1073264"/>
                  </a:moveTo>
                  <a:lnTo>
                    <a:pt x="312077" y="1063078"/>
                  </a:lnTo>
                  <a:lnTo>
                    <a:pt x="306463" y="1054760"/>
                  </a:lnTo>
                  <a:lnTo>
                    <a:pt x="298145" y="1049147"/>
                  </a:lnTo>
                  <a:lnTo>
                    <a:pt x="287959" y="1047089"/>
                  </a:lnTo>
                  <a:lnTo>
                    <a:pt x="277761" y="1049147"/>
                  </a:lnTo>
                  <a:lnTo>
                    <a:pt x="269443" y="1054760"/>
                  </a:lnTo>
                  <a:lnTo>
                    <a:pt x="263829" y="1063078"/>
                  </a:lnTo>
                  <a:lnTo>
                    <a:pt x="261772" y="1073264"/>
                  </a:lnTo>
                  <a:lnTo>
                    <a:pt x="263829" y="1083462"/>
                  </a:lnTo>
                  <a:lnTo>
                    <a:pt x="269443" y="1091780"/>
                  </a:lnTo>
                  <a:lnTo>
                    <a:pt x="277761" y="1097381"/>
                  </a:lnTo>
                  <a:lnTo>
                    <a:pt x="287959" y="1099439"/>
                  </a:lnTo>
                  <a:lnTo>
                    <a:pt x="298145" y="1097381"/>
                  </a:lnTo>
                  <a:lnTo>
                    <a:pt x="306463" y="1091780"/>
                  </a:lnTo>
                  <a:lnTo>
                    <a:pt x="312077" y="1083462"/>
                  </a:lnTo>
                  <a:lnTo>
                    <a:pt x="314134" y="1073264"/>
                  </a:lnTo>
                  <a:close/>
                </a:path>
                <a:path w="1885314" h="1885315">
                  <a:moveTo>
                    <a:pt x="314134" y="811491"/>
                  </a:moveTo>
                  <a:lnTo>
                    <a:pt x="312077" y="801306"/>
                  </a:lnTo>
                  <a:lnTo>
                    <a:pt x="306463" y="792988"/>
                  </a:lnTo>
                  <a:lnTo>
                    <a:pt x="298145" y="787374"/>
                  </a:lnTo>
                  <a:lnTo>
                    <a:pt x="287959" y="785317"/>
                  </a:lnTo>
                  <a:lnTo>
                    <a:pt x="277761" y="787374"/>
                  </a:lnTo>
                  <a:lnTo>
                    <a:pt x="269443" y="792988"/>
                  </a:lnTo>
                  <a:lnTo>
                    <a:pt x="263829" y="801306"/>
                  </a:lnTo>
                  <a:lnTo>
                    <a:pt x="261772" y="811491"/>
                  </a:lnTo>
                  <a:lnTo>
                    <a:pt x="263829" y="821690"/>
                  </a:lnTo>
                  <a:lnTo>
                    <a:pt x="269443" y="830008"/>
                  </a:lnTo>
                  <a:lnTo>
                    <a:pt x="277761" y="835609"/>
                  </a:lnTo>
                  <a:lnTo>
                    <a:pt x="287959" y="837666"/>
                  </a:lnTo>
                  <a:lnTo>
                    <a:pt x="298145" y="835609"/>
                  </a:lnTo>
                  <a:lnTo>
                    <a:pt x="306463" y="830008"/>
                  </a:lnTo>
                  <a:lnTo>
                    <a:pt x="312077" y="821690"/>
                  </a:lnTo>
                  <a:lnTo>
                    <a:pt x="314134" y="811491"/>
                  </a:lnTo>
                  <a:close/>
                </a:path>
                <a:path w="1885314" h="1885315">
                  <a:moveTo>
                    <a:pt x="314134" y="549719"/>
                  </a:moveTo>
                  <a:lnTo>
                    <a:pt x="312077" y="539534"/>
                  </a:lnTo>
                  <a:lnTo>
                    <a:pt x="306463" y="531215"/>
                  </a:lnTo>
                  <a:lnTo>
                    <a:pt x="298145" y="525602"/>
                  </a:lnTo>
                  <a:lnTo>
                    <a:pt x="287959" y="523544"/>
                  </a:lnTo>
                  <a:lnTo>
                    <a:pt x="277761" y="525602"/>
                  </a:lnTo>
                  <a:lnTo>
                    <a:pt x="269443" y="531215"/>
                  </a:lnTo>
                  <a:lnTo>
                    <a:pt x="263829" y="539534"/>
                  </a:lnTo>
                  <a:lnTo>
                    <a:pt x="261772" y="549719"/>
                  </a:lnTo>
                  <a:lnTo>
                    <a:pt x="263829" y="559917"/>
                  </a:lnTo>
                  <a:lnTo>
                    <a:pt x="269443" y="568236"/>
                  </a:lnTo>
                  <a:lnTo>
                    <a:pt x="277761" y="573836"/>
                  </a:lnTo>
                  <a:lnTo>
                    <a:pt x="287959" y="575894"/>
                  </a:lnTo>
                  <a:lnTo>
                    <a:pt x="298145" y="573836"/>
                  </a:lnTo>
                  <a:lnTo>
                    <a:pt x="306463" y="568236"/>
                  </a:lnTo>
                  <a:lnTo>
                    <a:pt x="312077" y="559917"/>
                  </a:lnTo>
                  <a:lnTo>
                    <a:pt x="314134" y="549719"/>
                  </a:lnTo>
                  <a:close/>
                </a:path>
                <a:path w="1885314" h="1885315">
                  <a:moveTo>
                    <a:pt x="314134" y="287947"/>
                  </a:moveTo>
                  <a:lnTo>
                    <a:pt x="312077" y="277761"/>
                  </a:lnTo>
                  <a:lnTo>
                    <a:pt x="306463" y="269443"/>
                  </a:lnTo>
                  <a:lnTo>
                    <a:pt x="298145" y="263829"/>
                  </a:lnTo>
                  <a:lnTo>
                    <a:pt x="287959" y="261772"/>
                  </a:lnTo>
                  <a:lnTo>
                    <a:pt x="277761" y="263829"/>
                  </a:lnTo>
                  <a:lnTo>
                    <a:pt x="269443" y="269443"/>
                  </a:lnTo>
                  <a:lnTo>
                    <a:pt x="263829" y="277761"/>
                  </a:lnTo>
                  <a:lnTo>
                    <a:pt x="261772" y="287947"/>
                  </a:lnTo>
                  <a:lnTo>
                    <a:pt x="263829" y="298145"/>
                  </a:lnTo>
                  <a:lnTo>
                    <a:pt x="269443" y="306463"/>
                  </a:lnTo>
                  <a:lnTo>
                    <a:pt x="277761" y="312077"/>
                  </a:lnTo>
                  <a:lnTo>
                    <a:pt x="287959" y="314121"/>
                  </a:lnTo>
                  <a:lnTo>
                    <a:pt x="298145" y="312077"/>
                  </a:lnTo>
                  <a:lnTo>
                    <a:pt x="306463" y="306463"/>
                  </a:lnTo>
                  <a:lnTo>
                    <a:pt x="312077" y="298145"/>
                  </a:lnTo>
                  <a:lnTo>
                    <a:pt x="314134" y="287947"/>
                  </a:lnTo>
                  <a:close/>
                </a:path>
                <a:path w="1885314" h="1885315">
                  <a:moveTo>
                    <a:pt x="314134" y="26174"/>
                  </a:moveTo>
                  <a:lnTo>
                    <a:pt x="312077" y="15989"/>
                  </a:lnTo>
                  <a:lnTo>
                    <a:pt x="306463" y="7670"/>
                  </a:lnTo>
                  <a:lnTo>
                    <a:pt x="298145" y="2057"/>
                  </a:lnTo>
                  <a:lnTo>
                    <a:pt x="287959" y="0"/>
                  </a:lnTo>
                  <a:lnTo>
                    <a:pt x="277761" y="2057"/>
                  </a:lnTo>
                  <a:lnTo>
                    <a:pt x="269443" y="7670"/>
                  </a:lnTo>
                  <a:lnTo>
                    <a:pt x="263829" y="15989"/>
                  </a:lnTo>
                  <a:lnTo>
                    <a:pt x="261772" y="26174"/>
                  </a:lnTo>
                  <a:lnTo>
                    <a:pt x="263829" y="36372"/>
                  </a:lnTo>
                  <a:lnTo>
                    <a:pt x="269443" y="44691"/>
                  </a:lnTo>
                  <a:lnTo>
                    <a:pt x="277761" y="50304"/>
                  </a:lnTo>
                  <a:lnTo>
                    <a:pt x="287959" y="52349"/>
                  </a:lnTo>
                  <a:lnTo>
                    <a:pt x="298145" y="50304"/>
                  </a:lnTo>
                  <a:lnTo>
                    <a:pt x="306463" y="44691"/>
                  </a:lnTo>
                  <a:lnTo>
                    <a:pt x="312077" y="36372"/>
                  </a:lnTo>
                  <a:lnTo>
                    <a:pt x="314134" y="26174"/>
                  </a:lnTo>
                  <a:close/>
                </a:path>
                <a:path w="1885314" h="1885315">
                  <a:moveTo>
                    <a:pt x="575906" y="1858581"/>
                  </a:moveTo>
                  <a:lnTo>
                    <a:pt x="573849" y="1848396"/>
                  </a:lnTo>
                  <a:lnTo>
                    <a:pt x="568236" y="1840077"/>
                  </a:lnTo>
                  <a:lnTo>
                    <a:pt x="559917" y="1834464"/>
                  </a:lnTo>
                  <a:lnTo>
                    <a:pt x="549732" y="1832406"/>
                  </a:lnTo>
                  <a:lnTo>
                    <a:pt x="539534" y="1834464"/>
                  </a:lnTo>
                  <a:lnTo>
                    <a:pt x="531215" y="1840077"/>
                  </a:lnTo>
                  <a:lnTo>
                    <a:pt x="525602" y="1848396"/>
                  </a:lnTo>
                  <a:lnTo>
                    <a:pt x="523544" y="1858581"/>
                  </a:lnTo>
                  <a:lnTo>
                    <a:pt x="525602" y="1868779"/>
                  </a:lnTo>
                  <a:lnTo>
                    <a:pt x="531215" y="1877098"/>
                  </a:lnTo>
                  <a:lnTo>
                    <a:pt x="539534" y="1882698"/>
                  </a:lnTo>
                  <a:lnTo>
                    <a:pt x="549732" y="1884756"/>
                  </a:lnTo>
                  <a:lnTo>
                    <a:pt x="559917" y="1882698"/>
                  </a:lnTo>
                  <a:lnTo>
                    <a:pt x="568236" y="1877098"/>
                  </a:lnTo>
                  <a:lnTo>
                    <a:pt x="573849" y="1868779"/>
                  </a:lnTo>
                  <a:lnTo>
                    <a:pt x="575906" y="1858581"/>
                  </a:lnTo>
                  <a:close/>
                </a:path>
                <a:path w="1885314" h="1885315">
                  <a:moveTo>
                    <a:pt x="575906" y="1596809"/>
                  </a:moveTo>
                  <a:lnTo>
                    <a:pt x="573849" y="1586623"/>
                  </a:lnTo>
                  <a:lnTo>
                    <a:pt x="568236" y="1578305"/>
                  </a:lnTo>
                  <a:lnTo>
                    <a:pt x="559917" y="1572691"/>
                  </a:lnTo>
                  <a:lnTo>
                    <a:pt x="549732" y="1570634"/>
                  </a:lnTo>
                  <a:lnTo>
                    <a:pt x="539534" y="1572691"/>
                  </a:lnTo>
                  <a:lnTo>
                    <a:pt x="531215" y="1578305"/>
                  </a:lnTo>
                  <a:lnTo>
                    <a:pt x="525602" y="1586623"/>
                  </a:lnTo>
                  <a:lnTo>
                    <a:pt x="523544" y="1596809"/>
                  </a:lnTo>
                  <a:lnTo>
                    <a:pt x="525602" y="1607007"/>
                  </a:lnTo>
                  <a:lnTo>
                    <a:pt x="531215" y="1615325"/>
                  </a:lnTo>
                  <a:lnTo>
                    <a:pt x="539534" y="1620926"/>
                  </a:lnTo>
                  <a:lnTo>
                    <a:pt x="549732" y="1622983"/>
                  </a:lnTo>
                  <a:lnTo>
                    <a:pt x="559917" y="1620926"/>
                  </a:lnTo>
                  <a:lnTo>
                    <a:pt x="568236" y="1615325"/>
                  </a:lnTo>
                  <a:lnTo>
                    <a:pt x="573849" y="1607007"/>
                  </a:lnTo>
                  <a:lnTo>
                    <a:pt x="575906" y="1596809"/>
                  </a:lnTo>
                  <a:close/>
                </a:path>
                <a:path w="1885314" h="1885315">
                  <a:moveTo>
                    <a:pt x="575906" y="1335036"/>
                  </a:moveTo>
                  <a:lnTo>
                    <a:pt x="573849" y="1324851"/>
                  </a:lnTo>
                  <a:lnTo>
                    <a:pt x="568236" y="1316532"/>
                  </a:lnTo>
                  <a:lnTo>
                    <a:pt x="559917" y="1310919"/>
                  </a:lnTo>
                  <a:lnTo>
                    <a:pt x="549732" y="1308862"/>
                  </a:lnTo>
                  <a:lnTo>
                    <a:pt x="539534" y="1310919"/>
                  </a:lnTo>
                  <a:lnTo>
                    <a:pt x="531215" y="1316532"/>
                  </a:lnTo>
                  <a:lnTo>
                    <a:pt x="525602" y="1324851"/>
                  </a:lnTo>
                  <a:lnTo>
                    <a:pt x="523544" y="1335036"/>
                  </a:lnTo>
                  <a:lnTo>
                    <a:pt x="525602" y="1345234"/>
                  </a:lnTo>
                  <a:lnTo>
                    <a:pt x="531215" y="1353553"/>
                  </a:lnTo>
                  <a:lnTo>
                    <a:pt x="539534" y="1359154"/>
                  </a:lnTo>
                  <a:lnTo>
                    <a:pt x="549732" y="1361211"/>
                  </a:lnTo>
                  <a:lnTo>
                    <a:pt x="559917" y="1359154"/>
                  </a:lnTo>
                  <a:lnTo>
                    <a:pt x="568236" y="1353553"/>
                  </a:lnTo>
                  <a:lnTo>
                    <a:pt x="573849" y="1345234"/>
                  </a:lnTo>
                  <a:lnTo>
                    <a:pt x="575906" y="1335036"/>
                  </a:lnTo>
                  <a:close/>
                </a:path>
                <a:path w="1885314" h="1885315">
                  <a:moveTo>
                    <a:pt x="575906" y="1073264"/>
                  </a:moveTo>
                  <a:lnTo>
                    <a:pt x="573849" y="1063078"/>
                  </a:lnTo>
                  <a:lnTo>
                    <a:pt x="568236" y="1054760"/>
                  </a:lnTo>
                  <a:lnTo>
                    <a:pt x="559917" y="1049147"/>
                  </a:lnTo>
                  <a:lnTo>
                    <a:pt x="549732" y="1047089"/>
                  </a:lnTo>
                  <a:lnTo>
                    <a:pt x="539534" y="1049147"/>
                  </a:lnTo>
                  <a:lnTo>
                    <a:pt x="531215" y="1054760"/>
                  </a:lnTo>
                  <a:lnTo>
                    <a:pt x="525602" y="1063078"/>
                  </a:lnTo>
                  <a:lnTo>
                    <a:pt x="523544" y="1073264"/>
                  </a:lnTo>
                  <a:lnTo>
                    <a:pt x="525602" y="1083462"/>
                  </a:lnTo>
                  <a:lnTo>
                    <a:pt x="531215" y="1091780"/>
                  </a:lnTo>
                  <a:lnTo>
                    <a:pt x="539534" y="1097381"/>
                  </a:lnTo>
                  <a:lnTo>
                    <a:pt x="549732" y="1099439"/>
                  </a:lnTo>
                  <a:lnTo>
                    <a:pt x="559917" y="1097381"/>
                  </a:lnTo>
                  <a:lnTo>
                    <a:pt x="568236" y="1091780"/>
                  </a:lnTo>
                  <a:lnTo>
                    <a:pt x="573849" y="1083462"/>
                  </a:lnTo>
                  <a:lnTo>
                    <a:pt x="575906" y="1073264"/>
                  </a:lnTo>
                  <a:close/>
                </a:path>
                <a:path w="1885314" h="1885315">
                  <a:moveTo>
                    <a:pt x="575906" y="811491"/>
                  </a:moveTo>
                  <a:lnTo>
                    <a:pt x="573849" y="801306"/>
                  </a:lnTo>
                  <a:lnTo>
                    <a:pt x="568236" y="792988"/>
                  </a:lnTo>
                  <a:lnTo>
                    <a:pt x="559917" y="787374"/>
                  </a:lnTo>
                  <a:lnTo>
                    <a:pt x="549732" y="785317"/>
                  </a:lnTo>
                  <a:lnTo>
                    <a:pt x="539534" y="787374"/>
                  </a:lnTo>
                  <a:lnTo>
                    <a:pt x="531215" y="792988"/>
                  </a:lnTo>
                  <a:lnTo>
                    <a:pt x="525602" y="801306"/>
                  </a:lnTo>
                  <a:lnTo>
                    <a:pt x="523544" y="811491"/>
                  </a:lnTo>
                  <a:lnTo>
                    <a:pt x="525602" y="821690"/>
                  </a:lnTo>
                  <a:lnTo>
                    <a:pt x="531215" y="830008"/>
                  </a:lnTo>
                  <a:lnTo>
                    <a:pt x="539534" y="835609"/>
                  </a:lnTo>
                  <a:lnTo>
                    <a:pt x="549732" y="837666"/>
                  </a:lnTo>
                  <a:lnTo>
                    <a:pt x="559917" y="835609"/>
                  </a:lnTo>
                  <a:lnTo>
                    <a:pt x="568236" y="830008"/>
                  </a:lnTo>
                  <a:lnTo>
                    <a:pt x="573849" y="821690"/>
                  </a:lnTo>
                  <a:lnTo>
                    <a:pt x="575906" y="811491"/>
                  </a:lnTo>
                  <a:close/>
                </a:path>
                <a:path w="1885314" h="1885315">
                  <a:moveTo>
                    <a:pt x="575906" y="549719"/>
                  </a:moveTo>
                  <a:lnTo>
                    <a:pt x="573849" y="539534"/>
                  </a:lnTo>
                  <a:lnTo>
                    <a:pt x="568236" y="531215"/>
                  </a:lnTo>
                  <a:lnTo>
                    <a:pt x="559917" y="525602"/>
                  </a:lnTo>
                  <a:lnTo>
                    <a:pt x="549732" y="523544"/>
                  </a:lnTo>
                  <a:lnTo>
                    <a:pt x="539534" y="525602"/>
                  </a:lnTo>
                  <a:lnTo>
                    <a:pt x="531215" y="531215"/>
                  </a:lnTo>
                  <a:lnTo>
                    <a:pt x="525602" y="539534"/>
                  </a:lnTo>
                  <a:lnTo>
                    <a:pt x="523544" y="549719"/>
                  </a:lnTo>
                  <a:lnTo>
                    <a:pt x="525602" y="559917"/>
                  </a:lnTo>
                  <a:lnTo>
                    <a:pt x="531215" y="568236"/>
                  </a:lnTo>
                  <a:lnTo>
                    <a:pt x="539534" y="573836"/>
                  </a:lnTo>
                  <a:lnTo>
                    <a:pt x="549732" y="575894"/>
                  </a:lnTo>
                  <a:lnTo>
                    <a:pt x="559917" y="573836"/>
                  </a:lnTo>
                  <a:lnTo>
                    <a:pt x="568236" y="568236"/>
                  </a:lnTo>
                  <a:lnTo>
                    <a:pt x="573849" y="559917"/>
                  </a:lnTo>
                  <a:lnTo>
                    <a:pt x="575906" y="549719"/>
                  </a:lnTo>
                  <a:close/>
                </a:path>
                <a:path w="1885314" h="1885315">
                  <a:moveTo>
                    <a:pt x="575906" y="287947"/>
                  </a:moveTo>
                  <a:lnTo>
                    <a:pt x="573849" y="277761"/>
                  </a:lnTo>
                  <a:lnTo>
                    <a:pt x="568236" y="269443"/>
                  </a:lnTo>
                  <a:lnTo>
                    <a:pt x="559917" y="263829"/>
                  </a:lnTo>
                  <a:lnTo>
                    <a:pt x="549732" y="261772"/>
                  </a:lnTo>
                  <a:lnTo>
                    <a:pt x="539534" y="263829"/>
                  </a:lnTo>
                  <a:lnTo>
                    <a:pt x="531215" y="269443"/>
                  </a:lnTo>
                  <a:lnTo>
                    <a:pt x="525602" y="277761"/>
                  </a:lnTo>
                  <a:lnTo>
                    <a:pt x="523544" y="287947"/>
                  </a:lnTo>
                  <a:lnTo>
                    <a:pt x="525602" y="298145"/>
                  </a:lnTo>
                  <a:lnTo>
                    <a:pt x="531215" y="306463"/>
                  </a:lnTo>
                  <a:lnTo>
                    <a:pt x="539534" y="312077"/>
                  </a:lnTo>
                  <a:lnTo>
                    <a:pt x="549732" y="314121"/>
                  </a:lnTo>
                  <a:lnTo>
                    <a:pt x="559917" y="312077"/>
                  </a:lnTo>
                  <a:lnTo>
                    <a:pt x="568236" y="306463"/>
                  </a:lnTo>
                  <a:lnTo>
                    <a:pt x="573849" y="298145"/>
                  </a:lnTo>
                  <a:lnTo>
                    <a:pt x="575906" y="287947"/>
                  </a:lnTo>
                  <a:close/>
                </a:path>
                <a:path w="1885314" h="1885315">
                  <a:moveTo>
                    <a:pt x="575906" y="26174"/>
                  </a:moveTo>
                  <a:lnTo>
                    <a:pt x="573849" y="15989"/>
                  </a:lnTo>
                  <a:lnTo>
                    <a:pt x="568236" y="7670"/>
                  </a:lnTo>
                  <a:lnTo>
                    <a:pt x="559917" y="2057"/>
                  </a:lnTo>
                  <a:lnTo>
                    <a:pt x="549732" y="0"/>
                  </a:lnTo>
                  <a:lnTo>
                    <a:pt x="539534" y="2057"/>
                  </a:lnTo>
                  <a:lnTo>
                    <a:pt x="531215" y="7670"/>
                  </a:lnTo>
                  <a:lnTo>
                    <a:pt x="525602" y="15989"/>
                  </a:lnTo>
                  <a:lnTo>
                    <a:pt x="523544" y="26174"/>
                  </a:lnTo>
                  <a:lnTo>
                    <a:pt x="525602" y="36372"/>
                  </a:lnTo>
                  <a:lnTo>
                    <a:pt x="531215" y="44691"/>
                  </a:lnTo>
                  <a:lnTo>
                    <a:pt x="539534" y="50304"/>
                  </a:lnTo>
                  <a:lnTo>
                    <a:pt x="549732" y="52349"/>
                  </a:lnTo>
                  <a:lnTo>
                    <a:pt x="559917" y="50304"/>
                  </a:lnTo>
                  <a:lnTo>
                    <a:pt x="568236" y="44691"/>
                  </a:lnTo>
                  <a:lnTo>
                    <a:pt x="573849" y="36372"/>
                  </a:lnTo>
                  <a:lnTo>
                    <a:pt x="575906" y="26174"/>
                  </a:lnTo>
                  <a:close/>
                </a:path>
                <a:path w="1885314" h="1885315">
                  <a:moveTo>
                    <a:pt x="837679" y="1858581"/>
                  </a:moveTo>
                  <a:lnTo>
                    <a:pt x="835621" y="1848396"/>
                  </a:lnTo>
                  <a:lnTo>
                    <a:pt x="830008" y="1840077"/>
                  </a:lnTo>
                  <a:lnTo>
                    <a:pt x="821690" y="1834464"/>
                  </a:lnTo>
                  <a:lnTo>
                    <a:pt x="811504" y="1832406"/>
                  </a:lnTo>
                  <a:lnTo>
                    <a:pt x="801306" y="1834464"/>
                  </a:lnTo>
                  <a:lnTo>
                    <a:pt x="792988" y="1840077"/>
                  </a:lnTo>
                  <a:lnTo>
                    <a:pt x="787374" y="1848396"/>
                  </a:lnTo>
                  <a:lnTo>
                    <a:pt x="785317" y="1858581"/>
                  </a:lnTo>
                  <a:lnTo>
                    <a:pt x="787374" y="1868779"/>
                  </a:lnTo>
                  <a:lnTo>
                    <a:pt x="792988" y="1877098"/>
                  </a:lnTo>
                  <a:lnTo>
                    <a:pt x="801306" y="1882698"/>
                  </a:lnTo>
                  <a:lnTo>
                    <a:pt x="811504" y="1884756"/>
                  </a:lnTo>
                  <a:lnTo>
                    <a:pt x="821690" y="1882698"/>
                  </a:lnTo>
                  <a:lnTo>
                    <a:pt x="830008" y="1877098"/>
                  </a:lnTo>
                  <a:lnTo>
                    <a:pt x="835621" y="1868779"/>
                  </a:lnTo>
                  <a:lnTo>
                    <a:pt x="837679" y="1858581"/>
                  </a:lnTo>
                  <a:close/>
                </a:path>
                <a:path w="1885314" h="1885315">
                  <a:moveTo>
                    <a:pt x="837679" y="1596809"/>
                  </a:moveTo>
                  <a:lnTo>
                    <a:pt x="835621" y="1586623"/>
                  </a:lnTo>
                  <a:lnTo>
                    <a:pt x="830008" y="1578305"/>
                  </a:lnTo>
                  <a:lnTo>
                    <a:pt x="821690" y="1572691"/>
                  </a:lnTo>
                  <a:lnTo>
                    <a:pt x="811504" y="1570634"/>
                  </a:lnTo>
                  <a:lnTo>
                    <a:pt x="801306" y="1572691"/>
                  </a:lnTo>
                  <a:lnTo>
                    <a:pt x="792988" y="1578305"/>
                  </a:lnTo>
                  <a:lnTo>
                    <a:pt x="787374" y="1586623"/>
                  </a:lnTo>
                  <a:lnTo>
                    <a:pt x="785317" y="1596809"/>
                  </a:lnTo>
                  <a:lnTo>
                    <a:pt x="787374" y="1607007"/>
                  </a:lnTo>
                  <a:lnTo>
                    <a:pt x="792988" y="1615325"/>
                  </a:lnTo>
                  <a:lnTo>
                    <a:pt x="801306" y="1620926"/>
                  </a:lnTo>
                  <a:lnTo>
                    <a:pt x="811504" y="1622983"/>
                  </a:lnTo>
                  <a:lnTo>
                    <a:pt x="821690" y="1620926"/>
                  </a:lnTo>
                  <a:lnTo>
                    <a:pt x="830008" y="1615325"/>
                  </a:lnTo>
                  <a:lnTo>
                    <a:pt x="835621" y="1607007"/>
                  </a:lnTo>
                  <a:lnTo>
                    <a:pt x="837679" y="1596809"/>
                  </a:lnTo>
                  <a:close/>
                </a:path>
                <a:path w="1885314" h="1885315">
                  <a:moveTo>
                    <a:pt x="837679" y="1335036"/>
                  </a:moveTo>
                  <a:lnTo>
                    <a:pt x="835621" y="1324851"/>
                  </a:lnTo>
                  <a:lnTo>
                    <a:pt x="830008" y="1316532"/>
                  </a:lnTo>
                  <a:lnTo>
                    <a:pt x="821690" y="1310919"/>
                  </a:lnTo>
                  <a:lnTo>
                    <a:pt x="811504" y="1308862"/>
                  </a:lnTo>
                  <a:lnTo>
                    <a:pt x="801306" y="1310919"/>
                  </a:lnTo>
                  <a:lnTo>
                    <a:pt x="792988" y="1316532"/>
                  </a:lnTo>
                  <a:lnTo>
                    <a:pt x="787374" y="1324851"/>
                  </a:lnTo>
                  <a:lnTo>
                    <a:pt x="785317" y="1335036"/>
                  </a:lnTo>
                  <a:lnTo>
                    <a:pt x="787374" y="1345234"/>
                  </a:lnTo>
                  <a:lnTo>
                    <a:pt x="792988" y="1353553"/>
                  </a:lnTo>
                  <a:lnTo>
                    <a:pt x="801306" y="1359154"/>
                  </a:lnTo>
                  <a:lnTo>
                    <a:pt x="811504" y="1361211"/>
                  </a:lnTo>
                  <a:lnTo>
                    <a:pt x="821690" y="1359154"/>
                  </a:lnTo>
                  <a:lnTo>
                    <a:pt x="830008" y="1353553"/>
                  </a:lnTo>
                  <a:lnTo>
                    <a:pt x="835621" y="1345234"/>
                  </a:lnTo>
                  <a:lnTo>
                    <a:pt x="837679" y="1335036"/>
                  </a:lnTo>
                  <a:close/>
                </a:path>
                <a:path w="1885314" h="1885315">
                  <a:moveTo>
                    <a:pt x="837679" y="1073264"/>
                  </a:moveTo>
                  <a:lnTo>
                    <a:pt x="835621" y="1063078"/>
                  </a:lnTo>
                  <a:lnTo>
                    <a:pt x="830008" y="1054760"/>
                  </a:lnTo>
                  <a:lnTo>
                    <a:pt x="821690" y="1049147"/>
                  </a:lnTo>
                  <a:lnTo>
                    <a:pt x="811504" y="1047089"/>
                  </a:lnTo>
                  <a:lnTo>
                    <a:pt x="801306" y="1049147"/>
                  </a:lnTo>
                  <a:lnTo>
                    <a:pt x="792988" y="1054760"/>
                  </a:lnTo>
                  <a:lnTo>
                    <a:pt x="787374" y="1063078"/>
                  </a:lnTo>
                  <a:lnTo>
                    <a:pt x="785317" y="1073264"/>
                  </a:lnTo>
                  <a:lnTo>
                    <a:pt x="787374" y="1083462"/>
                  </a:lnTo>
                  <a:lnTo>
                    <a:pt x="792988" y="1091780"/>
                  </a:lnTo>
                  <a:lnTo>
                    <a:pt x="801306" y="1097381"/>
                  </a:lnTo>
                  <a:lnTo>
                    <a:pt x="811504" y="1099439"/>
                  </a:lnTo>
                  <a:lnTo>
                    <a:pt x="821690" y="1097381"/>
                  </a:lnTo>
                  <a:lnTo>
                    <a:pt x="830008" y="1091780"/>
                  </a:lnTo>
                  <a:lnTo>
                    <a:pt x="835621" y="1083462"/>
                  </a:lnTo>
                  <a:lnTo>
                    <a:pt x="837679" y="1073264"/>
                  </a:lnTo>
                  <a:close/>
                </a:path>
                <a:path w="1885314" h="1885315">
                  <a:moveTo>
                    <a:pt x="837679" y="811491"/>
                  </a:moveTo>
                  <a:lnTo>
                    <a:pt x="835621" y="801306"/>
                  </a:lnTo>
                  <a:lnTo>
                    <a:pt x="830008" y="792988"/>
                  </a:lnTo>
                  <a:lnTo>
                    <a:pt x="821690" y="787374"/>
                  </a:lnTo>
                  <a:lnTo>
                    <a:pt x="811504" y="785317"/>
                  </a:lnTo>
                  <a:lnTo>
                    <a:pt x="801306" y="787374"/>
                  </a:lnTo>
                  <a:lnTo>
                    <a:pt x="792988" y="792988"/>
                  </a:lnTo>
                  <a:lnTo>
                    <a:pt x="787374" y="801306"/>
                  </a:lnTo>
                  <a:lnTo>
                    <a:pt x="785317" y="811491"/>
                  </a:lnTo>
                  <a:lnTo>
                    <a:pt x="787374" y="821690"/>
                  </a:lnTo>
                  <a:lnTo>
                    <a:pt x="792988" y="830008"/>
                  </a:lnTo>
                  <a:lnTo>
                    <a:pt x="801306" y="835609"/>
                  </a:lnTo>
                  <a:lnTo>
                    <a:pt x="811504" y="837666"/>
                  </a:lnTo>
                  <a:lnTo>
                    <a:pt x="821690" y="835609"/>
                  </a:lnTo>
                  <a:lnTo>
                    <a:pt x="830008" y="830008"/>
                  </a:lnTo>
                  <a:lnTo>
                    <a:pt x="835621" y="821690"/>
                  </a:lnTo>
                  <a:lnTo>
                    <a:pt x="837679" y="811491"/>
                  </a:lnTo>
                  <a:close/>
                </a:path>
                <a:path w="1885314" h="1885315">
                  <a:moveTo>
                    <a:pt x="837679" y="549719"/>
                  </a:moveTo>
                  <a:lnTo>
                    <a:pt x="835621" y="539534"/>
                  </a:lnTo>
                  <a:lnTo>
                    <a:pt x="830008" y="531215"/>
                  </a:lnTo>
                  <a:lnTo>
                    <a:pt x="821690" y="525602"/>
                  </a:lnTo>
                  <a:lnTo>
                    <a:pt x="811504" y="523544"/>
                  </a:lnTo>
                  <a:lnTo>
                    <a:pt x="801306" y="525602"/>
                  </a:lnTo>
                  <a:lnTo>
                    <a:pt x="792988" y="531215"/>
                  </a:lnTo>
                  <a:lnTo>
                    <a:pt x="787374" y="539534"/>
                  </a:lnTo>
                  <a:lnTo>
                    <a:pt x="785317" y="549719"/>
                  </a:lnTo>
                  <a:lnTo>
                    <a:pt x="787374" y="559917"/>
                  </a:lnTo>
                  <a:lnTo>
                    <a:pt x="792988" y="568236"/>
                  </a:lnTo>
                  <a:lnTo>
                    <a:pt x="801306" y="573836"/>
                  </a:lnTo>
                  <a:lnTo>
                    <a:pt x="811504" y="575894"/>
                  </a:lnTo>
                  <a:lnTo>
                    <a:pt x="821690" y="573836"/>
                  </a:lnTo>
                  <a:lnTo>
                    <a:pt x="830008" y="568236"/>
                  </a:lnTo>
                  <a:lnTo>
                    <a:pt x="835621" y="559917"/>
                  </a:lnTo>
                  <a:lnTo>
                    <a:pt x="837679" y="549719"/>
                  </a:lnTo>
                  <a:close/>
                </a:path>
                <a:path w="1885314" h="1885315">
                  <a:moveTo>
                    <a:pt x="837679" y="287947"/>
                  </a:moveTo>
                  <a:lnTo>
                    <a:pt x="835621" y="277761"/>
                  </a:lnTo>
                  <a:lnTo>
                    <a:pt x="830008" y="269443"/>
                  </a:lnTo>
                  <a:lnTo>
                    <a:pt x="821690" y="263829"/>
                  </a:lnTo>
                  <a:lnTo>
                    <a:pt x="811504" y="261772"/>
                  </a:lnTo>
                  <a:lnTo>
                    <a:pt x="801306" y="263829"/>
                  </a:lnTo>
                  <a:lnTo>
                    <a:pt x="792988" y="269443"/>
                  </a:lnTo>
                  <a:lnTo>
                    <a:pt x="787374" y="277761"/>
                  </a:lnTo>
                  <a:lnTo>
                    <a:pt x="785317" y="287947"/>
                  </a:lnTo>
                  <a:lnTo>
                    <a:pt x="787374" y="298145"/>
                  </a:lnTo>
                  <a:lnTo>
                    <a:pt x="792988" y="306463"/>
                  </a:lnTo>
                  <a:lnTo>
                    <a:pt x="801306" y="312077"/>
                  </a:lnTo>
                  <a:lnTo>
                    <a:pt x="811504" y="314121"/>
                  </a:lnTo>
                  <a:lnTo>
                    <a:pt x="821690" y="312077"/>
                  </a:lnTo>
                  <a:lnTo>
                    <a:pt x="830008" y="306463"/>
                  </a:lnTo>
                  <a:lnTo>
                    <a:pt x="835621" y="298145"/>
                  </a:lnTo>
                  <a:lnTo>
                    <a:pt x="837679" y="287947"/>
                  </a:lnTo>
                  <a:close/>
                </a:path>
                <a:path w="1885314" h="1885315">
                  <a:moveTo>
                    <a:pt x="837679" y="26174"/>
                  </a:moveTo>
                  <a:lnTo>
                    <a:pt x="835621" y="15989"/>
                  </a:lnTo>
                  <a:lnTo>
                    <a:pt x="830008" y="7670"/>
                  </a:lnTo>
                  <a:lnTo>
                    <a:pt x="821690" y="2057"/>
                  </a:lnTo>
                  <a:lnTo>
                    <a:pt x="811504" y="0"/>
                  </a:lnTo>
                  <a:lnTo>
                    <a:pt x="801306" y="2057"/>
                  </a:lnTo>
                  <a:lnTo>
                    <a:pt x="792988" y="7670"/>
                  </a:lnTo>
                  <a:lnTo>
                    <a:pt x="787374" y="15989"/>
                  </a:lnTo>
                  <a:lnTo>
                    <a:pt x="785317" y="26174"/>
                  </a:lnTo>
                  <a:lnTo>
                    <a:pt x="787374" y="36372"/>
                  </a:lnTo>
                  <a:lnTo>
                    <a:pt x="792988" y="44691"/>
                  </a:lnTo>
                  <a:lnTo>
                    <a:pt x="801306" y="50304"/>
                  </a:lnTo>
                  <a:lnTo>
                    <a:pt x="811504" y="52349"/>
                  </a:lnTo>
                  <a:lnTo>
                    <a:pt x="821690" y="50304"/>
                  </a:lnTo>
                  <a:lnTo>
                    <a:pt x="830008" y="44691"/>
                  </a:lnTo>
                  <a:lnTo>
                    <a:pt x="835621" y="36372"/>
                  </a:lnTo>
                  <a:lnTo>
                    <a:pt x="837679" y="26174"/>
                  </a:lnTo>
                  <a:close/>
                </a:path>
                <a:path w="1885314" h="1885315">
                  <a:moveTo>
                    <a:pt x="1099451" y="1858581"/>
                  </a:moveTo>
                  <a:lnTo>
                    <a:pt x="1097394" y="1848396"/>
                  </a:lnTo>
                  <a:lnTo>
                    <a:pt x="1091780" y="1840077"/>
                  </a:lnTo>
                  <a:lnTo>
                    <a:pt x="1083462" y="1834464"/>
                  </a:lnTo>
                  <a:lnTo>
                    <a:pt x="1073277" y="1832406"/>
                  </a:lnTo>
                  <a:lnTo>
                    <a:pt x="1063078" y="1834464"/>
                  </a:lnTo>
                  <a:lnTo>
                    <a:pt x="1054760" y="1840077"/>
                  </a:lnTo>
                  <a:lnTo>
                    <a:pt x="1049147" y="1848396"/>
                  </a:lnTo>
                  <a:lnTo>
                    <a:pt x="1047089" y="1858581"/>
                  </a:lnTo>
                  <a:lnTo>
                    <a:pt x="1049147" y="1868779"/>
                  </a:lnTo>
                  <a:lnTo>
                    <a:pt x="1054760" y="1877098"/>
                  </a:lnTo>
                  <a:lnTo>
                    <a:pt x="1063078" y="1882698"/>
                  </a:lnTo>
                  <a:lnTo>
                    <a:pt x="1073277" y="1884756"/>
                  </a:lnTo>
                  <a:lnTo>
                    <a:pt x="1083462" y="1882698"/>
                  </a:lnTo>
                  <a:lnTo>
                    <a:pt x="1091780" y="1877098"/>
                  </a:lnTo>
                  <a:lnTo>
                    <a:pt x="1097394" y="1868779"/>
                  </a:lnTo>
                  <a:lnTo>
                    <a:pt x="1099451" y="1858581"/>
                  </a:lnTo>
                  <a:close/>
                </a:path>
                <a:path w="1885314" h="1885315">
                  <a:moveTo>
                    <a:pt x="1099451" y="1596809"/>
                  </a:moveTo>
                  <a:lnTo>
                    <a:pt x="1097394" y="1586623"/>
                  </a:lnTo>
                  <a:lnTo>
                    <a:pt x="1091780" y="1578305"/>
                  </a:lnTo>
                  <a:lnTo>
                    <a:pt x="1083462" y="1572691"/>
                  </a:lnTo>
                  <a:lnTo>
                    <a:pt x="1073277" y="1570634"/>
                  </a:lnTo>
                  <a:lnTo>
                    <a:pt x="1063078" y="1572691"/>
                  </a:lnTo>
                  <a:lnTo>
                    <a:pt x="1054760" y="1578305"/>
                  </a:lnTo>
                  <a:lnTo>
                    <a:pt x="1049147" y="1586623"/>
                  </a:lnTo>
                  <a:lnTo>
                    <a:pt x="1047089" y="1596809"/>
                  </a:lnTo>
                  <a:lnTo>
                    <a:pt x="1049147" y="1607007"/>
                  </a:lnTo>
                  <a:lnTo>
                    <a:pt x="1054760" y="1615325"/>
                  </a:lnTo>
                  <a:lnTo>
                    <a:pt x="1063078" y="1620926"/>
                  </a:lnTo>
                  <a:lnTo>
                    <a:pt x="1073277" y="1622983"/>
                  </a:lnTo>
                  <a:lnTo>
                    <a:pt x="1083462" y="1620926"/>
                  </a:lnTo>
                  <a:lnTo>
                    <a:pt x="1091780" y="1615325"/>
                  </a:lnTo>
                  <a:lnTo>
                    <a:pt x="1097394" y="1607007"/>
                  </a:lnTo>
                  <a:lnTo>
                    <a:pt x="1099451" y="1596809"/>
                  </a:lnTo>
                  <a:close/>
                </a:path>
                <a:path w="1885314" h="1885315">
                  <a:moveTo>
                    <a:pt x="1099451" y="1335036"/>
                  </a:moveTo>
                  <a:lnTo>
                    <a:pt x="1097394" y="1324851"/>
                  </a:lnTo>
                  <a:lnTo>
                    <a:pt x="1091780" y="1316532"/>
                  </a:lnTo>
                  <a:lnTo>
                    <a:pt x="1083462" y="1310919"/>
                  </a:lnTo>
                  <a:lnTo>
                    <a:pt x="1073277" y="1308862"/>
                  </a:lnTo>
                  <a:lnTo>
                    <a:pt x="1063078" y="1310919"/>
                  </a:lnTo>
                  <a:lnTo>
                    <a:pt x="1054760" y="1316532"/>
                  </a:lnTo>
                  <a:lnTo>
                    <a:pt x="1049147" y="1324851"/>
                  </a:lnTo>
                  <a:lnTo>
                    <a:pt x="1047089" y="1335036"/>
                  </a:lnTo>
                  <a:lnTo>
                    <a:pt x="1049147" y="1345234"/>
                  </a:lnTo>
                  <a:lnTo>
                    <a:pt x="1054760" y="1353553"/>
                  </a:lnTo>
                  <a:lnTo>
                    <a:pt x="1063078" y="1359154"/>
                  </a:lnTo>
                  <a:lnTo>
                    <a:pt x="1073277" y="1361211"/>
                  </a:lnTo>
                  <a:lnTo>
                    <a:pt x="1083462" y="1359154"/>
                  </a:lnTo>
                  <a:lnTo>
                    <a:pt x="1091780" y="1353553"/>
                  </a:lnTo>
                  <a:lnTo>
                    <a:pt x="1097394" y="1345234"/>
                  </a:lnTo>
                  <a:lnTo>
                    <a:pt x="1099451" y="1335036"/>
                  </a:lnTo>
                  <a:close/>
                </a:path>
                <a:path w="1885314" h="1885315">
                  <a:moveTo>
                    <a:pt x="1099451" y="1073264"/>
                  </a:moveTo>
                  <a:lnTo>
                    <a:pt x="1097394" y="1063078"/>
                  </a:lnTo>
                  <a:lnTo>
                    <a:pt x="1091780" y="1054760"/>
                  </a:lnTo>
                  <a:lnTo>
                    <a:pt x="1083462" y="1049147"/>
                  </a:lnTo>
                  <a:lnTo>
                    <a:pt x="1073277" y="1047089"/>
                  </a:lnTo>
                  <a:lnTo>
                    <a:pt x="1063078" y="1049147"/>
                  </a:lnTo>
                  <a:lnTo>
                    <a:pt x="1054760" y="1054760"/>
                  </a:lnTo>
                  <a:lnTo>
                    <a:pt x="1049147" y="1063078"/>
                  </a:lnTo>
                  <a:lnTo>
                    <a:pt x="1047089" y="1073264"/>
                  </a:lnTo>
                  <a:lnTo>
                    <a:pt x="1049147" y="1083462"/>
                  </a:lnTo>
                  <a:lnTo>
                    <a:pt x="1054760" y="1091780"/>
                  </a:lnTo>
                  <a:lnTo>
                    <a:pt x="1063078" y="1097381"/>
                  </a:lnTo>
                  <a:lnTo>
                    <a:pt x="1073277" y="1099439"/>
                  </a:lnTo>
                  <a:lnTo>
                    <a:pt x="1083462" y="1097381"/>
                  </a:lnTo>
                  <a:lnTo>
                    <a:pt x="1091780" y="1091780"/>
                  </a:lnTo>
                  <a:lnTo>
                    <a:pt x="1097394" y="1083462"/>
                  </a:lnTo>
                  <a:lnTo>
                    <a:pt x="1099451" y="1073264"/>
                  </a:lnTo>
                  <a:close/>
                </a:path>
                <a:path w="1885314" h="1885315">
                  <a:moveTo>
                    <a:pt x="1099451" y="811491"/>
                  </a:moveTo>
                  <a:lnTo>
                    <a:pt x="1097394" y="801306"/>
                  </a:lnTo>
                  <a:lnTo>
                    <a:pt x="1091780" y="792988"/>
                  </a:lnTo>
                  <a:lnTo>
                    <a:pt x="1083462" y="787374"/>
                  </a:lnTo>
                  <a:lnTo>
                    <a:pt x="1073277" y="785317"/>
                  </a:lnTo>
                  <a:lnTo>
                    <a:pt x="1063078" y="787374"/>
                  </a:lnTo>
                  <a:lnTo>
                    <a:pt x="1054760" y="792988"/>
                  </a:lnTo>
                  <a:lnTo>
                    <a:pt x="1049147" y="801306"/>
                  </a:lnTo>
                  <a:lnTo>
                    <a:pt x="1047089" y="811491"/>
                  </a:lnTo>
                  <a:lnTo>
                    <a:pt x="1049147" y="821690"/>
                  </a:lnTo>
                  <a:lnTo>
                    <a:pt x="1054760" y="830008"/>
                  </a:lnTo>
                  <a:lnTo>
                    <a:pt x="1063078" y="835609"/>
                  </a:lnTo>
                  <a:lnTo>
                    <a:pt x="1073277" y="837666"/>
                  </a:lnTo>
                  <a:lnTo>
                    <a:pt x="1083462" y="835609"/>
                  </a:lnTo>
                  <a:lnTo>
                    <a:pt x="1091780" y="830008"/>
                  </a:lnTo>
                  <a:lnTo>
                    <a:pt x="1097394" y="821690"/>
                  </a:lnTo>
                  <a:lnTo>
                    <a:pt x="1099451" y="811491"/>
                  </a:lnTo>
                  <a:close/>
                </a:path>
                <a:path w="1885314" h="1885315">
                  <a:moveTo>
                    <a:pt x="1099451" y="549719"/>
                  </a:moveTo>
                  <a:lnTo>
                    <a:pt x="1097394" y="539534"/>
                  </a:lnTo>
                  <a:lnTo>
                    <a:pt x="1091780" y="531215"/>
                  </a:lnTo>
                  <a:lnTo>
                    <a:pt x="1083462" y="525602"/>
                  </a:lnTo>
                  <a:lnTo>
                    <a:pt x="1073277" y="523544"/>
                  </a:lnTo>
                  <a:lnTo>
                    <a:pt x="1063078" y="525602"/>
                  </a:lnTo>
                  <a:lnTo>
                    <a:pt x="1054760" y="531215"/>
                  </a:lnTo>
                  <a:lnTo>
                    <a:pt x="1049147" y="539534"/>
                  </a:lnTo>
                  <a:lnTo>
                    <a:pt x="1047089" y="549719"/>
                  </a:lnTo>
                  <a:lnTo>
                    <a:pt x="1049147" y="559917"/>
                  </a:lnTo>
                  <a:lnTo>
                    <a:pt x="1054760" y="568236"/>
                  </a:lnTo>
                  <a:lnTo>
                    <a:pt x="1063078" y="573836"/>
                  </a:lnTo>
                  <a:lnTo>
                    <a:pt x="1073277" y="575894"/>
                  </a:lnTo>
                  <a:lnTo>
                    <a:pt x="1083462" y="573836"/>
                  </a:lnTo>
                  <a:lnTo>
                    <a:pt x="1091780" y="568236"/>
                  </a:lnTo>
                  <a:lnTo>
                    <a:pt x="1097394" y="559917"/>
                  </a:lnTo>
                  <a:lnTo>
                    <a:pt x="1099451" y="549719"/>
                  </a:lnTo>
                  <a:close/>
                </a:path>
                <a:path w="1885314" h="1885315">
                  <a:moveTo>
                    <a:pt x="1099451" y="287947"/>
                  </a:moveTo>
                  <a:lnTo>
                    <a:pt x="1097394" y="277761"/>
                  </a:lnTo>
                  <a:lnTo>
                    <a:pt x="1091780" y="269443"/>
                  </a:lnTo>
                  <a:lnTo>
                    <a:pt x="1083462" y="263829"/>
                  </a:lnTo>
                  <a:lnTo>
                    <a:pt x="1073277" y="261772"/>
                  </a:lnTo>
                  <a:lnTo>
                    <a:pt x="1063078" y="263829"/>
                  </a:lnTo>
                  <a:lnTo>
                    <a:pt x="1054760" y="269443"/>
                  </a:lnTo>
                  <a:lnTo>
                    <a:pt x="1049147" y="277761"/>
                  </a:lnTo>
                  <a:lnTo>
                    <a:pt x="1047089" y="287947"/>
                  </a:lnTo>
                  <a:lnTo>
                    <a:pt x="1049147" y="298145"/>
                  </a:lnTo>
                  <a:lnTo>
                    <a:pt x="1054760" y="306463"/>
                  </a:lnTo>
                  <a:lnTo>
                    <a:pt x="1063078" y="312077"/>
                  </a:lnTo>
                  <a:lnTo>
                    <a:pt x="1073277" y="314121"/>
                  </a:lnTo>
                  <a:lnTo>
                    <a:pt x="1083462" y="312077"/>
                  </a:lnTo>
                  <a:lnTo>
                    <a:pt x="1091780" y="306463"/>
                  </a:lnTo>
                  <a:lnTo>
                    <a:pt x="1097394" y="298145"/>
                  </a:lnTo>
                  <a:lnTo>
                    <a:pt x="1099451" y="287947"/>
                  </a:lnTo>
                  <a:close/>
                </a:path>
                <a:path w="1885314" h="1885315">
                  <a:moveTo>
                    <a:pt x="1099451" y="26174"/>
                  </a:moveTo>
                  <a:lnTo>
                    <a:pt x="1097394" y="15989"/>
                  </a:lnTo>
                  <a:lnTo>
                    <a:pt x="1091780" y="7670"/>
                  </a:lnTo>
                  <a:lnTo>
                    <a:pt x="1083462" y="2057"/>
                  </a:lnTo>
                  <a:lnTo>
                    <a:pt x="1073277" y="0"/>
                  </a:lnTo>
                  <a:lnTo>
                    <a:pt x="1063078" y="2057"/>
                  </a:lnTo>
                  <a:lnTo>
                    <a:pt x="1054760" y="7670"/>
                  </a:lnTo>
                  <a:lnTo>
                    <a:pt x="1049147" y="15989"/>
                  </a:lnTo>
                  <a:lnTo>
                    <a:pt x="1047089" y="26174"/>
                  </a:lnTo>
                  <a:lnTo>
                    <a:pt x="1049147" y="36372"/>
                  </a:lnTo>
                  <a:lnTo>
                    <a:pt x="1054760" y="44691"/>
                  </a:lnTo>
                  <a:lnTo>
                    <a:pt x="1063078" y="50304"/>
                  </a:lnTo>
                  <a:lnTo>
                    <a:pt x="1073277" y="52349"/>
                  </a:lnTo>
                  <a:lnTo>
                    <a:pt x="1083462" y="50304"/>
                  </a:lnTo>
                  <a:lnTo>
                    <a:pt x="1091780" y="44691"/>
                  </a:lnTo>
                  <a:lnTo>
                    <a:pt x="1097394" y="36372"/>
                  </a:lnTo>
                  <a:lnTo>
                    <a:pt x="1099451" y="26174"/>
                  </a:lnTo>
                  <a:close/>
                </a:path>
                <a:path w="1885314" h="1885315">
                  <a:moveTo>
                    <a:pt x="1361224" y="1858581"/>
                  </a:moveTo>
                  <a:lnTo>
                    <a:pt x="1359166" y="1848396"/>
                  </a:lnTo>
                  <a:lnTo>
                    <a:pt x="1353553" y="1840077"/>
                  </a:lnTo>
                  <a:lnTo>
                    <a:pt x="1345234" y="1834464"/>
                  </a:lnTo>
                  <a:lnTo>
                    <a:pt x="1335049" y="1832406"/>
                  </a:lnTo>
                  <a:lnTo>
                    <a:pt x="1324851" y="1834464"/>
                  </a:lnTo>
                  <a:lnTo>
                    <a:pt x="1316532" y="1840077"/>
                  </a:lnTo>
                  <a:lnTo>
                    <a:pt x="1310919" y="1848396"/>
                  </a:lnTo>
                  <a:lnTo>
                    <a:pt x="1308862" y="1858581"/>
                  </a:lnTo>
                  <a:lnTo>
                    <a:pt x="1310919" y="1868779"/>
                  </a:lnTo>
                  <a:lnTo>
                    <a:pt x="1316532" y="1877098"/>
                  </a:lnTo>
                  <a:lnTo>
                    <a:pt x="1324851" y="1882698"/>
                  </a:lnTo>
                  <a:lnTo>
                    <a:pt x="1335049" y="1884756"/>
                  </a:lnTo>
                  <a:lnTo>
                    <a:pt x="1345234" y="1882698"/>
                  </a:lnTo>
                  <a:lnTo>
                    <a:pt x="1353553" y="1877098"/>
                  </a:lnTo>
                  <a:lnTo>
                    <a:pt x="1359166" y="1868779"/>
                  </a:lnTo>
                  <a:lnTo>
                    <a:pt x="1361224" y="1858581"/>
                  </a:lnTo>
                  <a:close/>
                </a:path>
                <a:path w="1885314" h="1885315">
                  <a:moveTo>
                    <a:pt x="1361224" y="1596809"/>
                  </a:moveTo>
                  <a:lnTo>
                    <a:pt x="1359166" y="1586623"/>
                  </a:lnTo>
                  <a:lnTo>
                    <a:pt x="1353553" y="1578305"/>
                  </a:lnTo>
                  <a:lnTo>
                    <a:pt x="1345234" y="1572691"/>
                  </a:lnTo>
                  <a:lnTo>
                    <a:pt x="1335049" y="1570634"/>
                  </a:lnTo>
                  <a:lnTo>
                    <a:pt x="1324851" y="1572691"/>
                  </a:lnTo>
                  <a:lnTo>
                    <a:pt x="1316532" y="1578305"/>
                  </a:lnTo>
                  <a:lnTo>
                    <a:pt x="1310919" y="1586623"/>
                  </a:lnTo>
                  <a:lnTo>
                    <a:pt x="1308862" y="1596809"/>
                  </a:lnTo>
                  <a:lnTo>
                    <a:pt x="1310919" y="1607007"/>
                  </a:lnTo>
                  <a:lnTo>
                    <a:pt x="1316532" y="1615325"/>
                  </a:lnTo>
                  <a:lnTo>
                    <a:pt x="1324851" y="1620926"/>
                  </a:lnTo>
                  <a:lnTo>
                    <a:pt x="1335049" y="1622983"/>
                  </a:lnTo>
                  <a:lnTo>
                    <a:pt x="1345234" y="1620926"/>
                  </a:lnTo>
                  <a:lnTo>
                    <a:pt x="1353553" y="1615325"/>
                  </a:lnTo>
                  <a:lnTo>
                    <a:pt x="1359166" y="1607007"/>
                  </a:lnTo>
                  <a:lnTo>
                    <a:pt x="1361224" y="1596809"/>
                  </a:lnTo>
                  <a:close/>
                </a:path>
                <a:path w="1885314" h="1885315">
                  <a:moveTo>
                    <a:pt x="1361224" y="1335036"/>
                  </a:moveTo>
                  <a:lnTo>
                    <a:pt x="1359166" y="1324851"/>
                  </a:lnTo>
                  <a:lnTo>
                    <a:pt x="1353553" y="1316532"/>
                  </a:lnTo>
                  <a:lnTo>
                    <a:pt x="1345234" y="1310919"/>
                  </a:lnTo>
                  <a:lnTo>
                    <a:pt x="1335049" y="1308862"/>
                  </a:lnTo>
                  <a:lnTo>
                    <a:pt x="1324851" y="1310919"/>
                  </a:lnTo>
                  <a:lnTo>
                    <a:pt x="1316532" y="1316532"/>
                  </a:lnTo>
                  <a:lnTo>
                    <a:pt x="1310919" y="1324851"/>
                  </a:lnTo>
                  <a:lnTo>
                    <a:pt x="1308862" y="1335036"/>
                  </a:lnTo>
                  <a:lnTo>
                    <a:pt x="1310919" y="1345234"/>
                  </a:lnTo>
                  <a:lnTo>
                    <a:pt x="1316532" y="1353553"/>
                  </a:lnTo>
                  <a:lnTo>
                    <a:pt x="1324851" y="1359154"/>
                  </a:lnTo>
                  <a:lnTo>
                    <a:pt x="1335049" y="1361211"/>
                  </a:lnTo>
                  <a:lnTo>
                    <a:pt x="1345234" y="1359154"/>
                  </a:lnTo>
                  <a:lnTo>
                    <a:pt x="1353553" y="1353553"/>
                  </a:lnTo>
                  <a:lnTo>
                    <a:pt x="1359166" y="1345234"/>
                  </a:lnTo>
                  <a:lnTo>
                    <a:pt x="1361224" y="1335036"/>
                  </a:lnTo>
                  <a:close/>
                </a:path>
                <a:path w="1885314" h="1885315">
                  <a:moveTo>
                    <a:pt x="1361224" y="1073264"/>
                  </a:moveTo>
                  <a:lnTo>
                    <a:pt x="1359166" y="1063078"/>
                  </a:lnTo>
                  <a:lnTo>
                    <a:pt x="1353553" y="1054760"/>
                  </a:lnTo>
                  <a:lnTo>
                    <a:pt x="1345234" y="1049147"/>
                  </a:lnTo>
                  <a:lnTo>
                    <a:pt x="1335049" y="1047089"/>
                  </a:lnTo>
                  <a:lnTo>
                    <a:pt x="1324851" y="1049147"/>
                  </a:lnTo>
                  <a:lnTo>
                    <a:pt x="1316532" y="1054760"/>
                  </a:lnTo>
                  <a:lnTo>
                    <a:pt x="1310919" y="1063078"/>
                  </a:lnTo>
                  <a:lnTo>
                    <a:pt x="1308862" y="1073264"/>
                  </a:lnTo>
                  <a:lnTo>
                    <a:pt x="1310919" y="1083462"/>
                  </a:lnTo>
                  <a:lnTo>
                    <a:pt x="1316532" y="1091780"/>
                  </a:lnTo>
                  <a:lnTo>
                    <a:pt x="1324851" y="1097381"/>
                  </a:lnTo>
                  <a:lnTo>
                    <a:pt x="1335049" y="1099439"/>
                  </a:lnTo>
                  <a:lnTo>
                    <a:pt x="1345234" y="1097381"/>
                  </a:lnTo>
                  <a:lnTo>
                    <a:pt x="1353553" y="1091780"/>
                  </a:lnTo>
                  <a:lnTo>
                    <a:pt x="1359166" y="1083462"/>
                  </a:lnTo>
                  <a:lnTo>
                    <a:pt x="1361224" y="1073264"/>
                  </a:lnTo>
                  <a:close/>
                </a:path>
                <a:path w="1885314" h="1885315">
                  <a:moveTo>
                    <a:pt x="1361224" y="811491"/>
                  </a:moveTo>
                  <a:lnTo>
                    <a:pt x="1359166" y="801306"/>
                  </a:lnTo>
                  <a:lnTo>
                    <a:pt x="1353553" y="792988"/>
                  </a:lnTo>
                  <a:lnTo>
                    <a:pt x="1345234" y="787374"/>
                  </a:lnTo>
                  <a:lnTo>
                    <a:pt x="1335049" y="785317"/>
                  </a:lnTo>
                  <a:lnTo>
                    <a:pt x="1324851" y="787374"/>
                  </a:lnTo>
                  <a:lnTo>
                    <a:pt x="1316532" y="792988"/>
                  </a:lnTo>
                  <a:lnTo>
                    <a:pt x="1310919" y="801306"/>
                  </a:lnTo>
                  <a:lnTo>
                    <a:pt x="1308862" y="811491"/>
                  </a:lnTo>
                  <a:lnTo>
                    <a:pt x="1310919" y="821690"/>
                  </a:lnTo>
                  <a:lnTo>
                    <a:pt x="1316532" y="830008"/>
                  </a:lnTo>
                  <a:lnTo>
                    <a:pt x="1324851" y="835609"/>
                  </a:lnTo>
                  <a:lnTo>
                    <a:pt x="1335049" y="837666"/>
                  </a:lnTo>
                  <a:lnTo>
                    <a:pt x="1345234" y="835609"/>
                  </a:lnTo>
                  <a:lnTo>
                    <a:pt x="1353553" y="830008"/>
                  </a:lnTo>
                  <a:lnTo>
                    <a:pt x="1359166" y="821690"/>
                  </a:lnTo>
                  <a:lnTo>
                    <a:pt x="1361224" y="811491"/>
                  </a:lnTo>
                  <a:close/>
                </a:path>
                <a:path w="1885314" h="1885315">
                  <a:moveTo>
                    <a:pt x="1361224" y="549719"/>
                  </a:moveTo>
                  <a:lnTo>
                    <a:pt x="1359166" y="539534"/>
                  </a:lnTo>
                  <a:lnTo>
                    <a:pt x="1353553" y="531215"/>
                  </a:lnTo>
                  <a:lnTo>
                    <a:pt x="1345234" y="525602"/>
                  </a:lnTo>
                  <a:lnTo>
                    <a:pt x="1335049" y="523544"/>
                  </a:lnTo>
                  <a:lnTo>
                    <a:pt x="1324851" y="525602"/>
                  </a:lnTo>
                  <a:lnTo>
                    <a:pt x="1316532" y="531215"/>
                  </a:lnTo>
                  <a:lnTo>
                    <a:pt x="1310919" y="539534"/>
                  </a:lnTo>
                  <a:lnTo>
                    <a:pt x="1308862" y="549719"/>
                  </a:lnTo>
                  <a:lnTo>
                    <a:pt x="1310919" y="559917"/>
                  </a:lnTo>
                  <a:lnTo>
                    <a:pt x="1316532" y="568236"/>
                  </a:lnTo>
                  <a:lnTo>
                    <a:pt x="1324851" y="573836"/>
                  </a:lnTo>
                  <a:lnTo>
                    <a:pt x="1335049" y="575894"/>
                  </a:lnTo>
                  <a:lnTo>
                    <a:pt x="1345234" y="573836"/>
                  </a:lnTo>
                  <a:lnTo>
                    <a:pt x="1353553" y="568236"/>
                  </a:lnTo>
                  <a:lnTo>
                    <a:pt x="1359166" y="559917"/>
                  </a:lnTo>
                  <a:lnTo>
                    <a:pt x="1361224" y="549719"/>
                  </a:lnTo>
                  <a:close/>
                </a:path>
                <a:path w="1885314" h="1885315">
                  <a:moveTo>
                    <a:pt x="1361224" y="287947"/>
                  </a:moveTo>
                  <a:lnTo>
                    <a:pt x="1359166" y="277761"/>
                  </a:lnTo>
                  <a:lnTo>
                    <a:pt x="1353553" y="269443"/>
                  </a:lnTo>
                  <a:lnTo>
                    <a:pt x="1345234" y="263829"/>
                  </a:lnTo>
                  <a:lnTo>
                    <a:pt x="1335049" y="261772"/>
                  </a:lnTo>
                  <a:lnTo>
                    <a:pt x="1324851" y="263829"/>
                  </a:lnTo>
                  <a:lnTo>
                    <a:pt x="1316532" y="269443"/>
                  </a:lnTo>
                  <a:lnTo>
                    <a:pt x="1310919" y="277761"/>
                  </a:lnTo>
                  <a:lnTo>
                    <a:pt x="1308862" y="287947"/>
                  </a:lnTo>
                  <a:lnTo>
                    <a:pt x="1310919" y="298145"/>
                  </a:lnTo>
                  <a:lnTo>
                    <a:pt x="1316532" y="306463"/>
                  </a:lnTo>
                  <a:lnTo>
                    <a:pt x="1324851" y="312077"/>
                  </a:lnTo>
                  <a:lnTo>
                    <a:pt x="1335049" y="314121"/>
                  </a:lnTo>
                  <a:lnTo>
                    <a:pt x="1345234" y="312077"/>
                  </a:lnTo>
                  <a:lnTo>
                    <a:pt x="1353553" y="306463"/>
                  </a:lnTo>
                  <a:lnTo>
                    <a:pt x="1359166" y="298145"/>
                  </a:lnTo>
                  <a:lnTo>
                    <a:pt x="1361224" y="287947"/>
                  </a:lnTo>
                  <a:close/>
                </a:path>
                <a:path w="1885314" h="1885315">
                  <a:moveTo>
                    <a:pt x="1361224" y="26174"/>
                  </a:moveTo>
                  <a:lnTo>
                    <a:pt x="1359166" y="15989"/>
                  </a:lnTo>
                  <a:lnTo>
                    <a:pt x="1353553" y="7670"/>
                  </a:lnTo>
                  <a:lnTo>
                    <a:pt x="1345234" y="2057"/>
                  </a:lnTo>
                  <a:lnTo>
                    <a:pt x="1335049" y="0"/>
                  </a:lnTo>
                  <a:lnTo>
                    <a:pt x="1324851" y="2057"/>
                  </a:lnTo>
                  <a:lnTo>
                    <a:pt x="1316532" y="7670"/>
                  </a:lnTo>
                  <a:lnTo>
                    <a:pt x="1310919" y="15989"/>
                  </a:lnTo>
                  <a:lnTo>
                    <a:pt x="1308862" y="26174"/>
                  </a:lnTo>
                  <a:lnTo>
                    <a:pt x="1310919" y="36372"/>
                  </a:lnTo>
                  <a:lnTo>
                    <a:pt x="1316532" y="44691"/>
                  </a:lnTo>
                  <a:lnTo>
                    <a:pt x="1324851" y="50304"/>
                  </a:lnTo>
                  <a:lnTo>
                    <a:pt x="1335049" y="52349"/>
                  </a:lnTo>
                  <a:lnTo>
                    <a:pt x="1345234" y="50304"/>
                  </a:lnTo>
                  <a:lnTo>
                    <a:pt x="1353553" y="44691"/>
                  </a:lnTo>
                  <a:lnTo>
                    <a:pt x="1359166" y="36372"/>
                  </a:lnTo>
                  <a:lnTo>
                    <a:pt x="1361224" y="26174"/>
                  </a:lnTo>
                  <a:close/>
                </a:path>
                <a:path w="1885314" h="1885315">
                  <a:moveTo>
                    <a:pt x="1622996" y="1858581"/>
                  </a:moveTo>
                  <a:lnTo>
                    <a:pt x="1620939" y="1848396"/>
                  </a:lnTo>
                  <a:lnTo>
                    <a:pt x="1615325" y="1840077"/>
                  </a:lnTo>
                  <a:lnTo>
                    <a:pt x="1607007" y="1834464"/>
                  </a:lnTo>
                  <a:lnTo>
                    <a:pt x="1596821" y="1832406"/>
                  </a:lnTo>
                  <a:lnTo>
                    <a:pt x="1586623" y="1834464"/>
                  </a:lnTo>
                  <a:lnTo>
                    <a:pt x="1578305" y="1840077"/>
                  </a:lnTo>
                  <a:lnTo>
                    <a:pt x="1572691" y="1848396"/>
                  </a:lnTo>
                  <a:lnTo>
                    <a:pt x="1570634" y="1858581"/>
                  </a:lnTo>
                  <a:lnTo>
                    <a:pt x="1572691" y="1868779"/>
                  </a:lnTo>
                  <a:lnTo>
                    <a:pt x="1578305" y="1877098"/>
                  </a:lnTo>
                  <a:lnTo>
                    <a:pt x="1586623" y="1882698"/>
                  </a:lnTo>
                  <a:lnTo>
                    <a:pt x="1596821" y="1884756"/>
                  </a:lnTo>
                  <a:lnTo>
                    <a:pt x="1607007" y="1882698"/>
                  </a:lnTo>
                  <a:lnTo>
                    <a:pt x="1615325" y="1877098"/>
                  </a:lnTo>
                  <a:lnTo>
                    <a:pt x="1620939" y="1868779"/>
                  </a:lnTo>
                  <a:lnTo>
                    <a:pt x="1622996" y="1858581"/>
                  </a:lnTo>
                  <a:close/>
                </a:path>
                <a:path w="1885314" h="1885315">
                  <a:moveTo>
                    <a:pt x="1622996" y="1596809"/>
                  </a:moveTo>
                  <a:lnTo>
                    <a:pt x="1620939" y="1586623"/>
                  </a:lnTo>
                  <a:lnTo>
                    <a:pt x="1615325" y="1578305"/>
                  </a:lnTo>
                  <a:lnTo>
                    <a:pt x="1607007" y="1572691"/>
                  </a:lnTo>
                  <a:lnTo>
                    <a:pt x="1596821" y="1570634"/>
                  </a:lnTo>
                  <a:lnTo>
                    <a:pt x="1586623" y="1572691"/>
                  </a:lnTo>
                  <a:lnTo>
                    <a:pt x="1578305" y="1578305"/>
                  </a:lnTo>
                  <a:lnTo>
                    <a:pt x="1572691" y="1586623"/>
                  </a:lnTo>
                  <a:lnTo>
                    <a:pt x="1570634" y="1596809"/>
                  </a:lnTo>
                  <a:lnTo>
                    <a:pt x="1572691" y="1607007"/>
                  </a:lnTo>
                  <a:lnTo>
                    <a:pt x="1578305" y="1615325"/>
                  </a:lnTo>
                  <a:lnTo>
                    <a:pt x="1586623" y="1620926"/>
                  </a:lnTo>
                  <a:lnTo>
                    <a:pt x="1596821" y="1622983"/>
                  </a:lnTo>
                  <a:lnTo>
                    <a:pt x="1607007" y="1620926"/>
                  </a:lnTo>
                  <a:lnTo>
                    <a:pt x="1615325" y="1615325"/>
                  </a:lnTo>
                  <a:lnTo>
                    <a:pt x="1620939" y="1607007"/>
                  </a:lnTo>
                  <a:lnTo>
                    <a:pt x="1622996" y="1596809"/>
                  </a:lnTo>
                  <a:close/>
                </a:path>
                <a:path w="1885314" h="1885315">
                  <a:moveTo>
                    <a:pt x="1622996" y="1335036"/>
                  </a:moveTo>
                  <a:lnTo>
                    <a:pt x="1620939" y="1324851"/>
                  </a:lnTo>
                  <a:lnTo>
                    <a:pt x="1615325" y="1316532"/>
                  </a:lnTo>
                  <a:lnTo>
                    <a:pt x="1607007" y="1310919"/>
                  </a:lnTo>
                  <a:lnTo>
                    <a:pt x="1596821" y="1308862"/>
                  </a:lnTo>
                  <a:lnTo>
                    <a:pt x="1586623" y="1310919"/>
                  </a:lnTo>
                  <a:lnTo>
                    <a:pt x="1578305" y="1316532"/>
                  </a:lnTo>
                  <a:lnTo>
                    <a:pt x="1572691" y="1324851"/>
                  </a:lnTo>
                  <a:lnTo>
                    <a:pt x="1570634" y="1335036"/>
                  </a:lnTo>
                  <a:lnTo>
                    <a:pt x="1572691" y="1345234"/>
                  </a:lnTo>
                  <a:lnTo>
                    <a:pt x="1578305" y="1353553"/>
                  </a:lnTo>
                  <a:lnTo>
                    <a:pt x="1586623" y="1359154"/>
                  </a:lnTo>
                  <a:lnTo>
                    <a:pt x="1596821" y="1361211"/>
                  </a:lnTo>
                  <a:lnTo>
                    <a:pt x="1607007" y="1359154"/>
                  </a:lnTo>
                  <a:lnTo>
                    <a:pt x="1615325" y="1353553"/>
                  </a:lnTo>
                  <a:lnTo>
                    <a:pt x="1620939" y="1345234"/>
                  </a:lnTo>
                  <a:lnTo>
                    <a:pt x="1622996" y="1335036"/>
                  </a:lnTo>
                  <a:close/>
                </a:path>
                <a:path w="1885314" h="1885315">
                  <a:moveTo>
                    <a:pt x="1622996" y="1073264"/>
                  </a:moveTo>
                  <a:lnTo>
                    <a:pt x="1620939" y="1063078"/>
                  </a:lnTo>
                  <a:lnTo>
                    <a:pt x="1615325" y="1054760"/>
                  </a:lnTo>
                  <a:lnTo>
                    <a:pt x="1607007" y="1049147"/>
                  </a:lnTo>
                  <a:lnTo>
                    <a:pt x="1596821" y="1047089"/>
                  </a:lnTo>
                  <a:lnTo>
                    <a:pt x="1586623" y="1049147"/>
                  </a:lnTo>
                  <a:lnTo>
                    <a:pt x="1578305" y="1054760"/>
                  </a:lnTo>
                  <a:lnTo>
                    <a:pt x="1572691" y="1063078"/>
                  </a:lnTo>
                  <a:lnTo>
                    <a:pt x="1570634" y="1073264"/>
                  </a:lnTo>
                  <a:lnTo>
                    <a:pt x="1572691" y="1083462"/>
                  </a:lnTo>
                  <a:lnTo>
                    <a:pt x="1578305" y="1091780"/>
                  </a:lnTo>
                  <a:lnTo>
                    <a:pt x="1586623" y="1097381"/>
                  </a:lnTo>
                  <a:lnTo>
                    <a:pt x="1596821" y="1099439"/>
                  </a:lnTo>
                  <a:lnTo>
                    <a:pt x="1607007" y="1097381"/>
                  </a:lnTo>
                  <a:lnTo>
                    <a:pt x="1615325" y="1091780"/>
                  </a:lnTo>
                  <a:lnTo>
                    <a:pt x="1620939" y="1083462"/>
                  </a:lnTo>
                  <a:lnTo>
                    <a:pt x="1622996" y="1073264"/>
                  </a:lnTo>
                  <a:close/>
                </a:path>
                <a:path w="1885314" h="1885315">
                  <a:moveTo>
                    <a:pt x="1622996" y="811491"/>
                  </a:moveTo>
                  <a:lnTo>
                    <a:pt x="1620939" y="801306"/>
                  </a:lnTo>
                  <a:lnTo>
                    <a:pt x="1615325" y="792988"/>
                  </a:lnTo>
                  <a:lnTo>
                    <a:pt x="1607007" y="787374"/>
                  </a:lnTo>
                  <a:lnTo>
                    <a:pt x="1596821" y="785317"/>
                  </a:lnTo>
                  <a:lnTo>
                    <a:pt x="1586623" y="787374"/>
                  </a:lnTo>
                  <a:lnTo>
                    <a:pt x="1578305" y="792988"/>
                  </a:lnTo>
                  <a:lnTo>
                    <a:pt x="1572691" y="801306"/>
                  </a:lnTo>
                  <a:lnTo>
                    <a:pt x="1570634" y="811491"/>
                  </a:lnTo>
                  <a:lnTo>
                    <a:pt x="1572691" y="821690"/>
                  </a:lnTo>
                  <a:lnTo>
                    <a:pt x="1578305" y="830008"/>
                  </a:lnTo>
                  <a:lnTo>
                    <a:pt x="1586623" y="835609"/>
                  </a:lnTo>
                  <a:lnTo>
                    <a:pt x="1596821" y="837666"/>
                  </a:lnTo>
                  <a:lnTo>
                    <a:pt x="1607007" y="835609"/>
                  </a:lnTo>
                  <a:lnTo>
                    <a:pt x="1615325" y="830008"/>
                  </a:lnTo>
                  <a:lnTo>
                    <a:pt x="1620939" y="821690"/>
                  </a:lnTo>
                  <a:lnTo>
                    <a:pt x="1622996" y="811491"/>
                  </a:lnTo>
                  <a:close/>
                </a:path>
                <a:path w="1885314" h="1885315">
                  <a:moveTo>
                    <a:pt x="1622996" y="549719"/>
                  </a:moveTo>
                  <a:lnTo>
                    <a:pt x="1620939" y="539534"/>
                  </a:lnTo>
                  <a:lnTo>
                    <a:pt x="1615325" y="531215"/>
                  </a:lnTo>
                  <a:lnTo>
                    <a:pt x="1607007" y="525602"/>
                  </a:lnTo>
                  <a:lnTo>
                    <a:pt x="1596821" y="523544"/>
                  </a:lnTo>
                  <a:lnTo>
                    <a:pt x="1586623" y="525602"/>
                  </a:lnTo>
                  <a:lnTo>
                    <a:pt x="1578305" y="531215"/>
                  </a:lnTo>
                  <a:lnTo>
                    <a:pt x="1572691" y="539534"/>
                  </a:lnTo>
                  <a:lnTo>
                    <a:pt x="1570634" y="549719"/>
                  </a:lnTo>
                  <a:lnTo>
                    <a:pt x="1572691" y="559917"/>
                  </a:lnTo>
                  <a:lnTo>
                    <a:pt x="1578305" y="568236"/>
                  </a:lnTo>
                  <a:lnTo>
                    <a:pt x="1586623" y="573836"/>
                  </a:lnTo>
                  <a:lnTo>
                    <a:pt x="1596821" y="575894"/>
                  </a:lnTo>
                  <a:lnTo>
                    <a:pt x="1607007" y="573836"/>
                  </a:lnTo>
                  <a:lnTo>
                    <a:pt x="1615325" y="568236"/>
                  </a:lnTo>
                  <a:lnTo>
                    <a:pt x="1620939" y="559917"/>
                  </a:lnTo>
                  <a:lnTo>
                    <a:pt x="1622996" y="549719"/>
                  </a:lnTo>
                  <a:close/>
                </a:path>
                <a:path w="1885314" h="1885315">
                  <a:moveTo>
                    <a:pt x="1622996" y="287947"/>
                  </a:moveTo>
                  <a:lnTo>
                    <a:pt x="1620939" y="277761"/>
                  </a:lnTo>
                  <a:lnTo>
                    <a:pt x="1615325" y="269443"/>
                  </a:lnTo>
                  <a:lnTo>
                    <a:pt x="1607007" y="263829"/>
                  </a:lnTo>
                  <a:lnTo>
                    <a:pt x="1596821" y="261772"/>
                  </a:lnTo>
                  <a:lnTo>
                    <a:pt x="1586623" y="263829"/>
                  </a:lnTo>
                  <a:lnTo>
                    <a:pt x="1578305" y="269443"/>
                  </a:lnTo>
                  <a:lnTo>
                    <a:pt x="1572691" y="277761"/>
                  </a:lnTo>
                  <a:lnTo>
                    <a:pt x="1570634" y="287947"/>
                  </a:lnTo>
                  <a:lnTo>
                    <a:pt x="1572691" y="298145"/>
                  </a:lnTo>
                  <a:lnTo>
                    <a:pt x="1578305" y="306463"/>
                  </a:lnTo>
                  <a:lnTo>
                    <a:pt x="1586623" y="312077"/>
                  </a:lnTo>
                  <a:lnTo>
                    <a:pt x="1596821" y="314121"/>
                  </a:lnTo>
                  <a:lnTo>
                    <a:pt x="1607007" y="312077"/>
                  </a:lnTo>
                  <a:lnTo>
                    <a:pt x="1615325" y="306463"/>
                  </a:lnTo>
                  <a:lnTo>
                    <a:pt x="1620939" y="298145"/>
                  </a:lnTo>
                  <a:lnTo>
                    <a:pt x="1622996" y="287947"/>
                  </a:lnTo>
                  <a:close/>
                </a:path>
                <a:path w="1885314" h="1885315">
                  <a:moveTo>
                    <a:pt x="1622996" y="26174"/>
                  </a:moveTo>
                  <a:lnTo>
                    <a:pt x="1620939" y="15989"/>
                  </a:lnTo>
                  <a:lnTo>
                    <a:pt x="1615325" y="7670"/>
                  </a:lnTo>
                  <a:lnTo>
                    <a:pt x="1607007" y="2057"/>
                  </a:lnTo>
                  <a:lnTo>
                    <a:pt x="1596821" y="0"/>
                  </a:lnTo>
                  <a:lnTo>
                    <a:pt x="1586623" y="2057"/>
                  </a:lnTo>
                  <a:lnTo>
                    <a:pt x="1578305" y="7670"/>
                  </a:lnTo>
                  <a:lnTo>
                    <a:pt x="1572691" y="15989"/>
                  </a:lnTo>
                  <a:lnTo>
                    <a:pt x="1570634" y="26174"/>
                  </a:lnTo>
                  <a:lnTo>
                    <a:pt x="1572691" y="36372"/>
                  </a:lnTo>
                  <a:lnTo>
                    <a:pt x="1578305" y="44691"/>
                  </a:lnTo>
                  <a:lnTo>
                    <a:pt x="1586623" y="50304"/>
                  </a:lnTo>
                  <a:lnTo>
                    <a:pt x="1596821" y="52349"/>
                  </a:lnTo>
                  <a:lnTo>
                    <a:pt x="1607007" y="50304"/>
                  </a:lnTo>
                  <a:lnTo>
                    <a:pt x="1615325" y="44691"/>
                  </a:lnTo>
                  <a:lnTo>
                    <a:pt x="1620939" y="36372"/>
                  </a:lnTo>
                  <a:lnTo>
                    <a:pt x="1622996" y="26174"/>
                  </a:lnTo>
                  <a:close/>
                </a:path>
                <a:path w="1885314" h="1885315">
                  <a:moveTo>
                    <a:pt x="1884768" y="1858581"/>
                  </a:moveTo>
                  <a:lnTo>
                    <a:pt x="1882711" y="1848396"/>
                  </a:lnTo>
                  <a:lnTo>
                    <a:pt x="1877098" y="1840077"/>
                  </a:lnTo>
                  <a:lnTo>
                    <a:pt x="1868779" y="1834464"/>
                  </a:lnTo>
                  <a:lnTo>
                    <a:pt x="1858594" y="1832406"/>
                  </a:lnTo>
                  <a:lnTo>
                    <a:pt x="1848396" y="1834464"/>
                  </a:lnTo>
                  <a:lnTo>
                    <a:pt x="1840077" y="1840077"/>
                  </a:lnTo>
                  <a:lnTo>
                    <a:pt x="1834464" y="1848396"/>
                  </a:lnTo>
                  <a:lnTo>
                    <a:pt x="1832406" y="1858581"/>
                  </a:lnTo>
                  <a:lnTo>
                    <a:pt x="1834464" y="1868779"/>
                  </a:lnTo>
                  <a:lnTo>
                    <a:pt x="1840077" y="1877098"/>
                  </a:lnTo>
                  <a:lnTo>
                    <a:pt x="1848396" y="1882698"/>
                  </a:lnTo>
                  <a:lnTo>
                    <a:pt x="1858594" y="1884756"/>
                  </a:lnTo>
                  <a:lnTo>
                    <a:pt x="1868779" y="1882698"/>
                  </a:lnTo>
                  <a:lnTo>
                    <a:pt x="1877098" y="1877098"/>
                  </a:lnTo>
                  <a:lnTo>
                    <a:pt x="1882711" y="1868779"/>
                  </a:lnTo>
                  <a:lnTo>
                    <a:pt x="1884768" y="1858581"/>
                  </a:lnTo>
                  <a:close/>
                </a:path>
                <a:path w="1885314" h="1885315">
                  <a:moveTo>
                    <a:pt x="1884768" y="1596809"/>
                  </a:moveTo>
                  <a:lnTo>
                    <a:pt x="1882711" y="1586623"/>
                  </a:lnTo>
                  <a:lnTo>
                    <a:pt x="1877098" y="1578305"/>
                  </a:lnTo>
                  <a:lnTo>
                    <a:pt x="1868779" y="1572691"/>
                  </a:lnTo>
                  <a:lnTo>
                    <a:pt x="1858594" y="1570634"/>
                  </a:lnTo>
                  <a:lnTo>
                    <a:pt x="1848396" y="1572691"/>
                  </a:lnTo>
                  <a:lnTo>
                    <a:pt x="1840077" y="1578305"/>
                  </a:lnTo>
                  <a:lnTo>
                    <a:pt x="1834464" y="1586623"/>
                  </a:lnTo>
                  <a:lnTo>
                    <a:pt x="1832406" y="1596809"/>
                  </a:lnTo>
                  <a:lnTo>
                    <a:pt x="1834464" y="1607007"/>
                  </a:lnTo>
                  <a:lnTo>
                    <a:pt x="1840077" y="1615325"/>
                  </a:lnTo>
                  <a:lnTo>
                    <a:pt x="1848396" y="1620926"/>
                  </a:lnTo>
                  <a:lnTo>
                    <a:pt x="1858594" y="1622983"/>
                  </a:lnTo>
                  <a:lnTo>
                    <a:pt x="1868779" y="1620926"/>
                  </a:lnTo>
                  <a:lnTo>
                    <a:pt x="1877098" y="1615325"/>
                  </a:lnTo>
                  <a:lnTo>
                    <a:pt x="1882711" y="1607007"/>
                  </a:lnTo>
                  <a:lnTo>
                    <a:pt x="1884768" y="1596809"/>
                  </a:lnTo>
                  <a:close/>
                </a:path>
                <a:path w="1885314" h="1885315">
                  <a:moveTo>
                    <a:pt x="1884768" y="1335036"/>
                  </a:moveTo>
                  <a:lnTo>
                    <a:pt x="1882711" y="1324851"/>
                  </a:lnTo>
                  <a:lnTo>
                    <a:pt x="1877098" y="1316532"/>
                  </a:lnTo>
                  <a:lnTo>
                    <a:pt x="1868779" y="1310919"/>
                  </a:lnTo>
                  <a:lnTo>
                    <a:pt x="1858594" y="1308862"/>
                  </a:lnTo>
                  <a:lnTo>
                    <a:pt x="1848396" y="1310919"/>
                  </a:lnTo>
                  <a:lnTo>
                    <a:pt x="1840077" y="1316532"/>
                  </a:lnTo>
                  <a:lnTo>
                    <a:pt x="1834464" y="1324851"/>
                  </a:lnTo>
                  <a:lnTo>
                    <a:pt x="1832406" y="1335036"/>
                  </a:lnTo>
                  <a:lnTo>
                    <a:pt x="1834464" y="1345234"/>
                  </a:lnTo>
                  <a:lnTo>
                    <a:pt x="1840077" y="1353553"/>
                  </a:lnTo>
                  <a:lnTo>
                    <a:pt x="1848396" y="1359154"/>
                  </a:lnTo>
                  <a:lnTo>
                    <a:pt x="1858594" y="1361211"/>
                  </a:lnTo>
                  <a:lnTo>
                    <a:pt x="1868779" y="1359154"/>
                  </a:lnTo>
                  <a:lnTo>
                    <a:pt x="1877098" y="1353553"/>
                  </a:lnTo>
                  <a:lnTo>
                    <a:pt x="1882711" y="1345234"/>
                  </a:lnTo>
                  <a:lnTo>
                    <a:pt x="1884768" y="1335036"/>
                  </a:lnTo>
                  <a:close/>
                </a:path>
                <a:path w="1885314" h="1885315">
                  <a:moveTo>
                    <a:pt x="1884768" y="1073264"/>
                  </a:moveTo>
                  <a:lnTo>
                    <a:pt x="1882711" y="1063078"/>
                  </a:lnTo>
                  <a:lnTo>
                    <a:pt x="1877098" y="1054760"/>
                  </a:lnTo>
                  <a:lnTo>
                    <a:pt x="1868779" y="1049147"/>
                  </a:lnTo>
                  <a:lnTo>
                    <a:pt x="1858594" y="1047089"/>
                  </a:lnTo>
                  <a:lnTo>
                    <a:pt x="1848396" y="1049147"/>
                  </a:lnTo>
                  <a:lnTo>
                    <a:pt x="1840077" y="1054760"/>
                  </a:lnTo>
                  <a:lnTo>
                    <a:pt x="1834464" y="1063078"/>
                  </a:lnTo>
                  <a:lnTo>
                    <a:pt x="1832406" y="1073264"/>
                  </a:lnTo>
                  <a:lnTo>
                    <a:pt x="1834464" y="1083462"/>
                  </a:lnTo>
                  <a:lnTo>
                    <a:pt x="1840077" y="1091780"/>
                  </a:lnTo>
                  <a:lnTo>
                    <a:pt x="1848396" y="1097381"/>
                  </a:lnTo>
                  <a:lnTo>
                    <a:pt x="1858594" y="1099439"/>
                  </a:lnTo>
                  <a:lnTo>
                    <a:pt x="1868779" y="1097381"/>
                  </a:lnTo>
                  <a:lnTo>
                    <a:pt x="1877098" y="1091780"/>
                  </a:lnTo>
                  <a:lnTo>
                    <a:pt x="1882711" y="1083462"/>
                  </a:lnTo>
                  <a:lnTo>
                    <a:pt x="1884768" y="1073264"/>
                  </a:lnTo>
                  <a:close/>
                </a:path>
                <a:path w="1885314" h="1885315">
                  <a:moveTo>
                    <a:pt x="1884768" y="811491"/>
                  </a:moveTo>
                  <a:lnTo>
                    <a:pt x="1882711" y="801306"/>
                  </a:lnTo>
                  <a:lnTo>
                    <a:pt x="1877098" y="792988"/>
                  </a:lnTo>
                  <a:lnTo>
                    <a:pt x="1868779" y="787374"/>
                  </a:lnTo>
                  <a:lnTo>
                    <a:pt x="1858594" y="785317"/>
                  </a:lnTo>
                  <a:lnTo>
                    <a:pt x="1848396" y="787374"/>
                  </a:lnTo>
                  <a:lnTo>
                    <a:pt x="1840077" y="792988"/>
                  </a:lnTo>
                  <a:lnTo>
                    <a:pt x="1834464" y="801306"/>
                  </a:lnTo>
                  <a:lnTo>
                    <a:pt x="1832406" y="811491"/>
                  </a:lnTo>
                  <a:lnTo>
                    <a:pt x="1834464" y="821690"/>
                  </a:lnTo>
                  <a:lnTo>
                    <a:pt x="1840077" y="830008"/>
                  </a:lnTo>
                  <a:lnTo>
                    <a:pt x="1848396" y="835609"/>
                  </a:lnTo>
                  <a:lnTo>
                    <a:pt x="1858594" y="837666"/>
                  </a:lnTo>
                  <a:lnTo>
                    <a:pt x="1868779" y="835609"/>
                  </a:lnTo>
                  <a:lnTo>
                    <a:pt x="1877098" y="830008"/>
                  </a:lnTo>
                  <a:lnTo>
                    <a:pt x="1882711" y="821690"/>
                  </a:lnTo>
                  <a:lnTo>
                    <a:pt x="1884768" y="811491"/>
                  </a:lnTo>
                  <a:close/>
                </a:path>
                <a:path w="1885314" h="1885315">
                  <a:moveTo>
                    <a:pt x="1884768" y="549719"/>
                  </a:moveTo>
                  <a:lnTo>
                    <a:pt x="1882711" y="539534"/>
                  </a:lnTo>
                  <a:lnTo>
                    <a:pt x="1877098" y="531215"/>
                  </a:lnTo>
                  <a:lnTo>
                    <a:pt x="1868779" y="525602"/>
                  </a:lnTo>
                  <a:lnTo>
                    <a:pt x="1858594" y="523544"/>
                  </a:lnTo>
                  <a:lnTo>
                    <a:pt x="1848396" y="525602"/>
                  </a:lnTo>
                  <a:lnTo>
                    <a:pt x="1840077" y="531215"/>
                  </a:lnTo>
                  <a:lnTo>
                    <a:pt x="1834464" y="539534"/>
                  </a:lnTo>
                  <a:lnTo>
                    <a:pt x="1832406" y="549719"/>
                  </a:lnTo>
                  <a:lnTo>
                    <a:pt x="1834464" y="559917"/>
                  </a:lnTo>
                  <a:lnTo>
                    <a:pt x="1840077" y="568236"/>
                  </a:lnTo>
                  <a:lnTo>
                    <a:pt x="1848396" y="573836"/>
                  </a:lnTo>
                  <a:lnTo>
                    <a:pt x="1858594" y="575894"/>
                  </a:lnTo>
                  <a:lnTo>
                    <a:pt x="1868779" y="573836"/>
                  </a:lnTo>
                  <a:lnTo>
                    <a:pt x="1877098" y="568236"/>
                  </a:lnTo>
                  <a:lnTo>
                    <a:pt x="1882711" y="559917"/>
                  </a:lnTo>
                  <a:lnTo>
                    <a:pt x="1884768" y="549719"/>
                  </a:lnTo>
                  <a:close/>
                </a:path>
                <a:path w="1885314" h="1885315">
                  <a:moveTo>
                    <a:pt x="1884768" y="287947"/>
                  </a:moveTo>
                  <a:lnTo>
                    <a:pt x="1882711" y="277761"/>
                  </a:lnTo>
                  <a:lnTo>
                    <a:pt x="1877098" y="269443"/>
                  </a:lnTo>
                  <a:lnTo>
                    <a:pt x="1868779" y="263829"/>
                  </a:lnTo>
                  <a:lnTo>
                    <a:pt x="1858594" y="261772"/>
                  </a:lnTo>
                  <a:lnTo>
                    <a:pt x="1848396" y="263829"/>
                  </a:lnTo>
                  <a:lnTo>
                    <a:pt x="1840077" y="269443"/>
                  </a:lnTo>
                  <a:lnTo>
                    <a:pt x="1834464" y="277761"/>
                  </a:lnTo>
                  <a:lnTo>
                    <a:pt x="1832406" y="287947"/>
                  </a:lnTo>
                  <a:lnTo>
                    <a:pt x="1834464" y="298145"/>
                  </a:lnTo>
                  <a:lnTo>
                    <a:pt x="1840077" y="306463"/>
                  </a:lnTo>
                  <a:lnTo>
                    <a:pt x="1848396" y="312077"/>
                  </a:lnTo>
                  <a:lnTo>
                    <a:pt x="1858594" y="314121"/>
                  </a:lnTo>
                  <a:lnTo>
                    <a:pt x="1868779" y="312077"/>
                  </a:lnTo>
                  <a:lnTo>
                    <a:pt x="1877098" y="306463"/>
                  </a:lnTo>
                  <a:lnTo>
                    <a:pt x="1882711" y="298145"/>
                  </a:lnTo>
                  <a:lnTo>
                    <a:pt x="1884768" y="287947"/>
                  </a:lnTo>
                  <a:close/>
                </a:path>
                <a:path w="1885314" h="1885315">
                  <a:moveTo>
                    <a:pt x="1884768" y="26174"/>
                  </a:moveTo>
                  <a:lnTo>
                    <a:pt x="1882711" y="15989"/>
                  </a:lnTo>
                  <a:lnTo>
                    <a:pt x="1877098" y="7670"/>
                  </a:lnTo>
                  <a:lnTo>
                    <a:pt x="1868779" y="2057"/>
                  </a:lnTo>
                  <a:lnTo>
                    <a:pt x="1858594" y="0"/>
                  </a:lnTo>
                  <a:lnTo>
                    <a:pt x="1848396" y="2057"/>
                  </a:lnTo>
                  <a:lnTo>
                    <a:pt x="1840077" y="7670"/>
                  </a:lnTo>
                  <a:lnTo>
                    <a:pt x="1834464" y="15989"/>
                  </a:lnTo>
                  <a:lnTo>
                    <a:pt x="1832406" y="26174"/>
                  </a:lnTo>
                  <a:lnTo>
                    <a:pt x="1834464" y="36372"/>
                  </a:lnTo>
                  <a:lnTo>
                    <a:pt x="1840077" y="44691"/>
                  </a:lnTo>
                  <a:lnTo>
                    <a:pt x="1848396" y="50304"/>
                  </a:lnTo>
                  <a:lnTo>
                    <a:pt x="1858594" y="52349"/>
                  </a:lnTo>
                  <a:lnTo>
                    <a:pt x="1868779" y="50304"/>
                  </a:lnTo>
                  <a:lnTo>
                    <a:pt x="1877098" y="44691"/>
                  </a:lnTo>
                  <a:lnTo>
                    <a:pt x="1882711" y="36372"/>
                  </a:lnTo>
                  <a:lnTo>
                    <a:pt x="1884768" y="26174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693737" y="7264054"/>
            <a:ext cx="9837420" cy="20358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7915"/>
              </a:lnSpc>
              <a:spcBef>
                <a:spcPts val="95"/>
              </a:spcBef>
            </a:pPr>
            <a:r>
              <a:rPr sz="6600" b="1" spc="-20" dirty="0">
                <a:solidFill>
                  <a:srgbClr val="333333"/>
                </a:solidFill>
                <a:latin typeface="Montserrat ExtraBold"/>
                <a:cs typeface="Montserrat ExtraBold"/>
              </a:rPr>
              <a:t>LOREM</a:t>
            </a:r>
            <a:r>
              <a:rPr sz="6600" b="1" spc="-45" dirty="0">
                <a:solidFill>
                  <a:srgbClr val="333333"/>
                </a:solidFill>
                <a:latin typeface="Montserrat ExtraBold"/>
                <a:cs typeface="Montserrat ExtraBold"/>
              </a:rPr>
              <a:t> </a:t>
            </a:r>
            <a:r>
              <a:rPr sz="6600" b="1" spc="-5" dirty="0">
                <a:solidFill>
                  <a:srgbClr val="333333"/>
                </a:solidFill>
                <a:latin typeface="Montserrat ExtraBold"/>
                <a:cs typeface="Montserrat ExtraBold"/>
              </a:rPr>
              <a:t>IPSUM</a:t>
            </a:r>
            <a:r>
              <a:rPr sz="6600" b="1" spc="-40" dirty="0">
                <a:solidFill>
                  <a:srgbClr val="333333"/>
                </a:solidFill>
                <a:latin typeface="Montserrat ExtraBold"/>
                <a:cs typeface="Montserrat ExtraBold"/>
              </a:rPr>
              <a:t> </a:t>
            </a:r>
            <a:r>
              <a:rPr sz="6600" b="1" spc="-20" dirty="0">
                <a:solidFill>
                  <a:srgbClr val="333333"/>
                </a:solidFill>
                <a:latin typeface="Montserrat ExtraBold"/>
                <a:cs typeface="Montserrat ExtraBold"/>
              </a:rPr>
              <a:t>DOLOR</a:t>
            </a:r>
            <a:endParaRPr sz="6600">
              <a:latin typeface="Montserrat ExtraBold"/>
              <a:cs typeface="Montserrat ExtraBold"/>
            </a:endParaRPr>
          </a:p>
          <a:p>
            <a:pPr marL="3404235">
              <a:lnSpc>
                <a:spcPts val="7915"/>
              </a:lnSpc>
            </a:pPr>
            <a:r>
              <a:rPr sz="6600" spc="-105" dirty="0">
                <a:solidFill>
                  <a:srgbClr val="333333"/>
                </a:solidFill>
                <a:latin typeface="Montserrat"/>
                <a:cs typeface="Montserrat"/>
              </a:rPr>
              <a:t>C</a:t>
            </a:r>
            <a:r>
              <a:rPr sz="6600" spc="-5" dirty="0">
                <a:solidFill>
                  <a:srgbClr val="333333"/>
                </a:solidFill>
                <a:latin typeface="Montserrat"/>
                <a:cs typeface="Montserrat"/>
              </a:rPr>
              <a:t>ONS</a:t>
            </a:r>
            <a:r>
              <a:rPr sz="6600" spc="-35" dirty="0">
                <a:solidFill>
                  <a:srgbClr val="333333"/>
                </a:solidFill>
                <a:latin typeface="Montserrat"/>
                <a:cs typeface="Montserrat"/>
              </a:rPr>
              <a:t>E</a:t>
            </a:r>
            <a:r>
              <a:rPr sz="6600" spc="-65" dirty="0">
                <a:solidFill>
                  <a:srgbClr val="333333"/>
                </a:solidFill>
                <a:latin typeface="Montserrat"/>
                <a:cs typeface="Montserrat"/>
              </a:rPr>
              <a:t>C</a:t>
            </a:r>
            <a:r>
              <a:rPr sz="6600" spc="-5" dirty="0">
                <a:solidFill>
                  <a:srgbClr val="333333"/>
                </a:solidFill>
                <a:latin typeface="Montserrat"/>
                <a:cs typeface="Montserrat"/>
              </a:rPr>
              <a:t>TE</a:t>
            </a:r>
            <a:r>
              <a:rPr sz="6600" spc="-100" dirty="0">
                <a:solidFill>
                  <a:srgbClr val="333333"/>
                </a:solidFill>
                <a:latin typeface="Montserrat"/>
                <a:cs typeface="Montserrat"/>
              </a:rPr>
              <a:t>T</a:t>
            </a:r>
            <a:r>
              <a:rPr sz="6600" spc="-5" dirty="0">
                <a:solidFill>
                  <a:srgbClr val="333333"/>
                </a:solidFill>
                <a:latin typeface="Montserrat"/>
                <a:cs typeface="Montserrat"/>
              </a:rPr>
              <a:t>UR</a:t>
            </a:r>
            <a:endParaRPr sz="6600">
              <a:latin typeface="Montserrat"/>
              <a:cs typeface="Montserra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599450" y="3884156"/>
            <a:ext cx="5462905" cy="43103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550" spc="-10" dirty="0">
                <a:solidFill>
                  <a:srgbClr val="FFFFFF"/>
                </a:solidFill>
                <a:latin typeface="Montserrat"/>
                <a:cs typeface="Montserrat"/>
              </a:rPr>
              <a:t>Lorem</a:t>
            </a:r>
            <a:r>
              <a:rPr sz="2550" spc="-5" dirty="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sz="2550" dirty="0">
                <a:solidFill>
                  <a:srgbClr val="FFFFFF"/>
                </a:solidFill>
                <a:latin typeface="Montserrat"/>
                <a:cs typeface="Montserrat"/>
              </a:rPr>
              <a:t>ipsum dolor</a:t>
            </a:r>
            <a:r>
              <a:rPr sz="2550" spc="-5" dirty="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sz="2550" dirty="0">
                <a:solidFill>
                  <a:srgbClr val="FFFFFF"/>
                </a:solidFill>
                <a:latin typeface="Montserrat"/>
                <a:cs typeface="Montserrat"/>
              </a:rPr>
              <a:t>sit </a:t>
            </a:r>
            <a:r>
              <a:rPr sz="2550" spc="5" dirty="0">
                <a:solidFill>
                  <a:srgbClr val="FFFFFF"/>
                </a:solidFill>
                <a:latin typeface="Montserrat"/>
                <a:cs typeface="Montserrat"/>
              </a:rPr>
              <a:t>amet, </a:t>
            </a:r>
            <a:r>
              <a:rPr sz="2550" spc="10" dirty="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sz="2550" spc="-5" dirty="0">
                <a:solidFill>
                  <a:srgbClr val="FFFFFF"/>
                </a:solidFill>
                <a:latin typeface="Montserrat"/>
                <a:cs typeface="Montserrat"/>
              </a:rPr>
              <a:t>consectetur </a:t>
            </a:r>
            <a:r>
              <a:rPr sz="2550" dirty="0">
                <a:solidFill>
                  <a:srgbClr val="FFFFFF"/>
                </a:solidFill>
                <a:latin typeface="Montserrat"/>
                <a:cs typeface="Montserrat"/>
              </a:rPr>
              <a:t>adipiscing </a:t>
            </a:r>
            <a:r>
              <a:rPr sz="2550" spc="5" dirty="0">
                <a:solidFill>
                  <a:srgbClr val="FFFFFF"/>
                </a:solidFill>
                <a:latin typeface="Montserrat"/>
                <a:cs typeface="Montserrat"/>
              </a:rPr>
              <a:t>elit, </a:t>
            </a:r>
            <a:r>
              <a:rPr sz="2550" dirty="0">
                <a:solidFill>
                  <a:srgbClr val="FFFFFF"/>
                </a:solidFill>
                <a:latin typeface="Montserrat"/>
                <a:cs typeface="Montserrat"/>
              </a:rPr>
              <a:t>sed </a:t>
            </a:r>
            <a:r>
              <a:rPr sz="2550" spc="5" dirty="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sz="2550" dirty="0">
                <a:solidFill>
                  <a:srgbClr val="FFFFFF"/>
                </a:solidFill>
                <a:latin typeface="Montserrat"/>
                <a:cs typeface="Montserrat"/>
              </a:rPr>
              <a:t>do</a:t>
            </a:r>
            <a:r>
              <a:rPr sz="2550" spc="5" dirty="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sz="2550" dirty="0">
                <a:solidFill>
                  <a:srgbClr val="FFFFFF"/>
                </a:solidFill>
                <a:latin typeface="Montserrat"/>
                <a:cs typeface="Montserrat"/>
              </a:rPr>
              <a:t>eiusmod</a:t>
            </a:r>
            <a:r>
              <a:rPr sz="2550" spc="665" dirty="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sz="2550" spc="-5" dirty="0">
                <a:solidFill>
                  <a:srgbClr val="FFFFFF"/>
                </a:solidFill>
                <a:latin typeface="Montserrat"/>
                <a:cs typeface="Montserrat"/>
              </a:rPr>
              <a:t>tempor</a:t>
            </a:r>
            <a:r>
              <a:rPr sz="2550" spc="660" dirty="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sz="2550" dirty="0">
                <a:solidFill>
                  <a:srgbClr val="FFFFFF"/>
                </a:solidFill>
                <a:latin typeface="Montserrat"/>
                <a:cs typeface="Montserrat"/>
              </a:rPr>
              <a:t>incididunt </a:t>
            </a:r>
            <a:r>
              <a:rPr sz="2550" spc="5" dirty="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sz="2550" dirty="0">
                <a:solidFill>
                  <a:srgbClr val="FFFFFF"/>
                </a:solidFill>
                <a:latin typeface="Montserrat"/>
                <a:cs typeface="Montserrat"/>
              </a:rPr>
              <a:t>ut </a:t>
            </a:r>
            <a:r>
              <a:rPr sz="2550" spc="-5" dirty="0">
                <a:solidFill>
                  <a:srgbClr val="FFFFFF"/>
                </a:solidFill>
                <a:latin typeface="Montserrat"/>
                <a:cs typeface="Montserrat"/>
              </a:rPr>
              <a:t>labore </a:t>
            </a:r>
            <a:r>
              <a:rPr sz="2550" dirty="0">
                <a:solidFill>
                  <a:srgbClr val="FFFFFF"/>
                </a:solidFill>
                <a:latin typeface="Montserrat"/>
                <a:cs typeface="Montserrat"/>
              </a:rPr>
              <a:t>et </a:t>
            </a:r>
            <a:r>
              <a:rPr sz="2550" spc="-5" dirty="0">
                <a:solidFill>
                  <a:srgbClr val="FFFFFF"/>
                </a:solidFill>
                <a:latin typeface="Montserrat"/>
                <a:cs typeface="Montserrat"/>
              </a:rPr>
              <a:t>dolore </a:t>
            </a:r>
            <a:r>
              <a:rPr sz="2550" spc="5" dirty="0">
                <a:solidFill>
                  <a:srgbClr val="FFFFFF"/>
                </a:solidFill>
                <a:latin typeface="Montserrat"/>
                <a:cs typeface="Montserrat"/>
              </a:rPr>
              <a:t>magna </a:t>
            </a:r>
            <a:r>
              <a:rPr sz="2550" dirty="0">
                <a:solidFill>
                  <a:srgbClr val="FFFFFF"/>
                </a:solidFill>
                <a:latin typeface="Montserrat"/>
                <a:cs typeface="Montserrat"/>
              </a:rPr>
              <a:t>aliqua. </a:t>
            </a:r>
            <a:r>
              <a:rPr sz="2550" spc="-655" dirty="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sz="2550" dirty="0">
                <a:solidFill>
                  <a:srgbClr val="FFFFFF"/>
                </a:solidFill>
                <a:latin typeface="Montserrat"/>
                <a:cs typeface="Montserrat"/>
              </a:rPr>
              <a:t>Ut enim </a:t>
            </a:r>
            <a:r>
              <a:rPr sz="2550" spc="5" dirty="0">
                <a:solidFill>
                  <a:srgbClr val="FFFFFF"/>
                </a:solidFill>
                <a:latin typeface="Montserrat"/>
                <a:cs typeface="Montserrat"/>
              </a:rPr>
              <a:t>ad </a:t>
            </a:r>
            <a:r>
              <a:rPr sz="2550" dirty="0">
                <a:solidFill>
                  <a:srgbClr val="FFFFFF"/>
                </a:solidFill>
                <a:latin typeface="Montserrat"/>
                <a:cs typeface="Montserrat"/>
              </a:rPr>
              <a:t>minim </a:t>
            </a:r>
            <a:r>
              <a:rPr sz="2550" spc="-5" dirty="0">
                <a:solidFill>
                  <a:srgbClr val="FFFFFF"/>
                </a:solidFill>
                <a:latin typeface="Montserrat"/>
                <a:cs typeface="Montserrat"/>
              </a:rPr>
              <a:t>veniam, </a:t>
            </a:r>
            <a:r>
              <a:rPr sz="2550" dirty="0">
                <a:solidFill>
                  <a:srgbClr val="FFFFFF"/>
                </a:solidFill>
                <a:latin typeface="Montserrat"/>
                <a:cs typeface="Montserrat"/>
              </a:rPr>
              <a:t>quis </a:t>
            </a:r>
            <a:r>
              <a:rPr sz="2550" spc="5" dirty="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sz="2550" dirty="0">
                <a:solidFill>
                  <a:srgbClr val="FFFFFF"/>
                </a:solidFill>
                <a:latin typeface="Montserrat"/>
                <a:cs typeface="Montserrat"/>
              </a:rPr>
              <a:t>nostrud</a:t>
            </a:r>
            <a:r>
              <a:rPr sz="2550" spc="-5" dirty="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sz="2550" spc="-10" dirty="0">
                <a:solidFill>
                  <a:srgbClr val="FFFFFF"/>
                </a:solidFill>
                <a:latin typeface="Montserrat"/>
                <a:cs typeface="Montserrat"/>
              </a:rPr>
              <a:t>exercitation</a:t>
            </a:r>
            <a:r>
              <a:rPr sz="2550" spc="-5" dirty="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sz="2550" dirty="0">
                <a:solidFill>
                  <a:srgbClr val="FFFFFF"/>
                </a:solidFill>
                <a:latin typeface="Montserrat"/>
                <a:cs typeface="Montserrat"/>
              </a:rPr>
              <a:t>ullamco </a:t>
            </a:r>
            <a:r>
              <a:rPr sz="2550" spc="5" dirty="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sz="2550" spc="-5" dirty="0">
                <a:solidFill>
                  <a:srgbClr val="FFFFFF"/>
                </a:solidFill>
                <a:latin typeface="Montserrat"/>
                <a:cs typeface="Montserrat"/>
              </a:rPr>
              <a:t>laboris </a:t>
            </a:r>
            <a:r>
              <a:rPr sz="2550" dirty="0">
                <a:solidFill>
                  <a:srgbClr val="FFFFFF"/>
                </a:solidFill>
                <a:latin typeface="Montserrat"/>
                <a:cs typeface="Montserrat"/>
              </a:rPr>
              <a:t>nisi ut</a:t>
            </a:r>
            <a:r>
              <a:rPr sz="2550" spc="-5" dirty="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sz="2550" dirty="0">
                <a:solidFill>
                  <a:srgbClr val="FFFFFF"/>
                </a:solidFill>
                <a:latin typeface="Montserrat"/>
                <a:cs typeface="Montserrat"/>
              </a:rPr>
              <a:t>aliquip </a:t>
            </a:r>
            <a:r>
              <a:rPr sz="2550" spc="-20" dirty="0">
                <a:solidFill>
                  <a:srgbClr val="FFFFFF"/>
                </a:solidFill>
                <a:latin typeface="Montserrat"/>
                <a:cs typeface="Montserrat"/>
              </a:rPr>
              <a:t>ex</a:t>
            </a:r>
            <a:r>
              <a:rPr sz="2550" spc="-5" dirty="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sz="2550" spc="-20" dirty="0">
                <a:solidFill>
                  <a:srgbClr val="FFFFFF"/>
                </a:solidFill>
                <a:latin typeface="Montserrat"/>
                <a:cs typeface="Montserrat"/>
              </a:rPr>
              <a:t>ea</a:t>
            </a:r>
            <a:r>
              <a:rPr sz="2550" dirty="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sz="2550" spc="5" dirty="0">
                <a:solidFill>
                  <a:srgbClr val="FFFFFF"/>
                </a:solidFill>
                <a:latin typeface="Montserrat"/>
                <a:cs typeface="Montserrat"/>
              </a:rPr>
              <a:t>modo </a:t>
            </a:r>
            <a:r>
              <a:rPr sz="2550" spc="10" dirty="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sz="2550" dirty="0">
                <a:solidFill>
                  <a:srgbClr val="FFFFFF"/>
                </a:solidFill>
                <a:latin typeface="Montserrat"/>
                <a:cs typeface="Montserrat"/>
              </a:rPr>
              <a:t>consequat. Duis </a:t>
            </a:r>
            <a:r>
              <a:rPr sz="2550" spc="-10" dirty="0">
                <a:solidFill>
                  <a:srgbClr val="FFFFFF"/>
                </a:solidFill>
                <a:latin typeface="Montserrat"/>
                <a:cs typeface="Montserrat"/>
              </a:rPr>
              <a:t>aute </a:t>
            </a:r>
            <a:r>
              <a:rPr sz="2550" spc="-5" dirty="0">
                <a:solidFill>
                  <a:srgbClr val="FFFFFF"/>
                </a:solidFill>
                <a:latin typeface="Montserrat"/>
                <a:cs typeface="Montserrat"/>
              </a:rPr>
              <a:t>irure </a:t>
            </a:r>
            <a:r>
              <a:rPr sz="2550" dirty="0">
                <a:solidFill>
                  <a:srgbClr val="FFFFFF"/>
                </a:solidFill>
                <a:latin typeface="Montserrat"/>
                <a:cs typeface="Montserrat"/>
              </a:rPr>
              <a:t>dolor </a:t>
            </a:r>
            <a:r>
              <a:rPr sz="2550" spc="5" dirty="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sz="2550" dirty="0">
                <a:solidFill>
                  <a:srgbClr val="FFFFFF"/>
                </a:solidFill>
                <a:latin typeface="Montserrat"/>
                <a:cs typeface="Montserrat"/>
              </a:rPr>
              <a:t>in </a:t>
            </a:r>
            <a:r>
              <a:rPr sz="2550" spc="-5" dirty="0">
                <a:solidFill>
                  <a:srgbClr val="FFFFFF"/>
                </a:solidFill>
                <a:latin typeface="Montserrat"/>
                <a:cs typeface="Montserrat"/>
              </a:rPr>
              <a:t>reprehenderit </a:t>
            </a:r>
            <a:r>
              <a:rPr sz="2550" dirty="0">
                <a:solidFill>
                  <a:srgbClr val="FFFFFF"/>
                </a:solidFill>
                <a:latin typeface="Montserrat"/>
                <a:cs typeface="Montserrat"/>
              </a:rPr>
              <a:t>in </a:t>
            </a:r>
            <a:r>
              <a:rPr sz="2550" spc="-10" dirty="0">
                <a:solidFill>
                  <a:srgbClr val="FFFFFF"/>
                </a:solidFill>
                <a:latin typeface="Montserrat"/>
                <a:cs typeface="Montserrat"/>
              </a:rPr>
              <a:t>voluptate velit </a:t>
            </a:r>
            <a:r>
              <a:rPr sz="2550" spc="-655" dirty="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sz="2550" dirty="0">
                <a:solidFill>
                  <a:srgbClr val="FFFFFF"/>
                </a:solidFill>
                <a:latin typeface="Montserrat"/>
                <a:cs typeface="Montserrat"/>
              </a:rPr>
              <a:t>esse cillum </a:t>
            </a:r>
            <a:r>
              <a:rPr sz="2550" spc="-5" dirty="0">
                <a:solidFill>
                  <a:srgbClr val="FFFFFF"/>
                </a:solidFill>
                <a:latin typeface="Montserrat"/>
                <a:cs typeface="Montserrat"/>
              </a:rPr>
              <a:t>dolore </a:t>
            </a:r>
            <a:r>
              <a:rPr sz="2550" dirty="0">
                <a:solidFill>
                  <a:srgbClr val="FFFFFF"/>
                </a:solidFill>
                <a:latin typeface="Montserrat"/>
                <a:cs typeface="Montserrat"/>
              </a:rPr>
              <a:t>eu fugiat nulla </a:t>
            </a:r>
            <a:r>
              <a:rPr sz="2550" spc="-655" dirty="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sz="2550" spc="-5" dirty="0">
                <a:solidFill>
                  <a:srgbClr val="FFFFFF"/>
                </a:solidFill>
                <a:latin typeface="Montserrat"/>
                <a:cs typeface="Montserrat"/>
              </a:rPr>
              <a:t>pariatur.</a:t>
            </a:r>
            <a:endParaRPr sz="2550">
              <a:latin typeface="Montserrat"/>
              <a:cs typeface="Montserra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1517973" y="3239430"/>
            <a:ext cx="2094230" cy="0"/>
          </a:xfrm>
          <a:custGeom>
            <a:avLst/>
            <a:gdLst/>
            <a:ahLst/>
            <a:cxnLst/>
            <a:rect l="l" t="t" r="r" b="b"/>
            <a:pathLst>
              <a:path w="2094230">
                <a:moveTo>
                  <a:pt x="0" y="0"/>
                </a:moveTo>
                <a:lnTo>
                  <a:pt x="2094177" y="0"/>
                </a:lnTo>
              </a:path>
            </a:pathLst>
          </a:custGeom>
          <a:ln w="314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13599456" y="996639"/>
            <a:ext cx="5470525" cy="14700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90"/>
              </a:spcBef>
            </a:pPr>
            <a:r>
              <a:rPr sz="4700" spc="20" dirty="0">
                <a:solidFill>
                  <a:srgbClr val="FFFFFF"/>
                </a:solidFill>
              </a:rPr>
              <a:t>DUIS</a:t>
            </a:r>
            <a:r>
              <a:rPr sz="4700" spc="-15" dirty="0">
                <a:solidFill>
                  <a:srgbClr val="FFFFFF"/>
                </a:solidFill>
              </a:rPr>
              <a:t> AUTE</a:t>
            </a:r>
            <a:r>
              <a:rPr sz="4700" spc="145" dirty="0">
                <a:solidFill>
                  <a:srgbClr val="FFFFFF"/>
                </a:solidFill>
              </a:rPr>
              <a:t> </a:t>
            </a:r>
            <a:r>
              <a:rPr sz="4700" b="1" spc="20" dirty="0">
                <a:solidFill>
                  <a:srgbClr val="FFFFFF"/>
                </a:solidFill>
                <a:latin typeface="Montserrat ExtraBold"/>
                <a:cs typeface="Montserrat ExtraBold"/>
              </a:rPr>
              <a:t>IRURE </a:t>
            </a:r>
            <a:r>
              <a:rPr sz="4700" b="1" spc="-1350" dirty="0">
                <a:solidFill>
                  <a:srgbClr val="FFFFFF"/>
                </a:solidFill>
                <a:latin typeface="Montserrat ExtraBold"/>
                <a:cs typeface="Montserrat ExtraBold"/>
              </a:rPr>
              <a:t> </a:t>
            </a:r>
            <a:r>
              <a:rPr sz="4700" b="1" spc="15" dirty="0">
                <a:solidFill>
                  <a:srgbClr val="FFFFFF"/>
                </a:solidFill>
                <a:latin typeface="Montserrat ExtraBold"/>
                <a:cs typeface="Montserrat ExtraBold"/>
              </a:rPr>
              <a:t>DOLOR</a:t>
            </a:r>
            <a:r>
              <a:rPr sz="4700" b="1" dirty="0">
                <a:solidFill>
                  <a:srgbClr val="FFFFFF"/>
                </a:solidFill>
                <a:latin typeface="Montserrat ExtraBold"/>
                <a:cs typeface="Montserrat ExtraBold"/>
              </a:rPr>
              <a:t> </a:t>
            </a:r>
            <a:r>
              <a:rPr sz="4700" b="1" spc="20" dirty="0">
                <a:solidFill>
                  <a:srgbClr val="FFFFFF"/>
                </a:solidFill>
                <a:latin typeface="Montserrat ExtraBold"/>
                <a:cs typeface="Montserrat ExtraBold"/>
              </a:rPr>
              <a:t>IN</a:t>
            </a:r>
            <a:endParaRPr sz="4700">
              <a:latin typeface="Montserrat ExtraBold"/>
              <a:cs typeface="Montserrat ExtraBol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20104100" cy="11151870"/>
          </a:xfrm>
          <a:custGeom>
            <a:avLst/>
            <a:gdLst/>
            <a:ahLst/>
            <a:cxnLst/>
            <a:rect l="l" t="t" r="r" b="b"/>
            <a:pathLst>
              <a:path w="20104100" h="11151870">
                <a:moveTo>
                  <a:pt x="0" y="11151492"/>
                </a:moveTo>
                <a:lnTo>
                  <a:pt x="20104099" y="11151492"/>
                </a:lnTo>
                <a:lnTo>
                  <a:pt x="20104099" y="0"/>
                </a:lnTo>
                <a:lnTo>
                  <a:pt x="0" y="0"/>
                </a:lnTo>
                <a:lnTo>
                  <a:pt x="0" y="11151492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4868656" y="0"/>
            <a:ext cx="5235575" cy="5235575"/>
          </a:xfrm>
          <a:custGeom>
            <a:avLst/>
            <a:gdLst/>
            <a:ahLst/>
            <a:cxnLst/>
            <a:rect l="l" t="t" r="r" b="b"/>
            <a:pathLst>
              <a:path w="5235575" h="5235575">
                <a:moveTo>
                  <a:pt x="5235442" y="0"/>
                </a:moveTo>
                <a:lnTo>
                  <a:pt x="0" y="0"/>
                </a:lnTo>
                <a:lnTo>
                  <a:pt x="0" y="5235442"/>
                </a:lnTo>
                <a:lnTo>
                  <a:pt x="5235442" y="5235442"/>
                </a:lnTo>
                <a:lnTo>
                  <a:pt x="5235442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9266428" y="837670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9528201" y="837670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9789973" y="837670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9266428" y="863848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9528201" y="863848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9789973" y="863848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9266428" y="890025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9528201" y="890025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9789973" y="890025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9266428" y="916202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9528201" y="916202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9789973" y="916202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9266428" y="942379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9528201" y="942379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9789973" y="942379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9266428" y="9685569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9528201" y="9685569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9789973" y="9685569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9266428" y="994734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9528201" y="994734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9789973" y="994734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9266428" y="1020911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9528201" y="1020911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9789973" y="1020911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8" name="object 28"/>
          <p:cNvGrpSpPr/>
          <p:nvPr/>
        </p:nvGrpSpPr>
        <p:grpSpPr>
          <a:xfrm>
            <a:off x="0" y="0"/>
            <a:ext cx="19842480" cy="11308715"/>
            <a:chOff x="0" y="0"/>
            <a:chExt cx="19842480" cy="11308715"/>
          </a:xfrm>
        </p:grpSpPr>
        <p:pic>
          <p:nvPicPr>
            <p:cNvPr id="29" name="object 2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4868657" cy="11308556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057316" y="261772"/>
              <a:ext cx="10785011" cy="10785011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9842632" y="1047088"/>
              <a:ext cx="9214485" cy="9214485"/>
            </a:xfrm>
            <a:custGeom>
              <a:avLst/>
              <a:gdLst/>
              <a:ahLst/>
              <a:cxnLst/>
              <a:rect l="l" t="t" r="r" b="b"/>
              <a:pathLst>
                <a:path w="9214485" h="9214485">
                  <a:moveTo>
                    <a:pt x="9214379" y="0"/>
                  </a:moveTo>
                  <a:lnTo>
                    <a:pt x="0" y="0"/>
                  </a:lnTo>
                  <a:lnTo>
                    <a:pt x="0" y="9214379"/>
                  </a:lnTo>
                  <a:lnTo>
                    <a:pt x="9214379" y="9214379"/>
                  </a:lnTo>
                  <a:lnTo>
                    <a:pt x="921437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10877020" y="4418738"/>
            <a:ext cx="6881495" cy="31419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550" spc="-10" dirty="0">
                <a:solidFill>
                  <a:srgbClr val="4D4D4D"/>
                </a:solidFill>
                <a:latin typeface="Montserrat"/>
                <a:cs typeface="Montserrat"/>
              </a:rPr>
              <a:t>Lorem</a:t>
            </a:r>
            <a:r>
              <a:rPr sz="2550" spc="-5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550" dirty="0">
                <a:solidFill>
                  <a:srgbClr val="4D4D4D"/>
                </a:solidFill>
                <a:latin typeface="Montserrat"/>
                <a:cs typeface="Montserrat"/>
              </a:rPr>
              <a:t>ipsum dolor sit </a:t>
            </a:r>
            <a:r>
              <a:rPr sz="2550" spc="5" dirty="0">
                <a:solidFill>
                  <a:srgbClr val="4D4D4D"/>
                </a:solidFill>
                <a:latin typeface="Montserrat"/>
                <a:cs typeface="Montserrat"/>
              </a:rPr>
              <a:t>amet,</a:t>
            </a:r>
            <a:r>
              <a:rPr sz="2550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550" spc="-5" dirty="0">
                <a:solidFill>
                  <a:srgbClr val="4D4D4D"/>
                </a:solidFill>
                <a:latin typeface="Montserrat"/>
                <a:cs typeface="Montserrat"/>
              </a:rPr>
              <a:t>consectetur </a:t>
            </a:r>
            <a:r>
              <a:rPr sz="2550" dirty="0">
                <a:solidFill>
                  <a:srgbClr val="4D4D4D"/>
                </a:solidFill>
                <a:latin typeface="Montserrat"/>
                <a:cs typeface="Montserrat"/>
              </a:rPr>
              <a:t> adipiscing </a:t>
            </a:r>
            <a:r>
              <a:rPr sz="2550" spc="5" dirty="0">
                <a:solidFill>
                  <a:srgbClr val="4D4D4D"/>
                </a:solidFill>
                <a:latin typeface="Montserrat"/>
                <a:cs typeface="Montserrat"/>
              </a:rPr>
              <a:t>elit, </a:t>
            </a:r>
            <a:r>
              <a:rPr sz="2550" dirty="0">
                <a:solidFill>
                  <a:srgbClr val="4D4D4D"/>
                </a:solidFill>
                <a:latin typeface="Montserrat"/>
                <a:cs typeface="Montserrat"/>
              </a:rPr>
              <a:t>sed do eiusmod </a:t>
            </a:r>
            <a:r>
              <a:rPr sz="2550" spc="-5" dirty="0">
                <a:solidFill>
                  <a:srgbClr val="4D4D4D"/>
                </a:solidFill>
                <a:latin typeface="Montserrat"/>
                <a:cs typeface="Montserrat"/>
              </a:rPr>
              <a:t>tempor </a:t>
            </a:r>
            <a:r>
              <a:rPr sz="2550" dirty="0">
                <a:solidFill>
                  <a:srgbClr val="4D4D4D"/>
                </a:solidFill>
                <a:latin typeface="Montserrat"/>
                <a:cs typeface="Montserrat"/>
              </a:rPr>
              <a:t> incididunt</a:t>
            </a:r>
            <a:r>
              <a:rPr sz="2550" spc="-5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550" dirty="0">
                <a:solidFill>
                  <a:srgbClr val="4D4D4D"/>
                </a:solidFill>
                <a:latin typeface="Montserrat"/>
                <a:cs typeface="Montserrat"/>
              </a:rPr>
              <a:t>ut </a:t>
            </a:r>
            <a:r>
              <a:rPr sz="2550" spc="-5" dirty="0">
                <a:solidFill>
                  <a:srgbClr val="4D4D4D"/>
                </a:solidFill>
                <a:latin typeface="Montserrat"/>
                <a:cs typeface="Montserrat"/>
              </a:rPr>
              <a:t>labore</a:t>
            </a:r>
            <a:r>
              <a:rPr sz="2550" dirty="0">
                <a:solidFill>
                  <a:srgbClr val="4D4D4D"/>
                </a:solidFill>
                <a:latin typeface="Montserrat"/>
                <a:cs typeface="Montserrat"/>
              </a:rPr>
              <a:t> et</a:t>
            </a:r>
            <a:r>
              <a:rPr sz="2550" spc="-5" dirty="0">
                <a:solidFill>
                  <a:srgbClr val="4D4D4D"/>
                </a:solidFill>
                <a:latin typeface="Montserrat"/>
                <a:cs typeface="Montserrat"/>
              </a:rPr>
              <a:t> dolore</a:t>
            </a:r>
            <a:r>
              <a:rPr sz="2550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550" spc="5" dirty="0">
                <a:solidFill>
                  <a:srgbClr val="4D4D4D"/>
                </a:solidFill>
                <a:latin typeface="Montserrat"/>
                <a:cs typeface="Montserrat"/>
              </a:rPr>
              <a:t>magna </a:t>
            </a:r>
            <a:r>
              <a:rPr sz="2550" spc="10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550" dirty="0">
                <a:solidFill>
                  <a:srgbClr val="4D4D4D"/>
                </a:solidFill>
                <a:latin typeface="Montserrat"/>
                <a:cs typeface="Montserrat"/>
              </a:rPr>
              <a:t>aliqua. Ut enim </a:t>
            </a:r>
            <a:r>
              <a:rPr sz="2550" spc="5" dirty="0">
                <a:solidFill>
                  <a:srgbClr val="4D4D4D"/>
                </a:solidFill>
                <a:latin typeface="Montserrat"/>
                <a:cs typeface="Montserrat"/>
              </a:rPr>
              <a:t>ad </a:t>
            </a:r>
            <a:r>
              <a:rPr sz="2550" dirty="0">
                <a:solidFill>
                  <a:srgbClr val="4D4D4D"/>
                </a:solidFill>
                <a:latin typeface="Montserrat"/>
                <a:cs typeface="Montserrat"/>
              </a:rPr>
              <a:t>minim </a:t>
            </a:r>
            <a:r>
              <a:rPr sz="2550" spc="-5" dirty="0">
                <a:solidFill>
                  <a:srgbClr val="4D4D4D"/>
                </a:solidFill>
                <a:latin typeface="Montserrat"/>
                <a:cs typeface="Montserrat"/>
              </a:rPr>
              <a:t>veniam, </a:t>
            </a:r>
            <a:r>
              <a:rPr sz="2550" dirty="0">
                <a:solidFill>
                  <a:srgbClr val="4D4D4D"/>
                </a:solidFill>
                <a:latin typeface="Montserrat"/>
                <a:cs typeface="Montserrat"/>
              </a:rPr>
              <a:t>quis </a:t>
            </a:r>
            <a:r>
              <a:rPr sz="2550" spc="5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550" dirty="0">
                <a:solidFill>
                  <a:srgbClr val="4D4D4D"/>
                </a:solidFill>
                <a:latin typeface="Montserrat"/>
                <a:cs typeface="Montserrat"/>
              </a:rPr>
              <a:t>nostrud</a:t>
            </a:r>
            <a:r>
              <a:rPr sz="2550" spc="80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550" spc="-10" dirty="0">
                <a:solidFill>
                  <a:srgbClr val="4D4D4D"/>
                </a:solidFill>
                <a:latin typeface="Montserrat"/>
                <a:cs typeface="Montserrat"/>
              </a:rPr>
              <a:t>exercitation</a:t>
            </a:r>
            <a:r>
              <a:rPr sz="2550" spc="80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550" dirty="0">
                <a:solidFill>
                  <a:srgbClr val="4D4D4D"/>
                </a:solidFill>
                <a:latin typeface="Montserrat"/>
                <a:cs typeface="Montserrat"/>
              </a:rPr>
              <a:t>ullamco</a:t>
            </a:r>
            <a:r>
              <a:rPr sz="2550" spc="80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550" spc="-5" dirty="0">
                <a:solidFill>
                  <a:srgbClr val="4D4D4D"/>
                </a:solidFill>
                <a:latin typeface="Montserrat"/>
                <a:cs typeface="Montserrat"/>
              </a:rPr>
              <a:t>laboris</a:t>
            </a:r>
            <a:r>
              <a:rPr sz="2550" spc="80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550" dirty="0">
                <a:solidFill>
                  <a:srgbClr val="4D4D4D"/>
                </a:solidFill>
                <a:latin typeface="Montserrat"/>
                <a:cs typeface="Montserrat"/>
              </a:rPr>
              <a:t>nisi </a:t>
            </a:r>
            <a:r>
              <a:rPr sz="2550" spc="5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550" dirty="0">
                <a:solidFill>
                  <a:srgbClr val="4D4D4D"/>
                </a:solidFill>
                <a:latin typeface="Montserrat"/>
                <a:cs typeface="Montserrat"/>
              </a:rPr>
              <a:t>ut</a:t>
            </a:r>
            <a:r>
              <a:rPr sz="2550" spc="-5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550" dirty="0">
                <a:solidFill>
                  <a:srgbClr val="4D4D4D"/>
                </a:solidFill>
                <a:latin typeface="Montserrat"/>
                <a:cs typeface="Montserrat"/>
              </a:rPr>
              <a:t>aliquip </a:t>
            </a:r>
            <a:r>
              <a:rPr sz="2550" spc="-20" dirty="0">
                <a:solidFill>
                  <a:srgbClr val="4D4D4D"/>
                </a:solidFill>
                <a:latin typeface="Montserrat"/>
                <a:cs typeface="Montserrat"/>
              </a:rPr>
              <a:t>ex</a:t>
            </a:r>
            <a:r>
              <a:rPr sz="2550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550" spc="-20" dirty="0">
                <a:solidFill>
                  <a:srgbClr val="4D4D4D"/>
                </a:solidFill>
                <a:latin typeface="Montserrat"/>
                <a:cs typeface="Montserrat"/>
              </a:rPr>
              <a:t>ea</a:t>
            </a:r>
            <a:r>
              <a:rPr sz="2550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550" spc="5" dirty="0">
                <a:solidFill>
                  <a:srgbClr val="4D4D4D"/>
                </a:solidFill>
                <a:latin typeface="Montserrat"/>
                <a:cs typeface="Montserrat"/>
              </a:rPr>
              <a:t>modo</a:t>
            </a:r>
            <a:r>
              <a:rPr sz="2550" dirty="0">
                <a:solidFill>
                  <a:srgbClr val="4D4D4D"/>
                </a:solidFill>
                <a:latin typeface="Montserrat"/>
                <a:cs typeface="Montserrat"/>
              </a:rPr>
              <a:t> consequat.</a:t>
            </a:r>
            <a:r>
              <a:rPr sz="2550" spc="-5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550" dirty="0">
                <a:solidFill>
                  <a:srgbClr val="4D4D4D"/>
                </a:solidFill>
                <a:latin typeface="Montserrat"/>
                <a:cs typeface="Montserrat"/>
              </a:rPr>
              <a:t>Duis </a:t>
            </a:r>
            <a:r>
              <a:rPr sz="2550" spc="-15" dirty="0">
                <a:solidFill>
                  <a:srgbClr val="4D4D4D"/>
                </a:solidFill>
                <a:latin typeface="Montserrat"/>
                <a:cs typeface="Montserrat"/>
              </a:rPr>
              <a:t>ute </a:t>
            </a:r>
            <a:r>
              <a:rPr sz="2550" spc="-650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550" spc="-5" dirty="0">
                <a:solidFill>
                  <a:srgbClr val="4D4D4D"/>
                </a:solidFill>
                <a:latin typeface="Montserrat"/>
                <a:cs typeface="Montserrat"/>
              </a:rPr>
              <a:t>irure </a:t>
            </a:r>
            <a:r>
              <a:rPr sz="2550" dirty="0">
                <a:solidFill>
                  <a:srgbClr val="4D4D4D"/>
                </a:solidFill>
                <a:latin typeface="Montserrat"/>
                <a:cs typeface="Montserrat"/>
              </a:rPr>
              <a:t>dolor in </a:t>
            </a:r>
            <a:r>
              <a:rPr sz="2550" spc="-5" dirty="0">
                <a:solidFill>
                  <a:srgbClr val="4D4D4D"/>
                </a:solidFill>
                <a:latin typeface="Montserrat"/>
                <a:cs typeface="Montserrat"/>
              </a:rPr>
              <a:t>reprehenderit </a:t>
            </a:r>
            <a:r>
              <a:rPr sz="2550" dirty="0">
                <a:solidFill>
                  <a:srgbClr val="4D4D4D"/>
                </a:solidFill>
                <a:latin typeface="Montserrat"/>
                <a:cs typeface="Montserrat"/>
              </a:rPr>
              <a:t>in </a:t>
            </a:r>
            <a:r>
              <a:rPr sz="2550" spc="-10" dirty="0">
                <a:solidFill>
                  <a:srgbClr val="4D4D4D"/>
                </a:solidFill>
                <a:latin typeface="Montserrat"/>
                <a:cs typeface="Montserrat"/>
              </a:rPr>
              <a:t>voluptate </a:t>
            </a:r>
            <a:r>
              <a:rPr sz="2550" spc="-5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550" spc="-10" dirty="0">
                <a:solidFill>
                  <a:srgbClr val="4D4D4D"/>
                </a:solidFill>
                <a:latin typeface="Montserrat"/>
                <a:cs typeface="Montserrat"/>
              </a:rPr>
              <a:t>velit</a:t>
            </a:r>
            <a:r>
              <a:rPr sz="2550" spc="5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550" dirty="0">
                <a:solidFill>
                  <a:srgbClr val="4D4D4D"/>
                </a:solidFill>
                <a:latin typeface="Montserrat"/>
                <a:cs typeface="Montserrat"/>
              </a:rPr>
              <a:t>esse</a:t>
            </a:r>
            <a:r>
              <a:rPr sz="2550" spc="5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550" dirty="0">
                <a:solidFill>
                  <a:srgbClr val="4D4D4D"/>
                </a:solidFill>
                <a:latin typeface="Montserrat"/>
                <a:cs typeface="Montserrat"/>
              </a:rPr>
              <a:t>cillum</a:t>
            </a:r>
            <a:r>
              <a:rPr sz="2550" spc="10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550" spc="-5" dirty="0">
                <a:solidFill>
                  <a:srgbClr val="4D4D4D"/>
                </a:solidFill>
                <a:latin typeface="Montserrat"/>
                <a:cs typeface="Montserrat"/>
              </a:rPr>
              <a:t>dolore</a:t>
            </a:r>
            <a:r>
              <a:rPr sz="2550" spc="5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550" dirty="0">
                <a:solidFill>
                  <a:srgbClr val="4D4D4D"/>
                </a:solidFill>
                <a:latin typeface="Montserrat"/>
                <a:cs typeface="Montserrat"/>
              </a:rPr>
              <a:t>eu</a:t>
            </a:r>
            <a:r>
              <a:rPr sz="2550" spc="5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550" dirty="0">
                <a:solidFill>
                  <a:srgbClr val="4D4D4D"/>
                </a:solidFill>
                <a:latin typeface="Montserrat"/>
                <a:cs typeface="Montserrat"/>
              </a:rPr>
              <a:t>fugiat</a:t>
            </a:r>
            <a:r>
              <a:rPr sz="2550" spc="10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550" spc="-5" dirty="0">
                <a:solidFill>
                  <a:srgbClr val="4D4D4D"/>
                </a:solidFill>
                <a:latin typeface="Montserrat"/>
                <a:cs typeface="Montserrat"/>
              </a:rPr>
              <a:t>nullaatur.</a:t>
            </a:r>
            <a:endParaRPr sz="2550">
              <a:latin typeface="Montserrat"/>
              <a:cs typeface="Montserrat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0" y="3791079"/>
            <a:ext cx="20104100" cy="7517765"/>
            <a:chOff x="0" y="3791079"/>
            <a:chExt cx="20104100" cy="7517765"/>
          </a:xfrm>
        </p:grpSpPr>
        <p:sp>
          <p:nvSpPr>
            <p:cNvPr id="34" name="object 34"/>
            <p:cNvSpPr/>
            <p:nvPr/>
          </p:nvSpPr>
          <p:spPr>
            <a:xfrm>
              <a:off x="8795543" y="3806785"/>
              <a:ext cx="2094230" cy="0"/>
            </a:xfrm>
            <a:custGeom>
              <a:avLst/>
              <a:gdLst/>
              <a:ahLst/>
              <a:cxnLst/>
              <a:rect l="l" t="t" r="r" b="b"/>
              <a:pathLst>
                <a:path w="2094229">
                  <a:moveTo>
                    <a:pt x="0" y="0"/>
                  </a:moveTo>
                  <a:lnTo>
                    <a:pt x="2094177" y="0"/>
                  </a:lnTo>
                </a:path>
              </a:pathLst>
            </a:custGeom>
            <a:ln w="31412">
              <a:solidFill>
                <a:srgbClr val="C1272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047076" y="9319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60" h="942975">
                  <a:moveTo>
                    <a:pt x="2779915" y="545020"/>
                  </a:moveTo>
                  <a:lnTo>
                    <a:pt x="2753652" y="265760"/>
                  </a:lnTo>
                  <a:lnTo>
                    <a:pt x="2750807" y="265760"/>
                  </a:lnTo>
                  <a:lnTo>
                    <a:pt x="2600236" y="545020"/>
                  </a:lnTo>
                  <a:lnTo>
                    <a:pt x="2779915" y="545020"/>
                  </a:lnTo>
                  <a:close/>
                </a:path>
                <a:path w="3693160" h="942975">
                  <a:moveTo>
                    <a:pt x="3692995" y="0"/>
                  </a:moveTo>
                  <a:lnTo>
                    <a:pt x="3424605" y="0"/>
                  </a:lnTo>
                  <a:lnTo>
                    <a:pt x="3424605" y="134556"/>
                  </a:lnTo>
                  <a:lnTo>
                    <a:pt x="3281794" y="806462"/>
                  </a:lnTo>
                  <a:lnTo>
                    <a:pt x="3095612" y="806462"/>
                  </a:lnTo>
                  <a:lnTo>
                    <a:pt x="3238538" y="134556"/>
                  </a:lnTo>
                  <a:lnTo>
                    <a:pt x="3424605" y="134556"/>
                  </a:lnTo>
                  <a:lnTo>
                    <a:pt x="3424605" y="0"/>
                  </a:lnTo>
                  <a:lnTo>
                    <a:pt x="3024936" y="0"/>
                  </a:lnTo>
                  <a:lnTo>
                    <a:pt x="3024936" y="806462"/>
                  </a:lnTo>
                  <a:lnTo>
                    <a:pt x="2814574" y="806462"/>
                  </a:lnTo>
                  <a:lnTo>
                    <a:pt x="2797822" y="675284"/>
                  </a:lnTo>
                  <a:lnTo>
                    <a:pt x="2525166" y="675284"/>
                  </a:lnTo>
                  <a:lnTo>
                    <a:pt x="2453538" y="806462"/>
                  </a:lnTo>
                  <a:lnTo>
                    <a:pt x="2267369" y="806462"/>
                  </a:lnTo>
                  <a:lnTo>
                    <a:pt x="2675420" y="134556"/>
                  </a:lnTo>
                  <a:lnTo>
                    <a:pt x="2902534" y="134556"/>
                  </a:lnTo>
                  <a:lnTo>
                    <a:pt x="3024936" y="806462"/>
                  </a:lnTo>
                  <a:lnTo>
                    <a:pt x="3024936" y="0"/>
                  </a:lnTo>
                  <a:lnTo>
                    <a:pt x="2341295" y="0"/>
                  </a:lnTo>
                  <a:lnTo>
                    <a:pt x="2341295" y="134556"/>
                  </a:lnTo>
                  <a:lnTo>
                    <a:pt x="2198471" y="806462"/>
                  </a:lnTo>
                  <a:lnTo>
                    <a:pt x="1940674" y="806462"/>
                  </a:lnTo>
                  <a:lnTo>
                    <a:pt x="1822043" y="291833"/>
                  </a:lnTo>
                  <a:lnTo>
                    <a:pt x="1820164" y="291833"/>
                  </a:lnTo>
                  <a:lnTo>
                    <a:pt x="1710842" y="806462"/>
                  </a:lnTo>
                  <a:lnTo>
                    <a:pt x="1543304" y="806462"/>
                  </a:lnTo>
                  <a:lnTo>
                    <a:pt x="1686128" y="134556"/>
                  </a:lnTo>
                  <a:lnTo>
                    <a:pt x="1946744" y="134556"/>
                  </a:lnTo>
                  <a:lnTo>
                    <a:pt x="2065489" y="635266"/>
                  </a:lnTo>
                  <a:lnTo>
                    <a:pt x="2067687" y="633399"/>
                  </a:lnTo>
                  <a:lnTo>
                    <a:pt x="2173757" y="134556"/>
                  </a:lnTo>
                  <a:lnTo>
                    <a:pt x="2341295" y="134556"/>
                  </a:lnTo>
                  <a:lnTo>
                    <a:pt x="2341295" y="0"/>
                  </a:lnTo>
                  <a:lnTo>
                    <a:pt x="1580997" y="0"/>
                  </a:lnTo>
                  <a:lnTo>
                    <a:pt x="1580997" y="134556"/>
                  </a:lnTo>
                  <a:lnTo>
                    <a:pt x="1553146" y="264820"/>
                  </a:lnTo>
                  <a:lnTo>
                    <a:pt x="1227404" y="264820"/>
                  </a:lnTo>
                  <a:lnTo>
                    <a:pt x="1197978" y="403555"/>
                  </a:lnTo>
                  <a:lnTo>
                    <a:pt x="1497660" y="403555"/>
                  </a:lnTo>
                  <a:lnTo>
                    <a:pt x="1470012" y="533819"/>
                  </a:lnTo>
                  <a:lnTo>
                    <a:pt x="1170330" y="533819"/>
                  </a:lnTo>
                  <a:lnTo>
                    <a:pt x="1140079" y="676224"/>
                  </a:lnTo>
                  <a:lnTo>
                    <a:pt x="1465922" y="676224"/>
                  </a:lnTo>
                  <a:lnTo>
                    <a:pt x="1438071" y="806462"/>
                  </a:lnTo>
                  <a:lnTo>
                    <a:pt x="926261" y="806462"/>
                  </a:lnTo>
                  <a:lnTo>
                    <a:pt x="1027150" y="331825"/>
                  </a:lnTo>
                  <a:lnTo>
                    <a:pt x="1069086" y="134556"/>
                  </a:lnTo>
                  <a:lnTo>
                    <a:pt x="1580997" y="134556"/>
                  </a:lnTo>
                  <a:lnTo>
                    <a:pt x="1580997" y="0"/>
                  </a:lnTo>
                  <a:lnTo>
                    <a:pt x="908481" y="0"/>
                  </a:lnTo>
                  <a:lnTo>
                    <a:pt x="908481" y="281914"/>
                  </a:lnTo>
                  <a:lnTo>
                    <a:pt x="899668" y="331825"/>
                  </a:lnTo>
                  <a:lnTo>
                    <a:pt x="713600" y="331825"/>
                  </a:lnTo>
                  <a:lnTo>
                    <a:pt x="716407" y="313486"/>
                  </a:lnTo>
                  <a:lnTo>
                    <a:pt x="715314" y="297522"/>
                  </a:lnTo>
                  <a:lnTo>
                    <a:pt x="690435" y="263029"/>
                  </a:lnTo>
                  <a:lnTo>
                    <a:pt x="634746" y="250888"/>
                  </a:lnTo>
                  <a:lnTo>
                    <a:pt x="603135" y="255765"/>
                  </a:lnTo>
                  <a:lnTo>
                    <a:pt x="574814" y="268998"/>
                  </a:lnTo>
                  <a:lnTo>
                    <a:pt x="553199" y="288531"/>
                  </a:lnTo>
                  <a:lnTo>
                    <a:pt x="541667" y="312254"/>
                  </a:lnTo>
                  <a:lnTo>
                    <a:pt x="545172" y="343458"/>
                  </a:lnTo>
                  <a:lnTo>
                    <a:pt x="566483" y="364985"/>
                  </a:lnTo>
                  <a:lnTo>
                    <a:pt x="598474" y="379704"/>
                  </a:lnTo>
                  <a:lnTo>
                    <a:pt x="634022" y="390474"/>
                  </a:lnTo>
                  <a:lnTo>
                    <a:pt x="710349" y="409155"/>
                  </a:lnTo>
                  <a:lnTo>
                    <a:pt x="749363" y="420395"/>
                  </a:lnTo>
                  <a:lnTo>
                    <a:pt x="786155" y="434962"/>
                  </a:lnTo>
                  <a:lnTo>
                    <a:pt x="844702" y="480275"/>
                  </a:lnTo>
                  <a:lnTo>
                    <a:pt x="862253" y="514121"/>
                  </a:lnTo>
                  <a:lnTo>
                    <a:pt x="869188" y="557479"/>
                  </a:lnTo>
                  <a:lnTo>
                    <a:pt x="863434" y="611924"/>
                  </a:lnTo>
                  <a:lnTo>
                    <a:pt x="848969" y="656336"/>
                  </a:lnTo>
                  <a:lnTo>
                    <a:pt x="826350" y="695312"/>
                  </a:lnTo>
                  <a:lnTo>
                    <a:pt x="796582" y="728903"/>
                  </a:lnTo>
                  <a:lnTo>
                    <a:pt x="760666" y="757161"/>
                  </a:lnTo>
                  <a:lnTo>
                    <a:pt x="719607" y="780161"/>
                  </a:lnTo>
                  <a:lnTo>
                    <a:pt x="674420" y="797941"/>
                  </a:lnTo>
                  <a:lnTo>
                    <a:pt x="626097" y="810577"/>
                  </a:lnTo>
                  <a:lnTo>
                    <a:pt x="575640" y="818121"/>
                  </a:lnTo>
                  <a:lnTo>
                    <a:pt x="524078" y="820610"/>
                  </a:lnTo>
                  <a:lnTo>
                    <a:pt x="473163" y="818794"/>
                  </a:lnTo>
                  <a:lnTo>
                    <a:pt x="425475" y="812838"/>
                  </a:lnTo>
                  <a:lnTo>
                    <a:pt x="382117" y="801992"/>
                  </a:lnTo>
                  <a:lnTo>
                    <a:pt x="344208" y="785520"/>
                  </a:lnTo>
                  <a:lnTo>
                    <a:pt x="312864" y="762660"/>
                  </a:lnTo>
                  <a:lnTo>
                    <a:pt x="289217" y="732675"/>
                  </a:lnTo>
                  <a:lnTo>
                    <a:pt x="274358" y="694804"/>
                  </a:lnTo>
                  <a:lnTo>
                    <a:pt x="269405" y="648309"/>
                  </a:lnTo>
                  <a:lnTo>
                    <a:pt x="275488" y="592455"/>
                  </a:lnTo>
                  <a:lnTo>
                    <a:pt x="461670" y="592455"/>
                  </a:lnTo>
                  <a:lnTo>
                    <a:pt x="460590" y="634403"/>
                  </a:lnTo>
                  <a:lnTo>
                    <a:pt x="477113" y="665022"/>
                  </a:lnTo>
                  <a:lnTo>
                    <a:pt x="508863" y="683780"/>
                  </a:lnTo>
                  <a:lnTo>
                    <a:pt x="553478" y="690143"/>
                  </a:lnTo>
                  <a:lnTo>
                    <a:pt x="587768" y="685965"/>
                  </a:lnTo>
                  <a:lnTo>
                    <a:pt x="622020" y="673404"/>
                  </a:lnTo>
                  <a:lnTo>
                    <a:pt x="649998" y="652462"/>
                  </a:lnTo>
                  <a:lnTo>
                    <a:pt x="665429" y="623125"/>
                  </a:lnTo>
                  <a:lnTo>
                    <a:pt x="665492" y="593737"/>
                  </a:lnTo>
                  <a:lnTo>
                    <a:pt x="664705" y="592455"/>
                  </a:lnTo>
                  <a:lnTo>
                    <a:pt x="652437" y="572452"/>
                  </a:lnTo>
                  <a:lnTo>
                    <a:pt x="628243" y="556996"/>
                  </a:lnTo>
                  <a:lnTo>
                    <a:pt x="594918" y="545071"/>
                  </a:lnTo>
                  <a:lnTo>
                    <a:pt x="508914" y="522744"/>
                  </a:lnTo>
                  <a:lnTo>
                    <a:pt x="460248" y="507771"/>
                  </a:lnTo>
                  <a:lnTo>
                    <a:pt x="410464" y="487222"/>
                  </a:lnTo>
                  <a:lnTo>
                    <a:pt x="371932" y="459282"/>
                  </a:lnTo>
                  <a:lnTo>
                    <a:pt x="348348" y="421398"/>
                  </a:lnTo>
                  <a:lnTo>
                    <a:pt x="339166" y="375475"/>
                  </a:lnTo>
                  <a:lnTo>
                    <a:pt x="343865" y="323443"/>
                  </a:lnTo>
                  <a:lnTo>
                    <a:pt x="361454" y="274574"/>
                  </a:lnTo>
                  <a:lnTo>
                    <a:pt x="386054" y="233654"/>
                  </a:lnTo>
                  <a:lnTo>
                    <a:pt x="416737" y="200101"/>
                  </a:lnTo>
                  <a:lnTo>
                    <a:pt x="452526" y="173329"/>
                  </a:lnTo>
                  <a:lnTo>
                    <a:pt x="492467" y="152742"/>
                  </a:lnTo>
                  <a:lnTo>
                    <a:pt x="535597" y="137756"/>
                  </a:lnTo>
                  <a:lnTo>
                    <a:pt x="580986" y="127787"/>
                  </a:lnTo>
                  <a:lnTo>
                    <a:pt x="627646" y="122237"/>
                  </a:lnTo>
                  <a:lnTo>
                    <a:pt x="674649" y="120523"/>
                  </a:lnTo>
                  <a:lnTo>
                    <a:pt x="720369" y="122428"/>
                  </a:lnTo>
                  <a:lnTo>
                    <a:pt x="764184" y="128524"/>
                  </a:lnTo>
                  <a:lnTo>
                    <a:pt x="804697" y="139306"/>
                  </a:lnTo>
                  <a:lnTo>
                    <a:pt x="840486" y="155308"/>
                  </a:lnTo>
                  <a:lnTo>
                    <a:pt x="892327" y="205041"/>
                  </a:lnTo>
                  <a:lnTo>
                    <a:pt x="908481" y="281914"/>
                  </a:lnTo>
                  <a:lnTo>
                    <a:pt x="908481" y="0"/>
                  </a:lnTo>
                  <a:lnTo>
                    <a:pt x="0" y="0"/>
                  </a:lnTo>
                  <a:lnTo>
                    <a:pt x="0" y="137388"/>
                  </a:lnTo>
                  <a:lnTo>
                    <a:pt x="198323" y="137388"/>
                  </a:lnTo>
                  <a:lnTo>
                    <a:pt x="198323" y="162204"/>
                  </a:lnTo>
                  <a:lnTo>
                    <a:pt x="0" y="162204"/>
                  </a:lnTo>
                  <a:lnTo>
                    <a:pt x="0" y="295605"/>
                  </a:lnTo>
                  <a:lnTo>
                    <a:pt x="198323" y="295605"/>
                  </a:lnTo>
                  <a:lnTo>
                    <a:pt x="198323" y="320408"/>
                  </a:lnTo>
                  <a:lnTo>
                    <a:pt x="0" y="320408"/>
                  </a:lnTo>
                  <a:lnTo>
                    <a:pt x="0" y="458101"/>
                  </a:lnTo>
                  <a:lnTo>
                    <a:pt x="198323" y="458101"/>
                  </a:lnTo>
                  <a:lnTo>
                    <a:pt x="198323" y="482930"/>
                  </a:lnTo>
                  <a:lnTo>
                    <a:pt x="0" y="482930"/>
                  </a:lnTo>
                  <a:lnTo>
                    <a:pt x="0" y="622820"/>
                  </a:lnTo>
                  <a:lnTo>
                    <a:pt x="198323" y="622820"/>
                  </a:lnTo>
                  <a:lnTo>
                    <a:pt x="198323" y="647623"/>
                  </a:lnTo>
                  <a:lnTo>
                    <a:pt x="0" y="647623"/>
                  </a:lnTo>
                  <a:lnTo>
                    <a:pt x="0" y="781545"/>
                  </a:lnTo>
                  <a:lnTo>
                    <a:pt x="198323" y="781545"/>
                  </a:lnTo>
                  <a:lnTo>
                    <a:pt x="198323" y="806361"/>
                  </a:lnTo>
                  <a:lnTo>
                    <a:pt x="0" y="806361"/>
                  </a:lnTo>
                  <a:lnTo>
                    <a:pt x="0" y="942378"/>
                  </a:lnTo>
                  <a:lnTo>
                    <a:pt x="3692995" y="942378"/>
                  </a:lnTo>
                  <a:lnTo>
                    <a:pt x="3692995" y="820610"/>
                  </a:lnTo>
                  <a:lnTo>
                    <a:pt x="3692995" y="806462"/>
                  </a:lnTo>
                  <a:lnTo>
                    <a:pt x="3494557" y="806361"/>
                  </a:lnTo>
                  <a:lnTo>
                    <a:pt x="3494557" y="781545"/>
                  </a:lnTo>
                  <a:lnTo>
                    <a:pt x="3692995" y="781545"/>
                  </a:lnTo>
                  <a:lnTo>
                    <a:pt x="3692995" y="647623"/>
                  </a:lnTo>
                  <a:lnTo>
                    <a:pt x="3494557" y="647623"/>
                  </a:lnTo>
                  <a:lnTo>
                    <a:pt x="3494557" y="622820"/>
                  </a:lnTo>
                  <a:lnTo>
                    <a:pt x="3692995" y="622820"/>
                  </a:lnTo>
                  <a:lnTo>
                    <a:pt x="3692995" y="482930"/>
                  </a:lnTo>
                  <a:lnTo>
                    <a:pt x="3494557" y="482930"/>
                  </a:lnTo>
                  <a:lnTo>
                    <a:pt x="3494557" y="458101"/>
                  </a:lnTo>
                  <a:lnTo>
                    <a:pt x="3692995" y="458101"/>
                  </a:lnTo>
                  <a:lnTo>
                    <a:pt x="3692995" y="320408"/>
                  </a:lnTo>
                  <a:lnTo>
                    <a:pt x="3494557" y="320408"/>
                  </a:lnTo>
                  <a:lnTo>
                    <a:pt x="3494557" y="295605"/>
                  </a:lnTo>
                  <a:lnTo>
                    <a:pt x="3692995" y="295605"/>
                  </a:lnTo>
                  <a:lnTo>
                    <a:pt x="3692995" y="162204"/>
                  </a:lnTo>
                  <a:lnTo>
                    <a:pt x="3494557" y="162204"/>
                  </a:lnTo>
                  <a:lnTo>
                    <a:pt x="3494557" y="137388"/>
                  </a:lnTo>
                  <a:lnTo>
                    <a:pt x="3692995" y="137388"/>
                  </a:lnTo>
                  <a:lnTo>
                    <a:pt x="3692995" y="134556"/>
                  </a:lnTo>
                  <a:lnTo>
                    <a:pt x="3692995" y="120523"/>
                  </a:lnTo>
                  <a:lnTo>
                    <a:pt x="369299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0" y="11151492"/>
              <a:ext cx="20104100" cy="157480"/>
            </a:xfrm>
            <a:custGeom>
              <a:avLst/>
              <a:gdLst/>
              <a:ahLst/>
              <a:cxnLst/>
              <a:rect l="l" t="t" r="r" b="b"/>
              <a:pathLst>
                <a:path w="20104100" h="157479">
                  <a:moveTo>
                    <a:pt x="20104099" y="0"/>
                  </a:moveTo>
                  <a:lnTo>
                    <a:pt x="0" y="0"/>
                  </a:lnTo>
                  <a:lnTo>
                    <a:pt x="0" y="157063"/>
                  </a:lnTo>
                  <a:lnTo>
                    <a:pt x="20104099" y="157063"/>
                  </a:lnTo>
                  <a:lnTo>
                    <a:pt x="20104099" y="0"/>
                  </a:lnTo>
                  <a:close/>
                </a:path>
              </a:pathLst>
            </a:custGeom>
            <a:solidFill>
              <a:srgbClr val="C127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>
            <a:spLocks noGrp="1"/>
          </p:cNvSpPr>
          <p:nvPr>
            <p:ph type="title"/>
          </p:nvPr>
        </p:nvSpPr>
        <p:spPr>
          <a:xfrm>
            <a:off x="10877020" y="1938344"/>
            <a:ext cx="5470525" cy="74803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4700" spc="20" dirty="0"/>
              <a:t>DUIS</a:t>
            </a:r>
            <a:r>
              <a:rPr sz="4700" spc="-15" dirty="0"/>
              <a:t> AUTE</a:t>
            </a:r>
            <a:r>
              <a:rPr sz="4700" spc="150" dirty="0"/>
              <a:t> </a:t>
            </a:r>
            <a:r>
              <a:rPr sz="4700" b="1" spc="20" dirty="0">
                <a:latin typeface="Montserrat ExtraBold"/>
                <a:cs typeface="Montserrat ExtraBold"/>
              </a:rPr>
              <a:t>IRURE</a:t>
            </a:r>
            <a:endParaRPr sz="4700">
              <a:latin typeface="Montserrat ExtraBold"/>
              <a:cs typeface="Montserrat ExtraBold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0877020" y="2660401"/>
            <a:ext cx="3210560" cy="74803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4700" b="1" spc="15" dirty="0">
                <a:solidFill>
                  <a:srgbClr val="333333"/>
                </a:solidFill>
                <a:latin typeface="Montserrat ExtraBold"/>
                <a:cs typeface="Montserrat ExtraBold"/>
              </a:rPr>
              <a:t>DOLOR</a:t>
            </a:r>
            <a:r>
              <a:rPr sz="4700" b="1" spc="-65" dirty="0">
                <a:solidFill>
                  <a:srgbClr val="333333"/>
                </a:solidFill>
                <a:latin typeface="Montserrat ExtraBold"/>
                <a:cs typeface="Montserrat ExtraBold"/>
              </a:rPr>
              <a:t> </a:t>
            </a:r>
            <a:r>
              <a:rPr sz="4700" b="1" spc="20" dirty="0">
                <a:solidFill>
                  <a:srgbClr val="333333"/>
                </a:solidFill>
                <a:latin typeface="Montserrat ExtraBold"/>
                <a:cs typeface="Montserrat ExtraBold"/>
              </a:rPr>
              <a:t>IN</a:t>
            </a:r>
            <a:endParaRPr sz="4700">
              <a:latin typeface="Montserrat ExtraBold"/>
              <a:cs typeface="Montserrat ExtraBol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235259" y="0"/>
            <a:ext cx="8408120" cy="493627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17957569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7957569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7957569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8219340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8219340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8219340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8481112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8481112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8481112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8742885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8742885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8742885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9004657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9004657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9004657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9266428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9266428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9266428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9528201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9528201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9528201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9789973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9789973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9789973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7" name="object 27"/>
          <p:cNvGrpSpPr/>
          <p:nvPr/>
        </p:nvGrpSpPr>
        <p:grpSpPr>
          <a:xfrm>
            <a:off x="0" y="0"/>
            <a:ext cx="20104100" cy="11308715"/>
            <a:chOff x="0" y="0"/>
            <a:chExt cx="20104100" cy="11308715"/>
          </a:xfrm>
        </p:grpSpPr>
        <p:pic>
          <p:nvPicPr>
            <p:cNvPr id="28" name="object 2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0052050" cy="11308556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9004961" y="4877004"/>
              <a:ext cx="2094230" cy="0"/>
            </a:xfrm>
            <a:custGeom>
              <a:avLst/>
              <a:gdLst/>
              <a:ahLst/>
              <a:cxnLst/>
              <a:rect l="l" t="t" r="r" b="b"/>
              <a:pathLst>
                <a:path w="2094229">
                  <a:moveTo>
                    <a:pt x="0" y="0"/>
                  </a:moveTo>
                  <a:lnTo>
                    <a:pt x="2094177" y="0"/>
                  </a:lnTo>
                </a:path>
              </a:pathLst>
            </a:custGeom>
            <a:ln w="31412">
              <a:solidFill>
                <a:srgbClr val="C1272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047076" y="9319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60" h="942975">
                  <a:moveTo>
                    <a:pt x="2779915" y="545020"/>
                  </a:moveTo>
                  <a:lnTo>
                    <a:pt x="2753652" y="265760"/>
                  </a:lnTo>
                  <a:lnTo>
                    <a:pt x="2750807" y="265760"/>
                  </a:lnTo>
                  <a:lnTo>
                    <a:pt x="2600236" y="545020"/>
                  </a:lnTo>
                  <a:lnTo>
                    <a:pt x="2779915" y="545020"/>
                  </a:lnTo>
                  <a:close/>
                </a:path>
                <a:path w="3693160" h="942975">
                  <a:moveTo>
                    <a:pt x="3692995" y="0"/>
                  </a:moveTo>
                  <a:lnTo>
                    <a:pt x="3424605" y="0"/>
                  </a:lnTo>
                  <a:lnTo>
                    <a:pt x="3424605" y="134556"/>
                  </a:lnTo>
                  <a:lnTo>
                    <a:pt x="3281794" y="806462"/>
                  </a:lnTo>
                  <a:lnTo>
                    <a:pt x="3095612" y="806462"/>
                  </a:lnTo>
                  <a:lnTo>
                    <a:pt x="3238538" y="134556"/>
                  </a:lnTo>
                  <a:lnTo>
                    <a:pt x="3424605" y="134556"/>
                  </a:lnTo>
                  <a:lnTo>
                    <a:pt x="3424605" y="0"/>
                  </a:lnTo>
                  <a:lnTo>
                    <a:pt x="3024936" y="0"/>
                  </a:lnTo>
                  <a:lnTo>
                    <a:pt x="3024936" y="806462"/>
                  </a:lnTo>
                  <a:lnTo>
                    <a:pt x="2814574" y="806462"/>
                  </a:lnTo>
                  <a:lnTo>
                    <a:pt x="2797822" y="675284"/>
                  </a:lnTo>
                  <a:lnTo>
                    <a:pt x="2525166" y="675284"/>
                  </a:lnTo>
                  <a:lnTo>
                    <a:pt x="2453538" y="806462"/>
                  </a:lnTo>
                  <a:lnTo>
                    <a:pt x="2267369" y="806462"/>
                  </a:lnTo>
                  <a:lnTo>
                    <a:pt x="2675420" y="134556"/>
                  </a:lnTo>
                  <a:lnTo>
                    <a:pt x="2902534" y="134556"/>
                  </a:lnTo>
                  <a:lnTo>
                    <a:pt x="3024936" y="806462"/>
                  </a:lnTo>
                  <a:lnTo>
                    <a:pt x="3024936" y="0"/>
                  </a:lnTo>
                  <a:lnTo>
                    <a:pt x="2341295" y="0"/>
                  </a:lnTo>
                  <a:lnTo>
                    <a:pt x="2341295" y="134556"/>
                  </a:lnTo>
                  <a:lnTo>
                    <a:pt x="2198471" y="806462"/>
                  </a:lnTo>
                  <a:lnTo>
                    <a:pt x="1940674" y="806462"/>
                  </a:lnTo>
                  <a:lnTo>
                    <a:pt x="1822043" y="291833"/>
                  </a:lnTo>
                  <a:lnTo>
                    <a:pt x="1820164" y="291833"/>
                  </a:lnTo>
                  <a:lnTo>
                    <a:pt x="1710842" y="806462"/>
                  </a:lnTo>
                  <a:lnTo>
                    <a:pt x="1543304" y="806462"/>
                  </a:lnTo>
                  <a:lnTo>
                    <a:pt x="1686128" y="134556"/>
                  </a:lnTo>
                  <a:lnTo>
                    <a:pt x="1946744" y="134556"/>
                  </a:lnTo>
                  <a:lnTo>
                    <a:pt x="2065489" y="635266"/>
                  </a:lnTo>
                  <a:lnTo>
                    <a:pt x="2067687" y="633399"/>
                  </a:lnTo>
                  <a:lnTo>
                    <a:pt x="2173757" y="134556"/>
                  </a:lnTo>
                  <a:lnTo>
                    <a:pt x="2341295" y="134556"/>
                  </a:lnTo>
                  <a:lnTo>
                    <a:pt x="2341295" y="0"/>
                  </a:lnTo>
                  <a:lnTo>
                    <a:pt x="1580997" y="0"/>
                  </a:lnTo>
                  <a:lnTo>
                    <a:pt x="1580997" y="134556"/>
                  </a:lnTo>
                  <a:lnTo>
                    <a:pt x="1553146" y="264820"/>
                  </a:lnTo>
                  <a:lnTo>
                    <a:pt x="1227404" y="264820"/>
                  </a:lnTo>
                  <a:lnTo>
                    <a:pt x="1197978" y="403555"/>
                  </a:lnTo>
                  <a:lnTo>
                    <a:pt x="1497660" y="403555"/>
                  </a:lnTo>
                  <a:lnTo>
                    <a:pt x="1470012" y="533819"/>
                  </a:lnTo>
                  <a:lnTo>
                    <a:pt x="1170330" y="533819"/>
                  </a:lnTo>
                  <a:lnTo>
                    <a:pt x="1140079" y="676224"/>
                  </a:lnTo>
                  <a:lnTo>
                    <a:pt x="1465922" y="676224"/>
                  </a:lnTo>
                  <a:lnTo>
                    <a:pt x="1438071" y="806462"/>
                  </a:lnTo>
                  <a:lnTo>
                    <a:pt x="926261" y="806462"/>
                  </a:lnTo>
                  <a:lnTo>
                    <a:pt x="1027150" y="331825"/>
                  </a:lnTo>
                  <a:lnTo>
                    <a:pt x="1069086" y="134556"/>
                  </a:lnTo>
                  <a:lnTo>
                    <a:pt x="1580997" y="134556"/>
                  </a:lnTo>
                  <a:lnTo>
                    <a:pt x="1580997" y="0"/>
                  </a:lnTo>
                  <a:lnTo>
                    <a:pt x="908481" y="0"/>
                  </a:lnTo>
                  <a:lnTo>
                    <a:pt x="908481" y="281914"/>
                  </a:lnTo>
                  <a:lnTo>
                    <a:pt x="899668" y="331825"/>
                  </a:lnTo>
                  <a:lnTo>
                    <a:pt x="713600" y="331825"/>
                  </a:lnTo>
                  <a:lnTo>
                    <a:pt x="716407" y="313486"/>
                  </a:lnTo>
                  <a:lnTo>
                    <a:pt x="715314" y="297522"/>
                  </a:lnTo>
                  <a:lnTo>
                    <a:pt x="690435" y="263029"/>
                  </a:lnTo>
                  <a:lnTo>
                    <a:pt x="634746" y="250888"/>
                  </a:lnTo>
                  <a:lnTo>
                    <a:pt x="603135" y="255765"/>
                  </a:lnTo>
                  <a:lnTo>
                    <a:pt x="574814" y="268998"/>
                  </a:lnTo>
                  <a:lnTo>
                    <a:pt x="553199" y="288531"/>
                  </a:lnTo>
                  <a:lnTo>
                    <a:pt x="541667" y="312254"/>
                  </a:lnTo>
                  <a:lnTo>
                    <a:pt x="545172" y="343458"/>
                  </a:lnTo>
                  <a:lnTo>
                    <a:pt x="566483" y="364985"/>
                  </a:lnTo>
                  <a:lnTo>
                    <a:pt x="598474" y="379704"/>
                  </a:lnTo>
                  <a:lnTo>
                    <a:pt x="634022" y="390474"/>
                  </a:lnTo>
                  <a:lnTo>
                    <a:pt x="710349" y="409155"/>
                  </a:lnTo>
                  <a:lnTo>
                    <a:pt x="749363" y="420395"/>
                  </a:lnTo>
                  <a:lnTo>
                    <a:pt x="786155" y="434962"/>
                  </a:lnTo>
                  <a:lnTo>
                    <a:pt x="844702" y="480275"/>
                  </a:lnTo>
                  <a:lnTo>
                    <a:pt x="862253" y="514121"/>
                  </a:lnTo>
                  <a:lnTo>
                    <a:pt x="869188" y="557479"/>
                  </a:lnTo>
                  <a:lnTo>
                    <a:pt x="863434" y="611924"/>
                  </a:lnTo>
                  <a:lnTo>
                    <a:pt x="848969" y="656336"/>
                  </a:lnTo>
                  <a:lnTo>
                    <a:pt x="826350" y="695312"/>
                  </a:lnTo>
                  <a:lnTo>
                    <a:pt x="796582" y="728903"/>
                  </a:lnTo>
                  <a:lnTo>
                    <a:pt x="760666" y="757161"/>
                  </a:lnTo>
                  <a:lnTo>
                    <a:pt x="719607" y="780161"/>
                  </a:lnTo>
                  <a:lnTo>
                    <a:pt x="674420" y="797941"/>
                  </a:lnTo>
                  <a:lnTo>
                    <a:pt x="626097" y="810577"/>
                  </a:lnTo>
                  <a:lnTo>
                    <a:pt x="575640" y="818121"/>
                  </a:lnTo>
                  <a:lnTo>
                    <a:pt x="524078" y="820610"/>
                  </a:lnTo>
                  <a:lnTo>
                    <a:pt x="473163" y="818794"/>
                  </a:lnTo>
                  <a:lnTo>
                    <a:pt x="425475" y="812838"/>
                  </a:lnTo>
                  <a:lnTo>
                    <a:pt x="382117" y="801992"/>
                  </a:lnTo>
                  <a:lnTo>
                    <a:pt x="344208" y="785520"/>
                  </a:lnTo>
                  <a:lnTo>
                    <a:pt x="312864" y="762660"/>
                  </a:lnTo>
                  <a:lnTo>
                    <a:pt x="289217" y="732675"/>
                  </a:lnTo>
                  <a:lnTo>
                    <a:pt x="274358" y="694804"/>
                  </a:lnTo>
                  <a:lnTo>
                    <a:pt x="269405" y="648309"/>
                  </a:lnTo>
                  <a:lnTo>
                    <a:pt x="275488" y="592455"/>
                  </a:lnTo>
                  <a:lnTo>
                    <a:pt x="461670" y="592455"/>
                  </a:lnTo>
                  <a:lnTo>
                    <a:pt x="460590" y="634403"/>
                  </a:lnTo>
                  <a:lnTo>
                    <a:pt x="477113" y="665022"/>
                  </a:lnTo>
                  <a:lnTo>
                    <a:pt x="508863" y="683780"/>
                  </a:lnTo>
                  <a:lnTo>
                    <a:pt x="553478" y="690143"/>
                  </a:lnTo>
                  <a:lnTo>
                    <a:pt x="587768" y="685965"/>
                  </a:lnTo>
                  <a:lnTo>
                    <a:pt x="622020" y="673404"/>
                  </a:lnTo>
                  <a:lnTo>
                    <a:pt x="649998" y="652462"/>
                  </a:lnTo>
                  <a:lnTo>
                    <a:pt x="665429" y="623125"/>
                  </a:lnTo>
                  <a:lnTo>
                    <a:pt x="665492" y="593737"/>
                  </a:lnTo>
                  <a:lnTo>
                    <a:pt x="664705" y="592455"/>
                  </a:lnTo>
                  <a:lnTo>
                    <a:pt x="652437" y="572452"/>
                  </a:lnTo>
                  <a:lnTo>
                    <a:pt x="628243" y="556996"/>
                  </a:lnTo>
                  <a:lnTo>
                    <a:pt x="594918" y="545071"/>
                  </a:lnTo>
                  <a:lnTo>
                    <a:pt x="508914" y="522744"/>
                  </a:lnTo>
                  <a:lnTo>
                    <a:pt x="460248" y="507771"/>
                  </a:lnTo>
                  <a:lnTo>
                    <a:pt x="410464" y="487222"/>
                  </a:lnTo>
                  <a:lnTo>
                    <a:pt x="371932" y="459282"/>
                  </a:lnTo>
                  <a:lnTo>
                    <a:pt x="348348" y="421398"/>
                  </a:lnTo>
                  <a:lnTo>
                    <a:pt x="339166" y="375475"/>
                  </a:lnTo>
                  <a:lnTo>
                    <a:pt x="343865" y="323443"/>
                  </a:lnTo>
                  <a:lnTo>
                    <a:pt x="361454" y="274574"/>
                  </a:lnTo>
                  <a:lnTo>
                    <a:pt x="386054" y="233654"/>
                  </a:lnTo>
                  <a:lnTo>
                    <a:pt x="416737" y="200101"/>
                  </a:lnTo>
                  <a:lnTo>
                    <a:pt x="452526" y="173329"/>
                  </a:lnTo>
                  <a:lnTo>
                    <a:pt x="492467" y="152742"/>
                  </a:lnTo>
                  <a:lnTo>
                    <a:pt x="535597" y="137756"/>
                  </a:lnTo>
                  <a:lnTo>
                    <a:pt x="580986" y="127787"/>
                  </a:lnTo>
                  <a:lnTo>
                    <a:pt x="627646" y="122237"/>
                  </a:lnTo>
                  <a:lnTo>
                    <a:pt x="674649" y="120523"/>
                  </a:lnTo>
                  <a:lnTo>
                    <a:pt x="720369" y="122428"/>
                  </a:lnTo>
                  <a:lnTo>
                    <a:pt x="764184" y="128524"/>
                  </a:lnTo>
                  <a:lnTo>
                    <a:pt x="804697" y="139306"/>
                  </a:lnTo>
                  <a:lnTo>
                    <a:pt x="840486" y="155308"/>
                  </a:lnTo>
                  <a:lnTo>
                    <a:pt x="892327" y="205041"/>
                  </a:lnTo>
                  <a:lnTo>
                    <a:pt x="908481" y="281914"/>
                  </a:lnTo>
                  <a:lnTo>
                    <a:pt x="908481" y="0"/>
                  </a:lnTo>
                  <a:lnTo>
                    <a:pt x="0" y="0"/>
                  </a:lnTo>
                  <a:lnTo>
                    <a:pt x="0" y="137388"/>
                  </a:lnTo>
                  <a:lnTo>
                    <a:pt x="198323" y="137388"/>
                  </a:lnTo>
                  <a:lnTo>
                    <a:pt x="198323" y="162204"/>
                  </a:lnTo>
                  <a:lnTo>
                    <a:pt x="0" y="162204"/>
                  </a:lnTo>
                  <a:lnTo>
                    <a:pt x="0" y="295605"/>
                  </a:lnTo>
                  <a:lnTo>
                    <a:pt x="198323" y="295605"/>
                  </a:lnTo>
                  <a:lnTo>
                    <a:pt x="198323" y="320408"/>
                  </a:lnTo>
                  <a:lnTo>
                    <a:pt x="0" y="320408"/>
                  </a:lnTo>
                  <a:lnTo>
                    <a:pt x="0" y="458101"/>
                  </a:lnTo>
                  <a:lnTo>
                    <a:pt x="198323" y="458101"/>
                  </a:lnTo>
                  <a:lnTo>
                    <a:pt x="198323" y="482930"/>
                  </a:lnTo>
                  <a:lnTo>
                    <a:pt x="0" y="482930"/>
                  </a:lnTo>
                  <a:lnTo>
                    <a:pt x="0" y="622820"/>
                  </a:lnTo>
                  <a:lnTo>
                    <a:pt x="198323" y="622820"/>
                  </a:lnTo>
                  <a:lnTo>
                    <a:pt x="198323" y="647623"/>
                  </a:lnTo>
                  <a:lnTo>
                    <a:pt x="0" y="647623"/>
                  </a:lnTo>
                  <a:lnTo>
                    <a:pt x="0" y="781545"/>
                  </a:lnTo>
                  <a:lnTo>
                    <a:pt x="198323" y="781545"/>
                  </a:lnTo>
                  <a:lnTo>
                    <a:pt x="198323" y="806361"/>
                  </a:lnTo>
                  <a:lnTo>
                    <a:pt x="0" y="806361"/>
                  </a:lnTo>
                  <a:lnTo>
                    <a:pt x="0" y="942378"/>
                  </a:lnTo>
                  <a:lnTo>
                    <a:pt x="3692995" y="942378"/>
                  </a:lnTo>
                  <a:lnTo>
                    <a:pt x="3692995" y="820610"/>
                  </a:lnTo>
                  <a:lnTo>
                    <a:pt x="3692995" y="806462"/>
                  </a:lnTo>
                  <a:lnTo>
                    <a:pt x="3494557" y="806361"/>
                  </a:lnTo>
                  <a:lnTo>
                    <a:pt x="3494557" y="781545"/>
                  </a:lnTo>
                  <a:lnTo>
                    <a:pt x="3692995" y="781545"/>
                  </a:lnTo>
                  <a:lnTo>
                    <a:pt x="3692995" y="647623"/>
                  </a:lnTo>
                  <a:lnTo>
                    <a:pt x="3494557" y="647623"/>
                  </a:lnTo>
                  <a:lnTo>
                    <a:pt x="3494557" y="622820"/>
                  </a:lnTo>
                  <a:lnTo>
                    <a:pt x="3692995" y="622820"/>
                  </a:lnTo>
                  <a:lnTo>
                    <a:pt x="3692995" y="482930"/>
                  </a:lnTo>
                  <a:lnTo>
                    <a:pt x="3494557" y="482930"/>
                  </a:lnTo>
                  <a:lnTo>
                    <a:pt x="3494557" y="458101"/>
                  </a:lnTo>
                  <a:lnTo>
                    <a:pt x="3692995" y="458101"/>
                  </a:lnTo>
                  <a:lnTo>
                    <a:pt x="3692995" y="320408"/>
                  </a:lnTo>
                  <a:lnTo>
                    <a:pt x="3494557" y="320408"/>
                  </a:lnTo>
                  <a:lnTo>
                    <a:pt x="3494557" y="295605"/>
                  </a:lnTo>
                  <a:lnTo>
                    <a:pt x="3692995" y="295605"/>
                  </a:lnTo>
                  <a:lnTo>
                    <a:pt x="3692995" y="162204"/>
                  </a:lnTo>
                  <a:lnTo>
                    <a:pt x="3494557" y="162204"/>
                  </a:lnTo>
                  <a:lnTo>
                    <a:pt x="3494557" y="137388"/>
                  </a:lnTo>
                  <a:lnTo>
                    <a:pt x="3692995" y="137388"/>
                  </a:lnTo>
                  <a:lnTo>
                    <a:pt x="3692995" y="134556"/>
                  </a:lnTo>
                  <a:lnTo>
                    <a:pt x="3692995" y="120523"/>
                  </a:lnTo>
                  <a:lnTo>
                    <a:pt x="369299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0" y="11151492"/>
              <a:ext cx="20104100" cy="157480"/>
            </a:xfrm>
            <a:custGeom>
              <a:avLst/>
              <a:gdLst/>
              <a:ahLst/>
              <a:cxnLst/>
              <a:rect l="l" t="t" r="r" b="b"/>
              <a:pathLst>
                <a:path w="20104100" h="157479">
                  <a:moveTo>
                    <a:pt x="20104099" y="0"/>
                  </a:moveTo>
                  <a:lnTo>
                    <a:pt x="0" y="0"/>
                  </a:lnTo>
                  <a:lnTo>
                    <a:pt x="0" y="157063"/>
                  </a:lnTo>
                  <a:lnTo>
                    <a:pt x="20104099" y="157063"/>
                  </a:lnTo>
                  <a:lnTo>
                    <a:pt x="20104099" y="0"/>
                  </a:lnTo>
                  <a:close/>
                </a:path>
              </a:pathLst>
            </a:custGeom>
            <a:solidFill>
              <a:srgbClr val="C127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11086438" y="5774443"/>
            <a:ext cx="7865109" cy="348234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600" b="0" spc="15" dirty="0">
                <a:solidFill>
                  <a:srgbClr val="C1272C"/>
                </a:solidFill>
                <a:latin typeface="Montserrat Light"/>
                <a:cs typeface="Montserrat Light"/>
              </a:rPr>
              <a:t>DUIS</a:t>
            </a:r>
            <a:r>
              <a:rPr sz="3600" b="0" spc="-5" dirty="0">
                <a:solidFill>
                  <a:srgbClr val="C1272C"/>
                </a:solidFill>
                <a:latin typeface="Montserrat Light"/>
                <a:cs typeface="Montserrat Light"/>
              </a:rPr>
              <a:t> </a:t>
            </a:r>
            <a:r>
              <a:rPr sz="3600" b="0" spc="-10" dirty="0">
                <a:solidFill>
                  <a:srgbClr val="C1272C"/>
                </a:solidFill>
                <a:latin typeface="Montserrat Light"/>
                <a:cs typeface="Montserrat Light"/>
              </a:rPr>
              <a:t>AUTE</a:t>
            </a:r>
            <a:r>
              <a:rPr sz="3600" b="0" spc="120" dirty="0">
                <a:solidFill>
                  <a:srgbClr val="C1272C"/>
                </a:solidFill>
                <a:latin typeface="Montserrat Light"/>
                <a:cs typeface="Montserrat Light"/>
              </a:rPr>
              <a:t> </a:t>
            </a:r>
            <a:r>
              <a:rPr sz="3600" b="1" spc="15" dirty="0">
                <a:solidFill>
                  <a:srgbClr val="C1272C"/>
                </a:solidFill>
                <a:latin typeface="Montserrat ExtraBold"/>
                <a:cs typeface="Montserrat ExtraBold"/>
              </a:rPr>
              <a:t>IRURE</a:t>
            </a:r>
            <a:r>
              <a:rPr sz="3600" b="1" spc="-5" dirty="0">
                <a:solidFill>
                  <a:srgbClr val="C1272C"/>
                </a:solidFill>
                <a:latin typeface="Montserrat ExtraBold"/>
                <a:cs typeface="Montserrat ExtraBold"/>
              </a:rPr>
              <a:t> </a:t>
            </a:r>
            <a:r>
              <a:rPr sz="3600" b="1" spc="10" dirty="0">
                <a:solidFill>
                  <a:srgbClr val="C1272C"/>
                </a:solidFill>
                <a:latin typeface="Montserrat ExtraBold"/>
                <a:cs typeface="Montserrat ExtraBold"/>
              </a:rPr>
              <a:t>DOLOR</a:t>
            </a:r>
            <a:r>
              <a:rPr sz="3600" b="1" spc="-5" dirty="0">
                <a:solidFill>
                  <a:srgbClr val="C1272C"/>
                </a:solidFill>
                <a:latin typeface="Montserrat ExtraBold"/>
                <a:cs typeface="Montserrat ExtraBold"/>
              </a:rPr>
              <a:t> </a:t>
            </a:r>
            <a:r>
              <a:rPr sz="3600" b="1" spc="15" dirty="0">
                <a:solidFill>
                  <a:srgbClr val="C1272C"/>
                </a:solidFill>
                <a:latin typeface="Montserrat ExtraBold"/>
                <a:cs typeface="Montserrat ExtraBold"/>
              </a:rPr>
              <a:t>IN</a:t>
            </a:r>
            <a:endParaRPr sz="3600">
              <a:latin typeface="Montserrat ExtraBold"/>
              <a:cs typeface="Montserrat ExtraBold"/>
            </a:endParaRPr>
          </a:p>
          <a:p>
            <a:pPr marL="12700" marR="5080">
              <a:lnSpc>
                <a:spcPts val="2870"/>
              </a:lnSpc>
              <a:spcBef>
                <a:spcPts val="2880"/>
              </a:spcBef>
            </a:pPr>
            <a:r>
              <a:rPr sz="2400" spc="-20" dirty="0">
                <a:solidFill>
                  <a:srgbClr val="4D4D4D"/>
                </a:solidFill>
                <a:latin typeface="Montserrat"/>
                <a:cs typeface="Montserrat"/>
              </a:rPr>
              <a:t>Lorem</a:t>
            </a:r>
            <a:r>
              <a:rPr sz="2400" spc="-5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400" spc="-10" dirty="0">
                <a:solidFill>
                  <a:srgbClr val="4D4D4D"/>
                </a:solidFill>
                <a:latin typeface="Montserrat"/>
                <a:cs typeface="Montserrat"/>
              </a:rPr>
              <a:t>ipsum</a:t>
            </a:r>
            <a:r>
              <a:rPr sz="2400" spc="-5" dirty="0">
                <a:solidFill>
                  <a:srgbClr val="4D4D4D"/>
                </a:solidFill>
                <a:latin typeface="Montserrat"/>
                <a:cs typeface="Montserrat"/>
              </a:rPr>
              <a:t> dolor</a:t>
            </a:r>
            <a:r>
              <a:rPr sz="2400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400" spc="-5" dirty="0">
                <a:solidFill>
                  <a:srgbClr val="4D4D4D"/>
                </a:solidFill>
                <a:latin typeface="Montserrat"/>
                <a:cs typeface="Montserrat"/>
              </a:rPr>
              <a:t>sit amet, </a:t>
            </a:r>
            <a:r>
              <a:rPr sz="2400" spc="-15" dirty="0">
                <a:solidFill>
                  <a:srgbClr val="4D4D4D"/>
                </a:solidFill>
                <a:latin typeface="Montserrat"/>
                <a:cs typeface="Montserrat"/>
              </a:rPr>
              <a:t>consectetur</a:t>
            </a:r>
            <a:r>
              <a:rPr sz="2400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400" spc="-5" dirty="0">
                <a:solidFill>
                  <a:srgbClr val="4D4D4D"/>
                </a:solidFill>
                <a:latin typeface="Montserrat"/>
                <a:cs typeface="Montserrat"/>
              </a:rPr>
              <a:t>adipiscing </a:t>
            </a:r>
            <a:r>
              <a:rPr sz="2400" spc="-615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400" dirty="0">
                <a:solidFill>
                  <a:srgbClr val="4D4D4D"/>
                </a:solidFill>
                <a:latin typeface="Montserrat"/>
                <a:cs typeface="Montserrat"/>
              </a:rPr>
              <a:t>elit,</a:t>
            </a:r>
            <a:r>
              <a:rPr sz="2400" spc="-10" dirty="0">
                <a:solidFill>
                  <a:srgbClr val="4D4D4D"/>
                </a:solidFill>
                <a:latin typeface="Montserrat"/>
                <a:cs typeface="Montserrat"/>
              </a:rPr>
              <a:t> sed</a:t>
            </a:r>
            <a:r>
              <a:rPr sz="2400" spc="-5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400" spc="-10" dirty="0">
                <a:solidFill>
                  <a:srgbClr val="4D4D4D"/>
                </a:solidFill>
                <a:latin typeface="Montserrat"/>
                <a:cs typeface="Montserrat"/>
              </a:rPr>
              <a:t>do</a:t>
            </a:r>
            <a:r>
              <a:rPr sz="2400" spc="-5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400" spc="-10" dirty="0">
                <a:solidFill>
                  <a:srgbClr val="4D4D4D"/>
                </a:solidFill>
                <a:latin typeface="Montserrat"/>
                <a:cs typeface="Montserrat"/>
              </a:rPr>
              <a:t>eiusmod</a:t>
            </a:r>
            <a:r>
              <a:rPr sz="2400" spc="-5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400" spc="-15" dirty="0">
                <a:solidFill>
                  <a:srgbClr val="4D4D4D"/>
                </a:solidFill>
                <a:latin typeface="Montserrat"/>
                <a:cs typeface="Montserrat"/>
              </a:rPr>
              <a:t>tempor</a:t>
            </a:r>
            <a:r>
              <a:rPr sz="2400" spc="-5" dirty="0">
                <a:solidFill>
                  <a:srgbClr val="4D4D4D"/>
                </a:solidFill>
                <a:latin typeface="Montserrat"/>
                <a:cs typeface="Montserrat"/>
              </a:rPr>
              <a:t> incididunt ut </a:t>
            </a:r>
            <a:r>
              <a:rPr sz="2400" spc="-15" dirty="0">
                <a:solidFill>
                  <a:srgbClr val="4D4D4D"/>
                </a:solidFill>
                <a:latin typeface="Montserrat"/>
                <a:cs typeface="Montserrat"/>
              </a:rPr>
              <a:t>labore</a:t>
            </a:r>
            <a:r>
              <a:rPr sz="2400" spc="-10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400" spc="-5" dirty="0">
                <a:solidFill>
                  <a:srgbClr val="4D4D4D"/>
                </a:solidFill>
                <a:latin typeface="Montserrat"/>
                <a:cs typeface="Montserrat"/>
              </a:rPr>
              <a:t>et </a:t>
            </a:r>
            <a:r>
              <a:rPr sz="2400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400" spc="-15" dirty="0">
                <a:solidFill>
                  <a:srgbClr val="4D4D4D"/>
                </a:solidFill>
                <a:latin typeface="Montserrat"/>
                <a:cs typeface="Montserrat"/>
              </a:rPr>
              <a:t>dolore</a:t>
            </a:r>
            <a:r>
              <a:rPr sz="2400" spc="-5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400" spc="-10" dirty="0">
                <a:solidFill>
                  <a:srgbClr val="4D4D4D"/>
                </a:solidFill>
                <a:latin typeface="Montserrat"/>
                <a:cs typeface="Montserrat"/>
              </a:rPr>
              <a:t>magna</a:t>
            </a:r>
            <a:r>
              <a:rPr sz="2400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400" spc="-5" dirty="0">
                <a:solidFill>
                  <a:srgbClr val="4D4D4D"/>
                </a:solidFill>
                <a:latin typeface="Montserrat"/>
                <a:cs typeface="Montserrat"/>
              </a:rPr>
              <a:t>aliqua. </a:t>
            </a:r>
            <a:r>
              <a:rPr sz="2400" spc="-10" dirty="0">
                <a:solidFill>
                  <a:srgbClr val="4D4D4D"/>
                </a:solidFill>
                <a:latin typeface="Montserrat"/>
                <a:cs typeface="Montserrat"/>
              </a:rPr>
              <a:t>Ut</a:t>
            </a:r>
            <a:r>
              <a:rPr sz="2400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400" spc="-10" dirty="0">
                <a:solidFill>
                  <a:srgbClr val="4D4D4D"/>
                </a:solidFill>
                <a:latin typeface="Montserrat"/>
                <a:cs typeface="Montserrat"/>
              </a:rPr>
              <a:t>enim</a:t>
            </a:r>
            <a:r>
              <a:rPr sz="2400" spc="-5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400" spc="-10" dirty="0">
                <a:solidFill>
                  <a:srgbClr val="4D4D4D"/>
                </a:solidFill>
                <a:latin typeface="Montserrat"/>
                <a:cs typeface="Montserrat"/>
              </a:rPr>
              <a:t>ad</a:t>
            </a:r>
            <a:r>
              <a:rPr sz="2400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400" spc="-10" dirty="0">
                <a:solidFill>
                  <a:srgbClr val="4D4D4D"/>
                </a:solidFill>
                <a:latin typeface="Montserrat"/>
                <a:cs typeface="Montserrat"/>
              </a:rPr>
              <a:t>minim</a:t>
            </a:r>
            <a:r>
              <a:rPr sz="2400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400" spc="-15" dirty="0">
                <a:solidFill>
                  <a:srgbClr val="4D4D4D"/>
                </a:solidFill>
                <a:latin typeface="Montserrat"/>
                <a:cs typeface="Montserrat"/>
              </a:rPr>
              <a:t>veniam, </a:t>
            </a:r>
            <a:r>
              <a:rPr sz="2400" spc="-10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400" spc="-5" dirty="0">
                <a:solidFill>
                  <a:srgbClr val="4D4D4D"/>
                </a:solidFill>
                <a:latin typeface="Montserrat"/>
                <a:cs typeface="Montserrat"/>
              </a:rPr>
              <a:t>quis</a:t>
            </a:r>
            <a:r>
              <a:rPr sz="2400" spc="-10" dirty="0">
                <a:solidFill>
                  <a:srgbClr val="4D4D4D"/>
                </a:solidFill>
                <a:latin typeface="Montserrat"/>
                <a:cs typeface="Montserrat"/>
              </a:rPr>
              <a:t> nostrud</a:t>
            </a:r>
            <a:r>
              <a:rPr sz="2400" spc="-5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400" spc="-15" dirty="0">
                <a:solidFill>
                  <a:srgbClr val="4D4D4D"/>
                </a:solidFill>
                <a:latin typeface="Montserrat"/>
                <a:cs typeface="Montserrat"/>
              </a:rPr>
              <a:t>exercitation</a:t>
            </a:r>
            <a:r>
              <a:rPr sz="2400" spc="-10" dirty="0">
                <a:solidFill>
                  <a:srgbClr val="4D4D4D"/>
                </a:solidFill>
                <a:latin typeface="Montserrat"/>
                <a:cs typeface="Montserrat"/>
              </a:rPr>
              <a:t> ullamco</a:t>
            </a:r>
            <a:r>
              <a:rPr sz="2400" spc="-5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400" spc="-10" dirty="0">
                <a:solidFill>
                  <a:srgbClr val="4D4D4D"/>
                </a:solidFill>
                <a:latin typeface="Montserrat"/>
                <a:cs typeface="Montserrat"/>
              </a:rPr>
              <a:t>laboris </a:t>
            </a:r>
            <a:r>
              <a:rPr sz="2400" spc="-5" dirty="0">
                <a:solidFill>
                  <a:srgbClr val="4D4D4D"/>
                </a:solidFill>
                <a:latin typeface="Montserrat"/>
                <a:cs typeface="Montserrat"/>
              </a:rPr>
              <a:t>nisi ut </a:t>
            </a:r>
            <a:r>
              <a:rPr sz="2400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400" spc="-5" dirty="0">
                <a:solidFill>
                  <a:srgbClr val="4D4D4D"/>
                </a:solidFill>
                <a:latin typeface="Montserrat"/>
                <a:cs typeface="Montserrat"/>
              </a:rPr>
              <a:t>aliuip </a:t>
            </a:r>
            <a:r>
              <a:rPr sz="2400" spc="-30" dirty="0">
                <a:solidFill>
                  <a:srgbClr val="4D4D4D"/>
                </a:solidFill>
                <a:latin typeface="Montserrat"/>
                <a:cs typeface="Montserrat"/>
              </a:rPr>
              <a:t>ex</a:t>
            </a:r>
            <a:r>
              <a:rPr sz="2400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400" spc="-30" dirty="0">
                <a:solidFill>
                  <a:srgbClr val="4D4D4D"/>
                </a:solidFill>
                <a:latin typeface="Montserrat"/>
                <a:cs typeface="Montserrat"/>
              </a:rPr>
              <a:t>ea</a:t>
            </a:r>
            <a:r>
              <a:rPr sz="2400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400" spc="-15" dirty="0">
                <a:solidFill>
                  <a:srgbClr val="4D4D4D"/>
                </a:solidFill>
                <a:latin typeface="Montserrat"/>
                <a:cs typeface="Montserrat"/>
              </a:rPr>
              <a:t>commodo</a:t>
            </a:r>
            <a:r>
              <a:rPr sz="2400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400" spc="-10" dirty="0">
                <a:solidFill>
                  <a:srgbClr val="4D4D4D"/>
                </a:solidFill>
                <a:latin typeface="Montserrat"/>
                <a:cs typeface="Montserrat"/>
              </a:rPr>
              <a:t>consequat.</a:t>
            </a:r>
            <a:r>
              <a:rPr sz="2400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400" spc="-10" dirty="0">
                <a:solidFill>
                  <a:srgbClr val="4D4D4D"/>
                </a:solidFill>
                <a:latin typeface="Montserrat"/>
                <a:cs typeface="Montserrat"/>
              </a:rPr>
              <a:t>Duis</a:t>
            </a:r>
            <a:r>
              <a:rPr sz="2400" spc="-5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400" spc="-20" dirty="0">
                <a:solidFill>
                  <a:srgbClr val="4D4D4D"/>
                </a:solidFill>
                <a:latin typeface="Montserrat"/>
                <a:cs typeface="Montserrat"/>
              </a:rPr>
              <a:t>aute</a:t>
            </a:r>
            <a:r>
              <a:rPr sz="2400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400" spc="-15" dirty="0">
                <a:solidFill>
                  <a:srgbClr val="4D4D4D"/>
                </a:solidFill>
                <a:latin typeface="Montserrat"/>
                <a:cs typeface="Montserrat"/>
              </a:rPr>
              <a:t>irure </a:t>
            </a:r>
            <a:r>
              <a:rPr sz="2400" spc="-10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400" spc="-5" dirty="0">
                <a:solidFill>
                  <a:srgbClr val="4D4D4D"/>
                </a:solidFill>
                <a:latin typeface="Montserrat"/>
                <a:cs typeface="Montserrat"/>
              </a:rPr>
              <a:t>dolor</a:t>
            </a:r>
            <a:r>
              <a:rPr sz="2400" spc="-10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400" spc="-5" dirty="0">
                <a:solidFill>
                  <a:srgbClr val="4D4D4D"/>
                </a:solidFill>
                <a:latin typeface="Montserrat"/>
                <a:cs typeface="Montserrat"/>
              </a:rPr>
              <a:t>in</a:t>
            </a:r>
            <a:r>
              <a:rPr sz="2400" spc="-10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400" spc="-15" dirty="0">
                <a:solidFill>
                  <a:srgbClr val="4D4D4D"/>
                </a:solidFill>
                <a:latin typeface="Montserrat"/>
                <a:cs typeface="Montserrat"/>
              </a:rPr>
              <a:t>reprehenderit</a:t>
            </a:r>
            <a:r>
              <a:rPr sz="2400" spc="-10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400" spc="-5" dirty="0">
                <a:solidFill>
                  <a:srgbClr val="4D4D4D"/>
                </a:solidFill>
                <a:latin typeface="Montserrat"/>
                <a:cs typeface="Montserrat"/>
              </a:rPr>
              <a:t>in</a:t>
            </a:r>
            <a:r>
              <a:rPr sz="2400" spc="-10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400" spc="-15" dirty="0">
                <a:solidFill>
                  <a:srgbClr val="4D4D4D"/>
                </a:solidFill>
                <a:latin typeface="Montserrat"/>
                <a:cs typeface="Montserrat"/>
              </a:rPr>
              <a:t>voluptate</a:t>
            </a:r>
            <a:r>
              <a:rPr sz="2400" spc="-5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400" spc="-15" dirty="0">
                <a:solidFill>
                  <a:srgbClr val="4D4D4D"/>
                </a:solidFill>
                <a:latin typeface="Montserrat"/>
                <a:cs typeface="Montserrat"/>
              </a:rPr>
              <a:t>velit</a:t>
            </a:r>
            <a:r>
              <a:rPr sz="2400" spc="-10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400" spc="-5" dirty="0">
                <a:solidFill>
                  <a:srgbClr val="4D4D4D"/>
                </a:solidFill>
                <a:latin typeface="Montserrat"/>
                <a:cs typeface="Montserrat"/>
              </a:rPr>
              <a:t>esse</a:t>
            </a:r>
            <a:r>
              <a:rPr sz="2400" spc="-10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400" spc="-5" dirty="0">
                <a:solidFill>
                  <a:srgbClr val="4D4D4D"/>
                </a:solidFill>
                <a:latin typeface="Montserrat"/>
                <a:cs typeface="Montserrat"/>
              </a:rPr>
              <a:t>cillum </a:t>
            </a:r>
            <a:r>
              <a:rPr sz="2400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400" spc="-15" dirty="0">
                <a:solidFill>
                  <a:srgbClr val="4D4D4D"/>
                </a:solidFill>
                <a:latin typeface="Montserrat"/>
                <a:cs typeface="Montserrat"/>
              </a:rPr>
              <a:t>dolore</a:t>
            </a:r>
            <a:r>
              <a:rPr sz="2400" spc="-10" dirty="0">
                <a:solidFill>
                  <a:srgbClr val="4D4D4D"/>
                </a:solidFill>
                <a:latin typeface="Montserrat"/>
                <a:cs typeface="Montserrat"/>
              </a:rPr>
              <a:t> eu</a:t>
            </a:r>
            <a:r>
              <a:rPr sz="2400" spc="-5" dirty="0">
                <a:solidFill>
                  <a:srgbClr val="4D4D4D"/>
                </a:solidFill>
                <a:latin typeface="Montserrat"/>
                <a:cs typeface="Montserrat"/>
              </a:rPr>
              <a:t> fugiat nulla </a:t>
            </a:r>
            <a:r>
              <a:rPr sz="2400" spc="-15" dirty="0">
                <a:solidFill>
                  <a:srgbClr val="4D4D4D"/>
                </a:solidFill>
                <a:latin typeface="Montserrat"/>
                <a:cs typeface="Montserrat"/>
              </a:rPr>
              <a:t>pariatur.</a:t>
            </a:r>
            <a:endParaRPr sz="2400">
              <a:latin typeface="Montserrat"/>
              <a:cs typeface="Montserrat"/>
            </a:endParaRPr>
          </a:p>
        </p:txBody>
      </p:sp>
      <p:sp>
        <p:nvSpPr>
          <p:cNvPr id="33" name="object 3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952865" marR="5080">
              <a:lnSpc>
                <a:spcPct val="107000"/>
              </a:lnSpc>
              <a:spcBef>
                <a:spcPts val="100"/>
              </a:spcBef>
            </a:pPr>
            <a:r>
              <a:rPr b="1" spc="-15" dirty="0">
                <a:latin typeface="Montserrat ExtraBold"/>
                <a:cs typeface="Montserrat ExtraBold"/>
              </a:rPr>
              <a:t>LOREM </a:t>
            </a:r>
            <a:r>
              <a:rPr b="1" dirty="0">
                <a:latin typeface="Montserrat ExtraBold"/>
                <a:cs typeface="Montserrat ExtraBold"/>
              </a:rPr>
              <a:t>IPSUM </a:t>
            </a:r>
            <a:r>
              <a:rPr b="1" spc="5" dirty="0">
                <a:latin typeface="Montserrat ExtraBold"/>
                <a:cs typeface="Montserrat ExtraBold"/>
              </a:rPr>
              <a:t> </a:t>
            </a:r>
            <a:r>
              <a:rPr spc="-20" dirty="0"/>
              <a:t>DOLOR</a:t>
            </a:r>
            <a:r>
              <a:rPr spc="-35" dirty="0"/>
              <a:t> </a:t>
            </a:r>
            <a:r>
              <a:rPr dirty="0"/>
              <a:t>SIT</a:t>
            </a:r>
            <a:r>
              <a:rPr spc="-35" dirty="0"/>
              <a:t> </a:t>
            </a:r>
            <a:r>
              <a:rPr spc="-40" dirty="0"/>
              <a:t>AMET, </a:t>
            </a:r>
            <a:r>
              <a:rPr spc="-1555" dirty="0"/>
              <a:t> </a:t>
            </a:r>
            <a:r>
              <a:rPr spc="-25" dirty="0"/>
              <a:t>CONSECTETUR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20104100" cy="11151870"/>
          </a:xfrm>
          <a:custGeom>
            <a:avLst/>
            <a:gdLst/>
            <a:ahLst/>
            <a:cxnLst/>
            <a:rect l="l" t="t" r="r" b="b"/>
            <a:pathLst>
              <a:path w="20104100" h="11151870">
                <a:moveTo>
                  <a:pt x="0" y="11151492"/>
                </a:moveTo>
                <a:lnTo>
                  <a:pt x="20104099" y="11151492"/>
                </a:lnTo>
                <a:lnTo>
                  <a:pt x="20104099" y="0"/>
                </a:lnTo>
                <a:lnTo>
                  <a:pt x="0" y="0"/>
                </a:lnTo>
                <a:lnTo>
                  <a:pt x="0" y="11151492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1772" y="0"/>
            <a:ext cx="7329619" cy="575898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6387239" y="0"/>
            <a:ext cx="13455650" cy="575945"/>
            <a:chOff x="6387239" y="0"/>
            <a:chExt cx="13455650" cy="57594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512707" y="0"/>
              <a:ext cx="7329619" cy="57589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87239" y="0"/>
              <a:ext cx="7329619" cy="575898"/>
            </a:xfrm>
            <a:prstGeom prst="rect">
              <a:avLst/>
            </a:prstGeom>
          </p:spPr>
        </p:pic>
      </p:grpSp>
      <p:sp>
        <p:nvSpPr>
          <p:cNvPr id="7" name="object 7"/>
          <p:cNvSpPr/>
          <p:nvPr/>
        </p:nvSpPr>
        <p:spPr>
          <a:xfrm>
            <a:off x="17957569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4D4D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7957569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4D4D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7957569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4D4D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8219340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4D4D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8219340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4D4D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8219340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4D4D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8481112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4D4D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8481112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4D4D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8481112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4D4D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8742885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4D4D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8742885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4D4D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8742885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4D4D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9004657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4D4D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9004657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4D4D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9004657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4D4D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9266428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4D4D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9266428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4D4D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9266428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4D4D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9528201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4D4D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9528201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4D4D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9528201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4D4D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9789973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4D4D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9789973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4D4D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9789973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4D4D4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1" name="object 31"/>
          <p:cNvGrpSpPr/>
          <p:nvPr/>
        </p:nvGrpSpPr>
        <p:grpSpPr>
          <a:xfrm>
            <a:off x="0" y="0"/>
            <a:ext cx="20104100" cy="11308715"/>
            <a:chOff x="0" y="0"/>
            <a:chExt cx="20104100" cy="11308715"/>
          </a:xfrm>
        </p:grpSpPr>
        <p:pic>
          <p:nvPicPr>
            <p:cNvPr id="32" name="object 3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0052050" cy="11308556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1047076" y="9319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60" h="942975">
                  <a:moveTo>
                    <a:pt x="2779915" y="545020"/>
                  </a:moveTo>
                  <a:lnTo>
                    <a:pt x="2753652" y="265760"/>
                  </a:lnTo>
                  <a:lnTo>
                    <a:pt x="2750807" y="265760"/>
                  </a:lnTo>
                  <a:lnTo>
                    <a:pt x="2600236" y="545020"/>
                  </a:lnTo>
                  <a:lnTo>
                    <a:pt x="2779915" y="545020"/>
                  </a:lnTo>
                  <a:close/>
                </a:path>
                <a:path w="3693160" h="942975">
                  <a:moveTo>
                    <a:pt x="3692995" y="0"/>
                  </a:moveTo>
                  <a:lnTo>
                    <a:pt x="3424605" y="0"/>
                  </a:lnTo>
                  <a:lnTo>
                    <a:pt x="3424605" y="134556"/>
                  </a:lnTo>
                  <a:lnTo>
                    <a:pt x="3281794" y="806462"/>
                  </a:lnTo>
                  <a:lnTo>
                    <a:pt x="3095612" y="806462"/>
                  </a:lnTo>
                  <a:lnTo>
                    <a:pt x="3238538" y="134556"/>
                  </a:lnTo>
                  <a:lnTo>
                    <a:pt x="3424605" y="134556"/>
                  </a:lnTo>
                  <a:lnTo>
                    <a:pt x="3424605" y="0"/>
                  </a:lnTo>
                  <a:lnTo>
                    <a:pt x="3024936" y="0"/>
                  </a:lnTo>
                  <a:lnTo>
                    <a:pt x="3024936" y="806462"/>
                  </a:lnTo>
                  <a:lnTo>
                    <a:pt x="2814574" y="806462"/>
                  </a:lnTo>
                  <a:lnTo>
                    <a:pt x="2797822" y="675284"/>
                  </a:lnTo>
                  <a:lnTo>
                    <a:pt x="2525166" y="675284"/>
                  </a:lnTo>
                  <a:lnTo>
                    <a:pt x="2453538" y="806462"/>
                  </a:lnTo>
                  <a:lnTo>
                    <a:pt x="2267369" y="806462"/>
                  </a:lnTo>
                  <a:lnTo>
                    <a:pt x="2675420" y="134556"/>
                  </a:lnTo>
                  <a:lnTo>
                    <a:pt x="2902534" y="134556"/>
                  </a:lnTo>
                  <a:lnTo>
                    <a:pt x="3024936" y="806462"/>
                  </a:lnTo>
                  <a:lnTo>
                    <a:pt x="3024936" y="0"/>
                  </a:lnTo>
                  <a:lnTo>
                    <a:pt x="2341295" y="0"/>
                  </a:lnTo>
                  <a:lnTo>
                    <a:pt x="2341295" y="134556"/>
                  </a:lnTo>
                  <a:lnTo>
                    <a:pt x="2198471" y="806462"/>
                  </a:lnTo>
                  <a:lnTo>
                    <a:pt x="1940674" y="806462"/>
                  </a:lnTo>
                  <a:lnTo>
                    <a:pt x="1822043" y="291833"/>
                  </a:lnTo>
                  <a:lnTo>
                    <a:pt x="1820164" y="291833"/>
                  </a:lnTo>
                  <a:lnTo>
                    <a:pt x="1710842" y="806462"/>
                  </a:lnTo>
                  <a:lnTo>
                    <a:pt x="1543304" y="806462"/>
                  </a:lnTo>
                  <a:lnTo>
                    <a:pt x="1686128" y="134556"/>
                  </a:lnTo>
                  <a:lnTo>
                    <a:pt x="1946744" y="134556"/>
                  </a:lnTo>
                  <a:lnTo>
                    <a:pt x="2065489" y="635266"/>
                  </a:lnTo>
                  <a:lnTo>
                    <a:pt x="2067687" y="633399"/>
                  </a:lnTo>
                  <a:lnTo>
                    <a:pt x="2173757" y="134556"/>
                  </a:lnTo>
                  <a:lnTo>
                    <a:pt x="2341295" y="134556"/>
                  </a:lnTo>
                  <a:lnTo>
                    <a:pt x="2341295" y="0"/>
                  </a:lnTo>
                  <a:lnTo>
                    <a:pt x="1580997" y="0"/>
                  </a:lnTo>
                  <a:lnTo>
                    <a:pt x="1580997" y="134556"/>
                  </a:lnTo>
                  <a:lnTo>
                    <a:pt x="1553146" y="264820"/>
                  </a:lnTo>
                  <a:lnTo>
                    <a:pt x="1227404" y="264820"/>
                  </a:lnTo>
                  <a:lnTo>
                    <a:pt x="1197978" y="403555"/>
                  </a:lnTo>
                  <a:lnTo>
                    <a:pt x="1497660" y="403555"/>
                  </a:lnTo>
                  <a:lnTo>
                    <a:pt x="1470012" y="533819"/>
                  </a:lnTo>
                  <a:lnTo>
                    <a:pt x="1170330" y="533819"/>
                  </a:lnTo>
                  <a:lnTo>
                    <a:pt x="1140079" y="676224"/>
                  </a:lnTo>
                  <a:lnTo>
                    <a:pt x="1465922" y="676224"/>
                  </a:lnTo>
                  <a:lnTo>
                    <a:pt x="1438071" y="806462"/>
                  </a:lnTo>
                  <a:lnTo>
                    <a:pt x="926261" y="806462"/>
                  </a:lnTo>
                  <a:lnTo>
                    <a:pt x="1027150" y="331825"/>
                  </a:lnTo>
                  <a:lnTo>
                    <a:pt x="1069086" y="134556"/>
                  </a:lnTo>
                  <a:lnTo>
                    <a:pt x="1580997" y="134556"/>
                  </a:lnTo>
                  <a:lnTo>
                    <a:pt x="1580997" y="0"/>
                  </a:lnTo>
                  <a:lnTo>
                    <a:pt x="908481" y="0"/>
                  </a:lnTo>
                  <a:lnTo>
                    <a:pt x="908481" y="281914"/>
                  </a:lnTo>
                  <a:lnTo>
                    <a:pt x="899668" y="331825"/>
                  </a:lnTo>
                  <a:lnTo>
                    <a:pt x="713600" y="331825"/>
                  </a:lnTo>
                  <a:lnTo>
                    <a:pt x="716407" y="313486"/>
                  </a:lnTo>
                  <a:lnTo>
                    <a:pt x="715314" y="297522"/>
                  </a:lnTo>
                  <a:lnTo>
                    <a:pt x="690435" y="263029"/>
                  </a:lnTo>
                  <a:lnTo>
                    <a:pt x="634746" y="250888"/>
                  </a:lnTo>
                  <a:lnTo>
                    <a:pt x="603135" y="255765"/>
                  </a:lnTo>
                  <a:lnTo>
                    <a:pt x="574814" y="268998"/>
                  </a:lnTo>
                  <a:lnTo>
                    <a:pt x="553186" y="288531"/>
                  </a:lnTo>
                  <a:lnTo>
                    <a:pt x="541667" y="312254"/>
                  </a:lnTo>
                  <a:lnTo>
                    <a:pt x="545172" y="343458"/>
                  </a:lnTo>
                  <a:lnTo>
                    <a:pt x="566483" y="364985"/>
                  </a:lnTo>
                  <a:lnTo>
                    <a:pt x="598474" y="379704"/>
                  </a:lnTo>
                  <a:lnTo>
                    <a:pt x="634022" y="390474"/>
                  </a:lnTo>
                  <a:lnTo>
                    <a:pt x="710349" y="409155"/>
                  </a:lnTo>
                  <a:lnTo>
                    <a:pt x="749363" y="420395"/>
                  </a:lnTo>
                  <a:lnTo>
                    <a:pt x="786155" y="434962"/>
                  </a:lnTo>
                  <a:lnTo>
                    <a:pt x="844702" y="480275"/>
                  </a:lnTo>
                  <a:lnTo>
                    <a:pt x="862253" y="514121"/>
                  </a:lnTo>
                  <a:lnTo>
                    <a:pt x="869188" y="557479"/>
                  </a:lnTo>
                  <a:lnTo>
                    <a:pt x="863434" y="611924"/>
                  </a:lnTo>
                  <a:lnTo>
                    <a:pt x="848969" y="656336"/>
                  </a:lnTo>
                  <a:lnTo>
                    <a:pt x="826350" y="695312"/>
                  </a:lnTo>
                  <a:lnTo>
                    <a:pt x="796582" y="728903"/>
                  </a:lnTo>
                  <a:lnTo>
                    <a:pt x="760666" y="757161"/>
                  </a:lnTo>
                  <a:lnTo>
                    <a:pt x="719607" y="780161"/>
                  </a:lnTo>
                  <a:lnTo>
                    <a:pt x="674420" y="797941"/>
                  </a:lnTo>
                  <a:lnTo>
                    <a:pt x="626097" y="810577"/>
                  </a:lnTo>
                  <a:lnTo>
                    <a:pt x="575640" y="818121"/>
                  </a:lnTo>
                  <a:lnTo>
                    <a:pt x="524078" y="820610"/>
                  </a:lnTo>
                  <a:lnTo>
                    <a:pt x="473163" y="818794"/>
                  </a:lnTo>
                  <a:lnTo>
                    <a:pt x="425475" y="812838"/>
                  </a:lnTo>
                  <a:lnTo>
                    <a:pt x="382117" y="801992"/>
                  </a:lnTo>
                  <a:lnTo>
                    <a:pt x="344208" y="785520"/>
                  </a:lnTo>
                  <a:lnTo>
                    <a:pt x="312877" y="762660"/>
                  </a:lnTo>
                  <a:lnTo>
                    <a:pt x="289217" y="732675"/>
                  </a:lnTo>
                  <a:lnTo>
                    <a:pt x="274358" y="694804"/>
                  </a:lnTo>
                  <a:lnTo>
                    <a:pt x="269405" y="648309"/>
                  </a:lnTo>
                  <a:lnTo>
                    <a:pt x="275488" y="592455"/>
                  </a:lnTo>
                  <a:lnTo>
                    <a:pt x="461670" y="592455"/>
                  </a:lnTo>
                  <a:lnTo>
                    <a:pt x="460578" y="634403"/>
                  </a:lnTo>
                  <a:lnTo>
                    <a:pt x="477113" y="665022"/>
                  </a:lnTo>
                  <a:lnTo>
                    <a:pt x="508876" y="683780"/>
                  </a:lnTo>
                  <a:lnTo>
                    <a:pt x="553491" y="690143"/>
                  </a:lnTo>
                  <a:lnTo>
                    <a:pt x="587768" y="685965"/>
                  </a:lnTo>
                  <a:lnTo>
                    <a:pt x="622033" y="673404"/>
                  </a:lnTo>
                  <a:lnTo>
                    <a:pt x="649998" y="652462"/>
                  </a:lnTo>
                  <a:lnTo>
                    <a:pt x="665429" y="623125"/>
                  </a:lnTo>
                  <a:lnTo>
                    <a:pt x="665492" y="593737"/>
                  </a:lnTo>
                  <a:lnTo>
                    <a:pt x="664705" y="592455"/>
                  </a:lnTo>
                  <a:lnTo>
                    <a:pt x="652437" y="572452"/>
                  </a:lnTo>
                  <a:lnTo>
                    <a:pt x="628243" y="556996"/>
                  </a:lnTo>
                  <a:lnTo>
                    <a:pt x="594918" y="545071"/>
                  </a:lnTo>
                  <a:lnTo>
                    <a:pt x="508914" y="522744"/>
                  </a:lnTo>
                  <a:lnTo>
                    <a:pt x="460248" y="507771"/>
                  </a:lnTo>
                  <a:lnTo>
                    <a:pt x="410464" y="487222"/>
                  </a:lnTo>
                  <a:lnTo>
                    <a:pt x="371932" y="459282"/>
                  </a:lnTo>
                  <a:lnTo>
                    <a:pt x="348348" y="421398"/>
                  </a:lnTo>
                  <a:lnTo>
                    <a:pt x="339166" y="375475"/>
                  </a:lnTo>
                  <a:lnTo>
                    <a:pt x="343865" y="323443"/>
                  </a:lnTo>
                  <a:lnTo>
                    <a:pt x="361454" y="274574"/>
                  </a:lnTo>
                  <a:lnTo>
                    <a:pt x="386054" y="233654"/>
                  </a:lnTo>
                  <a:lnTo>
                    <a:pt x="416737" y="200101"/>
                  </a:lnTo>
                  <a:lnTo>
                    <a:pt x="452526" y="173329"/>
                  </a:lnTo>
                  <a:lnTo>
                    <a:pt x="492467" y="152742"/>
                  </a:lnTo>
                  <a:lnTo>
                    <a:pt x="535597" y="137756"/>
                  </a:lnTo>
                  <a:lnTo>
                    <a:pt x="580986" y="127787"/>
                  </a:lnTo>
                  <a:lnTo>
                    <a:pt x="627646" y="122237"/>
                  </a:lnTo>
                  <a:lnTo>
                    <a:pt x="674649" y="120523"/>
                  </a:lnTo>
                  <a:lnTo>
                    <a:pt x="720369" y="122428"/>
                  </a:lnTo>
                  <a:lnTo>
                    <a:pt x="764184" y="128524"/>
                  </a:lnTo>
                  <a:lnTo>
                    <a:pt x="804697" y="139306"/>
                  </a:lnTo>
                  <a:lnTo>
                    <a:pt x="840486" y="155308"/>
                  </a:lnTo>
                  <a:lnTo>
                    <a:pt x="892327" y="205041"/>
                  </a:lnTo>
                  <a:lnTo>
                    <a:pt x="908481" y="281914"/>
                  </a:lnTo>
                  <a:lnTo>
                    <a:pt x="908481" y="0"/>
                  </a:lnTo>
                  <a:lnTo>
                    <a:pt x="0" y="0"/>
                  </a:lnTo>
                  <a:lnTo>
                    <a:pt x="0" y="137388"/>
                  </a:lnTo>
                  <a:lnTo>
                    <a:pt x="198323" y="137388"/>
                  </a:lnTo>
                  <a:lnTo>
                    <a:pt x="198323" y="162204"/>
                  </a:lnTo>
                  <a:lnTo>
                    <a:pt x="0" y="162204"/>
                  </a:lnTo>
                  <a:lnTo>
                    <a:pt x="0" y="295605"/>
                  </a:lnTo>
                  <a:lnTo>
                    <a:pt x="198323" y="295605"/>
                  </a:lnTo>
                  <a:lnTo>
                    <a:pt x="198323" y="320408"/>
                  </a:lnTo>
                  <a:lnTo>
                    <a:pt x="0" y="320408"/>
                  </a:lnTo>
                  <a:lnTo>
                    <a:pt x="0" y="458101"/>
                  </a:lnTo>
                  <a:lnTo>
                    <a:pt x="198323" y="458101"/>
                  </a:lnTo>
                  <a:lnTo>
                    <a:pt x="198323" y="482930"/>
                  </a:lnTo>
                  <a:lnTo>
                    <a:pt x="0" y="482930"/>
                  </a:lnTo>
                  <a:lnTo>
                    <a:pt x="0" y="622820"/>
                  </a:lnTo>
                  <a:lnTo>
                    <a:pt x="198323" y="622820"/>
                  </a:lnTo>
                  <a:lnTo>
                    <a:pt x="198323" y="647623"/>
                  </a:lnTo>
                  <a:lnTo>
                    <a:pt x="0" y="647623"/>
                  </a:lnTo>
                  <a:lnTo>
                    <a:pt x="0" y="781545"/>
                  </a:lnTo>
                  <a:lnTo>
                    <a:pt x="198323" y="781545"/>
                  </a:lnTo>
                  <a:lnTo>
                    <a:pt x="198323" y="806361"/>
                  </a:lnTo>
                  <a:lnTo>
                    <a:pt x="0" y="806361"/>
                  </a:lnTo>
                  <a:lnTo>
                    <a:pt x="0" y="942378"/>
                  </a:lnTo>
                  <a:lnTo>
                    <a:pt x="3692995" y="942378"/>
                  </a:lnTo>
                  <a:lnTo>
                    <a:pt x="3692995" y="820610"/>
                  </a:lnTo>
                  <a:lnTo>
                    <a:pt x="3692995" y="806462"/>
                  </a:lnTo>
                  <a:lnTo>
                    <a:pt x="3494557" y="806361"/>
                  </a:lnTo>
                  <a:lnTo>
                    <a:pt x="3494557" y="781545"/>
                  </a:lnTo>
                  <a:lnTo>
                    <a:pt x="3692995" y="781545"/>
                  </a:lnTo>
                  <a:lnTo>
                    <a:pt x="3692995" y="647623"/>
                  </a:lnTo>
                  <a:lnTo>
                    <a:pt x="3494557" y="647623"/>
                  </a:lnTo>
                  <a:lnTo>
                    <a:pt x="3494557" y="622820"/>
                  </a:lnTo>
                  <a:lnTo>
                    <a:pt x="3692995" y="622820"/>
                  </a:lnTo>
                  <a:lnTo>
                    <a:pt x="3692995" y="482930"/>
                  </a:lnTo>
                  <a:lnTo>
                    <a:pt x="3494557" y="482930"/>
                  </a:lnTo>
                  <a:lnTo>
                    <a:pt x="3494557" y="458101"/>
                  </a:lnTo>
                  <a:lnTo>
                    <a:pt x="3692995" y="458101"/>
                  </a:lnTo>
                  <a:lnTo>
                    <a:pt x="3692995" y="320408"/>
                  </a:lnTo>
                  <a:lnTo>
                    <a:pt x="3494557" y="320408"/>
                  </a:lnTo>
                  <a:lnTo>
                    <a:pt x="3494557" y="295605"/>
                  </a:lnTo>
                  <a:lnTo>
                    <a:pt x="3692995" y="295605"/>
                  </a:lnTo>
                  <a:lnTo>
                    <a:pt x="3692995" y="162204"/>
                  </a:lnTo>
                  <a:lnTo>
                    <a:pt x="3494557" y="162204"/>
                  </a:lnTo>
                  <a:lnTo>
                    <a:pt x="3494557" y="137388"/>
                  </a:lnTo>
                  <a:lnTo>
                    <a:pt x="3692995" y="137388"/>
                  </a:lnTo>
                  <a:lnTo>
                    <a:pt x="3692995" y="134556"/>
                  </a:lnTo>
                  <a:lnTo>
                    <a:pt x="3692995" y="120523"/>
                  </a:lnTo>
                  <a:lnTo>
                    <a:pt x="369299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9004961" y="4877009"/>
              <a:ext cx="2094230" cy="0"/>
            </a:xfrm>
            <a:custGeom>
              <a:avLst/>
              <a:gdLst/>
              <a:ahLst/>
              <a:cxnLst/>
              <a:rect l="l" t="t" r="r" b="b"/>
              <a:pathLst>
                <a:path w="2094229">
                  <a:moveTo>
                    <a:pt x="0" y="0"/>
                  </a:moveTo>
                  <a:lnTo>
                    <a:pt x="2094177" y="0"/>
                  </a:lnTo>
                </a:path>
              </a:pathLst>
            </a:custGeom>
            <a:ln w="31412">
              <a:solidFill>
                <a:srgbClr val="C1272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0" y="11151492"/>
              <a:ext cx="20104100" cy="157480"/>
            </a:xfrm>
            <a:custGeom>
              <a:avLst/>
              <a:gdLst/>
              <a:ahLst/>
              <a:cxnLst/>
              <a:rect l="l" t="t" r="r" b="b"/>
              <a:pathLst>
                <a:path w="20104100" h="157479">
                  <a:moveTo>
                    <a:pt x="20104099" y="0"/>
                  </a:moveTo>
                  <a:lnTo>
                    <a:pt x="0" y="0"/>
                  </a:lnTo>
                  <a:lnTo>
                    <a:pt x="0" y="157063"/>
                  </a:lnTo>
                  <a:lnTo>
                    <a:pt x="20104099" y="157063"/>
                  </a:lnTo>
                  <a:lnTo>
                    <a:pt x="20104099" y="0"/>
                  </a:lnTo>
                  <a:close/>
                </a:path>
              </a:pathLst>
            </a:custGeom>
            <a:solidFill>
              <a:srgbClr val="C127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11086438" y="5774443"/>
            <a:ext cx="7865109" cy="348234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600" b="0" spc="15" dirty="0">
                <a:solidFill>
                  <a:srgbClr val="C1272C"/>
                </a:solidFill>
                <a:latin typeface="Montserrat Light"/>
                <a:cs typeface="Montserrat Light"/>
              </a:rPr>
              <a:t>DUIS</a:t>
            </a:r>
            <a:r>
              <a:rPr sz="3600" b="0" spc="-5" dirty="0">
                <a:solidFill>
                  <a:srgbClr val="C1272C"/>
                </a:solidFill>
                <a:latin typeface="Montserrat Light"/>
                <a:cs typeface="Montserrat Light"/>
              </a:rPr>
              <a:t> </a:t>
            </a:r>
            <a:r>
              <a:rPr sz="3600" b="0" spc="-10" dirty="0">
                <a:solidFill>
                  <a:srgbClr val="C1272C"/>
                </a:solidFill>
                <a:latin typeface="Montserrat Light"/>
                <a:cs typeface="Montserrat Light"/>
              </a:rPr>
              <a:t>AUTE</a:t>
            </a:r>
            <a:r>
              <a:rPr sz="3600" b="0" spc="120" dirty="0">
                <a:solidFill>
                  <a:srgbClr val="C1272C"/>
                </a:solidFill>
                <a:latin typeface="Montserrat Light"/>
                <a:cs typeface="Montserrat Light"/>
              </a:rPr>
              <a:t> </a:t>
            </a:r>
            <a:r>
              <a:rPr sz="3600" b="1" spc="15" dirty="0">
                <a:solidFill>
                  <a:srgbClr val="C1272C"/>
                </a:solidFill>
                <a:latin typeface="Montserrat ExtraBold"/>
                <a:cs typeface="Montserrat ExtraBold"/>
              </a:rPr>
              <a:t>IRURE</a:t>
            </a:r>
            <a:r>
              <a:rPr sz="3600" b="1" spc="-5" dirty="0">
                <a:solidFill>
                  <a:srgbClr val="C1272C"/>
                </a:solidFill>
                <a:latin typeface="Montserrat ExtraBold"/>
                <a:cs typeface="Montserrat ExtraBold"/>
              </a:rPr>
              <a:t> </a:t>
            </a:r>
            <a:r>
              <a:rPr sz="3600" b="1" spc="10" dirty="0">
                <a:solidFill>
                  <a:srgbClr val="C1272C"/>
                </a:solidFill>
                <a:latin typeface="Montserrat ExtraBold"/>
                <a:cs typeface="Montserrat ExtraBold"/>
              </a:rPr>
              <a:t>DOLOR</a:t>
            </a:r>
            <a:r>
              <a:rPr sz="3600" b="1" spc="-5" dirty="0">
                <a:solidFill>
                  <a:srgbClr val="C1272C"/>
                </a:solidFill>
                <a:latin typeface="Montserrat ExtraBold"/>
                <a:cs typeface="Montserrat ExtraBold"/>
              </a:rPr>
              <a:t> </a:t>
            </a:r>
            <a:r>
              <a:rPr sz="3600" b="1" spc="15" dirty="0">
                <a:solidFill>
                  <a:srgbClr val="C1272C"/>
                </a:solidFill>
                <a:latin typeface="Montserrat ExtraBold"/>
                <a:cs typeface="Montserrat ExtraBold"/>
              </a:rPr>
              <a:t>IN</a:t>
            </a:r>
            <a:endParaRPr sz="3600">
              <a:latin typeface="Montserrat ExtraBold"/>
              <a:cs typeface="Montserrat ExtraBold"/>
            </a:endParaRPr>
          </a:p>
          <a:p>
            <a:pPr marL="12700" marR="5080">
              <a:lnSpc>
                <a:spcPts val="2870"/>
              </a:lnSpc>
              <a:spcBef>
                <a:spcPts val="2880"/>
              </a:spcBef>
            </a:pPr>
            <a:r>
              <a:rPr sz="2400" spc="-20" dirty="0">
                <a:solidFill>
                  <a:srgbClr val="FFFFFF"/>
                </a:solidFill>
                <a:latin typeface="Montserrat"/>
                <a:cs typeface="Montserrat"/>
              </a:rPr>
              <a:t>Lorem</a:t>
            </a:r>
            <a:r>
              <a:rPr sz="2400" spc="-5" dirty="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Montserrat"/>
                <a:cs typeface="Montserrat"/>
              </a:rPr>
              <a:t>ipsum</a:t>
            </a:r>
            <a:r>
              <a:rPr sz="2400" spc="-5" dirty="0">
                <a:solidFill>
                  <a:srgbClr val="FFFFFF"/>
                </a:solidFill>
                <a:latin typeface="Montserrat"/>
                <a:cs typeface="Montserrat"/>
              </a:rPr>
              <a:t> dolor</a:t>
            </a:r>
            <a:r>
              <a:rPr sz="2400" dirty="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Montserrat"/>
                <a:cs typeface="Montserrat"/>
              </a:rPr>
              <a:t>sit amet, </a:t>
            </a:r>
            <a:r>
              <a:rPr sz="2400" spc="-15" dirty="0">
                <a:solidFill>
                  <a:srgbClr val="FFFFFF"/>
                </a:solidFill>
                <a:latin typeface="Montserrat"/>
                <a:cs typeface="Montserrat"/>
              </a:rPr>
              <a:t>consectetur</a:t>
            </a:r>
            <a:r>
              <a:rPr sz="2400" dirty="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Montserrat"/>
                <a:cs typeface="Montserrat"/>
              </a:rPr>
              <a:t>adipiscing </a:t>
            </a:r>
            <a:r>
              <a:rPr sz="2400" spc="-615" dirty="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sz="2400" dirty="0">
                <a:solidFill>
                  <a:srgbClr val="FFFFFF"/>
                </a:solidFill>
                <a:latin typeface="Montserrat"/>
                <a:cs typeface="Montserrat"/>
              </a:rPr>
              <a:t>elit,</a:t>
            </a:r>
            <a:r>
              <a:rPr sz="2400" spc="-10" dirty="0">
                <a:solidFill>
                  <a:srgbClr val="FFFFFF"/>
                </a:solidFill>
                <a:latin typeface="Montserrat"/>
                <a:cs typeface="Montserrat"/>
              </a:rPr>
              <a:t> sed</a:t>
            </a:r>
            <a:r>
              <a:rPr sz="2400" spc="-5" dirty="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Montserrat"/>
                <a:cs typeface="Montserrat"/>
              </a:rPr>
              <a:t>do</a:t>
            </a:r>
            <a:r>
              <a:rPr sz="2400" spc="-5" dirty="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Montserrat"/>
                <a:cs typeface="Montserrat"/>
              </a:rPr>
              <a:t>eiusmod</a:t>
            </a:r>
            <a:r>
              <a:rPr sz="2400" spc="-5" dirty="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sz="2400" spc="-15" dirty="0">
                <a:solidFill>
                  <a:srgbClr val="FFFFFF"/>
                </a:solidFill>
                <a:latin typeface="Montserrat"/>
                <a:cs typeface="Montserrat"/>
              </a:rPr>
              <a:t>tempor</a:t>
            </a:r>
            <a:r>
              <a:rPr sz="2400" spc="-5" dirty="0">
                <a:solidFill>
                  <a:srgbClr val="FFFFFF"/>
                </a:solidFill>
                <a:latin typeface="Montserrat"/>
                <a:cs typeface="Montserrat"/>
              </a:rPr>
              <a:t> incididunt ut </a:t>
            </a:r>
            <a:r>
              <a:rPr sz="2400" spc="-15" dirty="0">
                <a:solidFill>
                  <a:srgbClr val="FFFFFF"/>
                </a:solidFill>
                <a:latin typeface="Montserrat"/>
                <a:cs typeface="Montserrat"/>
              </a:rPr>
              <a:t>labore</a:t>
            </a:r>
            <a:r>
              <a:rPr sz="2400" spc="-10" dirty="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Montserrat"/>
                <a:cs typeface="Montserrat"/>
              </a:rPr>
              <a:t>et </a:t>
            </a:r>
            <a:r>
              <a:rPr sz="2400" dirty="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sz="2400" spc="-15" dirty="0">
                <a:solidFill>
                  <a:srgbClr val="FFFFFF"/>
                </a:solidFill>
                <a:latin typeface="Montserrat"/>
                <a:cs typeface="Montserrat"/>
              </a:rPr>
              <a:t>dolore</a:t>
            </a:r>
            <a:r>
              <a:rPr sz="2400" spc="-5" dirty="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Montserrat"/>
                <a:cs typeface="Montserrat"/>
              </a:rPr>
              <a:t>magna</a:t>
            </a:r>
            <a:r>
              <a:rPr sz="2400" dirty="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Montserrat"/>
                <a:cs typeface="Montserrat"/>
              </a:rPr>
              <a:t>aliqua. </a:t>
            </a:r>
            <a:r>
              <a:rPr sz="2400" spc="-10" dirty="0">
                <a:solidFill>
                  <a:srgbClr val="FFFFFF"/>
                </a:solidFill>
                <a:latin typeface="Montserrat"/>
                <a:cs typeface="Montserrat"/>
              </a:rPr>
              <a:t>Ut</a:t>
            </a:r>
            <a:r>
              <a:rPr sz="2400" dirty="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Montserrat"/>
                <a:cs typeface="Montserrat"/>
              </a:rPr>
              <a:t>enim</a:t>
            </a:r>
            <a:r>
              <a:rPr sz="2400" spc="-5" dirty="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Montserrat"/>
                <a:cs typeface="Montserrat"/>
              </a:rPr>
              <a:t>ad</a:t>
            </a:r>
            <a:r>
              <a:rPr sz="2400" dirty="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Montserrat"/>
                <a:cs typeface="Montserrat"/>
              </a:rPr>
              <a:t>minim</a:t>
            </a:r>
            <a:r>
              <a:rPr sz="2400" dirty="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sz="2400" spc="-15" dirty="0">
                <a:solidFill>
                  <a:srgbClr val="FFFFFF"/>
                </a:solidFill>
                <a:latin typeface="Montserrat"/>
                <a:cs typeface="Montserrat"/>
              </a:rPr>
              <a:t>veniam, </a:t>
            </a:r>
            <a:r>
              <a:rPr sz="2400" spc="-10" dirty="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Montserrat"/>
                <a:cs typeface="Montserrat"/>
              </a:rPr>
              <a:t>quis</a:t>
            </a:r>
            <a:r>
              <a:rPr sz="2400" spc="-10" dirty="0">
                <a:solidFill>
                  <a:srgbClr val="FFFFFF"/>
                </a:solidFill>
                <a:latin typeface="Montserrat"/>
                <a:cs typeface="Montserrat"/>
              </a:rPr>
              <a:t> nostrud</a:t>
            </a:r>
            <a:r>
              <a:rPr sz="2400" spc="-5" dirty="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sz="2400" spc="-15" dirty="0">
                <a:solidFill>
                  <a:srgbClr val="FFFFFF"/>
                </a:solidFill>
                <a:latin typeface="Montserrat"/>
                <a:cs typeface="Montserrat"/>
              </a:rPr>
              <a:t>exercitation</a:t>
            </a:r>
            <a:r>
              <a:rPr sz="2400" spc="-10" dirty="0">
                <a:solidFill>
                  <a:srgbClr val="FFFFFF"/>
                </a:solidFill>
                <a:latin typeface="Montserrat"/>
                <a:cs typeface="Montserrat"/>
              </a:rPr>
              <a:t> ullamco</a:t>
            </a:r>
            <a:r>
              <a:rPr sz="2400" spc="-5" dirty="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Montserrat"/>
                <a:cs typeface="Montserrat"/>
              </a:rPr>
              <a:t>laboris </a:t>
            </a:r>
            <a:r>
              <a:rPr sz="2400" spc="-5" dirty="0">
                <a:solidFill>
                  <a:srgbClr val="FFFFFF"/>
                </a:solidFill>
                <a:latin typeface="Montserrat"/>
                <a:cs typeface="Montserrat"/>
              </a:rPr>
              <a:t>nisi ut </a:t>
            </a:r>
            <a:r>
              <a:rPr sz="2400" dirty="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Montserrat"/>
                <a:cs typeface="Montserrat"/>
              </a:rPr>
              <a:t>aliuip </a:t>
            </a:r>
            <a:r>
              <a:rPr sz="2400" spc="-30" dirty="0">
                <a:solidFill>
                  <a:srgbClr val="FFFFFF"/>
                </a:solidFill>
                <a:latin typeface="Montserrat"/>
                <a:cs typeface="Montserrat"/>
              </a:rPr>
              <a:t>ex</a:t>
            </a:r>
            <a:r>
              <a:rPr sz="2400" dirty="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sz="2400" spc="-30" dirty="0">
                <a:solidFill>
                  <a:srgbClr val="FFFFFF"/>
                </a:solidFill>
                <a:latin typeface="Montserrat"/>
                <a:cs typeface="Montserrat"/>
              </a:rPr>
              <a:t>ea</a:t>
            </a:r>
            <a:r>
              <a:rPr sz="2400" dirty="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sz="2400" spc="-15" dirty="0">
                <a:solidFill>
                  <a:srgbClr val="FFFFFF"/>
                </a:solidFill>
                <a:latin typeface="Montserrat"/>
                <a:cs typeface="Montserrat"/>
              </a:rPr>
              <a:t>commodo</a:t>
            </a:r>
            <a:r>
              <a:rPr sz="2400" dirty="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Montserrat"/>
                <a:cs typeface="Montserrat"/>
              </a:rPr>
              <a:t>consequat.</a:t>
            </a:r>
            <a:r>
              <a:rPr sz="2400" dirty="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Montserrat"/>
                <a:cs typeface="Montserrat"/>
              </a:rPr>
              <a:t>Duis</a:t>
            </a:r>
            <a:r>
              <a:rPr sz="2400" spc="-5" dirty="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sz="2400" spc="-20" dirty="0">
                <a:solidFill>
                  <a:srgbClr val="FFFFFF"/>
                </a:solidFill>
                <a:latin typeface="Montserrat"/>
                <a:cs typeface="Montserrat"/>
              </a:rPr>
              <a:t>aute</a:t>
            </a:r>
            <a:r>
              <a:rPr sz="2400" dirty="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sz="2400" spc="-15" dirty="0">
                <a:solidFill>
                  <a:srgbClr val="FFFFFF"/>
                </a:solidFill>
                <a:latin typeface="Montserrat"/>
                <a:cs typeface="Montserrat"/>
              </a:rPr>
              <a:t>irure </a:t>
            </a:r>
            <a:r>
              <a:rPr sz="2400" spc="-10" dirty="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Montserrat"/>
                <a:cs typeface="Montserrat"/>
              </a:rPr>
              <a:t>dolor</a:t>
            </a:r>
            <a:r>
              <a:rPr sz="2400" spc="-10" dirty="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Montserrat"/>
                <a:cs typeface="Montserrat"/>
              </a:rPr>
              <a:t>in</a:t>
            </a:r>
            <a:r>
              <a:rPr sz="2400" spc="-10" dirty="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sz="2400" spc="-15" dirty="0">
                <a:solidFill>
                  <a:srgbClr val="FFFFFF"/>
                </a:solidFill>
                <a:latin typeface="Montserrat"/>
                <a:cs typeface="Montserrat"/>
              </a:rPr>
              <a:t>reprehenderit</a:t>
            </a:r>
            <a:r>
              <a:rPr sz="2400" spc="-10" dirty="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Montserrat"/>
                <a:cs typeface="Montserrat"/>
              </a:rPr>
              <a:t>in</a:t>
            </a:r>
            <a:r>
              <a:rPr sz="2400" spc="-10" dirty="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sz="2400" spc="-15" dirty="0">
                <a:solidFill>
                  <a:srgbClr val="FFFFFF"/>
                </a:solidFill>
                <a:latin typeface="Montserrat"/>
                <a:cs typeface="Montserrat"/>
              </a:rPr>
              <a:t>voluptate</a:t>
            </a:r>
            <a:r>
              <a:rPr sz="2400" spc="-5" dirty="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sz="2400" spc="-15" dirty="0">
                <a:solidFill>
                  <a:srgbClr val="FFFFFF"/>
                </a:solidFill>
                <a:latin typeface="Montserrat"/>
                <a:cs typeface="Montserrat"/>
              </a:rPr>
              <a:t>velit</a:t>
            </a:r>
            <a:r>
              <a:rPr sz="2400" spc="-10" dirty="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Montserrat"/>
                <a:cs typeface="Montserrat"/>
              </a:rPr>
              <a:t>esse</a:t>
            </a:r>
            <a:r>
              <a:rPr sz="2400" spc="-10" dirty="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Montserrat"/>
                <a:cs typeface="Montserrat"/>
              </a:rPr>
              <a:t>cillum </a:t>
            </a:r>
            <a:r>
              <a:rPr sz="2400" dirty="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sz="2400" spc="-15" dirty="0">
                <a:solidFill>
                  <a:srgbClr val="FFFFFF"/>
                </a:solidFill>
                <a:latin typeface="Montserrat"/>
                <a:cs typeface="Montserrat"/>
              </a:rPr>
              <a:t>dolore</a:t>
            </a:r>
            <a:r>
              <a:rPr sz="2400" spc="-10" dirty="0">
                <a:solidFill>
                  <a:srgbClr val="FFFFFF"/>
                </a:solidFill>
                <a:latin typeface="Montserrat"/>
                <a:cs typeface="Montserrat"/>
              </a:rPr>
              <a:t> eu</a:t>
            </a:r>
            <a:r>
              <a:rPr sz="2400" spc="-5" dirty="0">
                <a:solidFill>
                  <a:srgbClr val="FFFFFF"/>
                </a:solidFill>
                <a:latin typeface="Montserrat"/>
                <a:cs typeface="Montserrat"/>
              </a:rPr>
              <a:t> fugiat nulla </a:t>
            </a:r>
            <a:r>
              <a:rPr sz="2400" spc="-15" dirty="0">
                <a:solidFill>
                  <a:srgbClr val="FFFFFF"/>
                </a:solidFill>
                <a:latin typeface="Montserrat"/>
                <a:cs typeface="Montserrat"/>
              </a:rPr>
              <a:t>pariatur.</a:t>
            </a:r>
            <a:endParaRPr sz="2400">
              <a:latin typeface="Montserrat"/>
              <a:cs typeface="Montserrat"/>
            </a:endParaRPr>
          </a:p>
        </p:txBody>
      </p:sp>
      <p:sp>
        <p:nvSpPr>
          <p:cNvPr id="37" name="object 3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952865" marR="5080">
              <a:lnSpc>
                <a:spcPct val="107000"/>
              </a:lnSpc>
              <a:spcBef>
                <a:spcPts val="100"/>
              </a:spcBef>
            </a:pPr>
            <a:r>
              <a:rPr b="1" spc="-15" dirty="0">
                <a:solidFill>
                  <a:srgbClr val="FFFFFF"/>
                </a:solidFill>
                <a:latin typeface="Montserrat ExtraBold"/>
                <a:cs typeface="Montserrat ExtraBold"/>
              </a:rPr>
              <a:t>LOREM </a:t>
            </a:r>
            <a:r>
              <a:rPr b="1" dirty="0">
                <a:solidFill>
                  <a:srgbClr val="FFFFFF"/>
                </a:solidFill>
                <a:latin typeface="Montserrat ExtraBold"/>
                <a:cs typeface="Montserrat ExtraBold"/>
              </a:rPr>
              <a:t>IPSUM </a:t>
            </a:r>
            <a:r>
              <a:rPr b="1" spc="5" dirty="0">
                <a:solidFill>
                  <a:srgbClr val="FFFFFF"/>
                </a:solidFill>
                <a:latin typeface="Montserrat ExtraBold"/>
                <a:cs typeface="Montserrat ExtraBold"/>
              </a:rPr>
              <a:t> </a:t>
            </a:r>
            <a:r>
              <a:rPr spc="-20" dirty="0">
                <a:solidFill>
                  <a:srgbClr val="FFFFFF"/>
                </a:solidFill>
              </a:rPr>
              <a:t>DOLOR</a:t>
            </a:r>
            <a:r>
              <a:rPr spc="-35" dirty="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SIT</a:t>
            </a:r>
            <a:r>
              <a:rPr spc="-35" dirty="0">
                <a:solidFill>
                  <a:srgbClr val="FFFFFF"/>
                </a:solidFill>
              </a:rPr>
              <a:t> </a:t>
            </a:r>
            <a:r>
              <a:rPr spc="-40" dirty="0">
                <a:solidFill>
                  <a:srgbClr val="FFFFFF"/>
                </a:solidFill>
              </a:rPr>
              <a:t>AMET, </a:t>
            </a:r>
            <a:r>
              <a:rPr spc="-1555" dirty="0">
                <a:solidFill>
                  <a:srgbClr val="FFFFFF"/>
                </a:solidFill>
              </a:rPr>
              <a:t> </a:t>
            </a:r>
            <a:r>
              <a:rPr spc="-25" dirty="0">
                <a:solidFill>
                  <a:srgbClr val="FFFFFF"/>
                </a:solidFill>
              </a:rPr>
              <a:t>CONSECTETUR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565062" y="0"/>
            <a:ext cx="7539355" cy="11151870"/>
          </a:xfrm>
          <a:custGeom>
            <a:avLst/>
            <a:gdLst/>
            <a:ahLst/>
            <a:cxnLst/>
            <a:rect l="l" t="t" r="r" b="b"/>
            <a:pathLst>
              <a:path w="7539355" h="11151870">
                <a:moveTo>
                  <a:pt x="0" y="11151492"/>
                </a:moveTo>
                <a:lnTo>
                  <a:pt x="7539037" y="11151492"/>
                </a:lnTo>
                <a:lnTo>
                  <a:pt x="7539037" y="0"/>
                </a:lnTo>
                <a:lnTo>
                  <a:pt x="0" y="0"/>
                </a:lnTo>
                <a:lnTo>
                  <a:pt x="0" y="11151492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1047088" y="9319087"/>
            <a:ext cx="3693160" cy="942975"/>
            <a:chOff x="1047088" y="9319087"/>
            <a:chExt cx="3693160" cy="942975"/>
          </a:xfrm>
        </p:grpSpPr>
        <p:sp>
          <p:nvSpPr>
            <p:cNvPr id="4" name="object 4"/>
            <p:cNvSpPr/>
            <p:nvPr/>
          </p:nvSpPr>
          <p:spPr>
            <a:xfrm>
              <a:off x="1047151" y="9319087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60" h="942975">
                  <a:moveTo>
                    <a:pt x="369295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55" y="942379"/>
                  </a:lnTo>
                  <a:lnTo>
                    <a:pt x="369295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047076" y="9439611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60" h="700404">
                  <a:moveTo>
                    <a:pt x="198361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61" y="685812"/>
                  </a:lnTo>
                  <a:lnTo>
                    <a:pt x="198361" y="660984"/>
                  </a:lnTo>
                  <a:close/>
                </a:path>
                <a:path w="3693160" h="700404">
                  <a:moveTo>
                    <a:pt x="198361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61" y="527050"/>
                  </a:lnTo>
                  <a:lnTo>
                    <a:pt x="198361" y="502246"/>
                  </a:lnTo>
                  <a:close/>
                </a:path>
                <a:path w="3693160" h="700404">
                  <a:moveTo>
                    <a:pt x="198361" y="337553"/>
                  </a:moveTo>
                  <a:lnTo>
                    <a:pt x="0" y="337553"/>
                  </a:lnTo>
                  <a:lnTo>
                    <a:pt x="0" y="362356"/>
                  </a:lnTo>
                  <a:lnTo>
                    <a:pt x="198361" y="362356"/>
                  </a:lnTo>
                  <a:lnTo>
                    <a:pt x="198361" y="337553"/>
                  </a:lnTo>
                  <a:close/>
                </a:path>
                <a:path w="3693160" h="700404">
                  <a:moveTo>
                    <a:pt x="198361" y="175056"/>
                  </a:moveTo>
                  <a:lnTo>
                    <a:pt x="0" y="175056"/>
                  </a:lnTo>
                  <a:lnTo>
                    <a:pt x="0" y="199898"/>
                  </a:lnTo>
                  <a:lnTo>
                    <a:pt x="198361" y="199898"/>
                  </a:lnTo>
                  <a:lnTo>
                    <a:pt x="198361" y="175056"/>
                  </a:lnTo>
                  <a:close/>
                </a:path>
                <a:path w="3693160" h="700404">
                  <a:moveTo>
                    <a:pt x="198361" y="16802"/>
                  </a:moveTo>
                  <a:lnTo>
                    <a:pt x="0" y="16802"/>
                  </a:lnTo>
                  <a:lnTo>
                    <a:pt x="0" y="41592"/>
                  </a:lnTo>
                  <a:lnTo>
                    <a:pt x="198361" y="41592"/>
                  </a:lnTo>
                  <a:lnTo>
                    <a:pt x="198361" y="16802"/>
                  </a:lnTo>
                  <a:close/>
                </a:path>
                <a:path w="3693160" h="700404">
                  <a:moveTo>
                    <a:pt x="908532" y="161366"/>
                  </a:moveTo>
                  <a:lnTo>
                    <a:pt x="905624" y="119291"/>
                  </a:lnTo>
                  <a:lnTo>
                    <a:pt x="870216" y="56515"/>
                  </a:lnTo>
                  <a:lnTo>
                    <a:pt x="804735" y="18783"/>
                  </a:lnTo>
                  <a:lnTo>
                    <a:pt x="764209" y="8001"/>
                  </a:lnTo>
                  <a:lnTo>
                    <a:pt x="720382" y="1917"/>
                  </a:lnTo>
                  <a:lnTo>
                    <a:pt x="674649" y="0"/>
                  </a:lnTo>
                  <a:lnTo>
                    <a:pt x="627659" y="1714"/>
                  </a:lnTo>
                  <a:lnTo>
                    <a:pt x="580986" y="7264"/>
                  </a:lnTo>
                  <a:lnTo>
                    <a:pt x="535622" y="17233"/>
                  </a:lnTo>
                  <a:lnTo>
                    <a:pt x="492493" y="32219"/>
                  </a:lnTo>
                  <a:lnTo>
                    <a:pt x="452564" y="52793"/>
                  </a:lnTo>
                  <a:lnTo>
                    <a:pt x="416788" y="79565"/>
                  </a:lnTo>
                  <a:lnTo>
                    <a:pt x="386118" y="113106"/>
                  </a:lnTo>
                  <a:lnTo>
                    <a:pt x="361518" y="154025"/>
                  </a:lnTo>
                  <a:lnTo>
                    <a:pt x="343941" y="202895"/>
                  </a:lnTo>
                  <a:lnTo>
                    <a:pt x="339204" y="254914"/>
                  </a:lnTo>
                  <a:lnTo>
                    <a:pt x="348361" y="300837"/>
                  </a:lnTo>
                  <a:lnTo>
                    <a:pt x="371957" y="338747"/>
                  </a:lnTo>
                  <a:lnTo>
                    <a:pt x="410489" y="366712"/>
                  </a:lnTo>
                  <a:lnTo>
                    <a:pt x="460273" y="387235"/>
                  </a:lnTo>
                  <a:lnTo>
                    <a:pt x="508939" y="402196"/>
                  </a:lnTo>
                  <a:lnTo>
                    <a:pt x="594931" y="424522"/>
                  </a:lnTo>
                  <a:lnTo>
                    <a:pt x="628256" y="436435"/>
                  </a:lnTo>
                  <a:lnTo>
                    <a:pt x="652462" y="451904"/>
                  </a:lnTo>
                  <a:lnTo>
                    <a:pt x="665543" y="473189"/>
                  </a:lnTo>
                  <a:lnTo>
                    <a:pt x="665505" y="502577"/>
                  </a:lnTo>
                  <a:lnTo>
                    <a:pt x="650049" y="531901"/>
                  </a:lnTo>
                  <a:lnTo>
                    <a:pt x="622071" y="552831"/>
                  </a:lnTo>
                  <a:lnTo>
                    <a:pt x="587806" y="565391"/>
                  </a:lnTo>
                  <a:lnTo>
                    <a:pt x="553504" y="569569"/>
                  </a:lnTo>
                  <a:lnTo>
                    <a:pt x="508876" y="563206"/>
                  </a:lnTo>
                  <a:lnTo>
                    <a:pt x="477113" y="544449"/>
                  </a:lnTo>
                  <a:lnTo>
                    <a:pt x="460578" y="513829"/>
                  </a:lnTo>
                  <a:lnTo>
                    <a:pt x="461683" y="471868"/>
                  </a:lnTo>
                  <a:lnTo>
                    <a:pt x="275539" y="471868"/>
                  </a:lnTo>
                  <a:lnTo>
                    <a:pt x="269443" y="527735"/>
                  </a:lnTo>
                  <a:lnTo>
                    <a:pt x="274370" y="574230"/>
                  </a:lnTo>
                  <a:lnTo>
                    <a:pt x="289229" y="612101"/>
                  </a:lnTo>
                  <a:lnTo>
                    <a:pt x="312877" y="642086"/>
                  </a:lnTo>
                  <a:lnTo>
                    <a:pt x="344220" y="664946"/>
                  </a:lnTo>
                  <a:lnTo>
                    <a:pt x="382130" y="681431"/>
                  </a:lnTo>
                  <a:lnTo>
                    <a:pt x="425475" y="692277"/>
                  </a:lnTo>
                  <a:lnTo>
                    <a:pt x="473163" y="698233"/>
                  </a:lnTo>
                  <a:lnTo>
                    <a:pt x="524065" y="700049"/>
                  </a:lnTo>
                  <a:lnTo>
                    <a:pt x="575640" y="697547"/>
                  </a:lnTo>
                  <a:lnTo>
                    <a:pt x="626084" y="690016"/>
                  </a:lnTo>
                  <a:lnTo>
                    <a:pt x="674420" y="677392"/>
                  </a:lnTo>
                  <a:lnTo>
                    <a:pt x="719620" y="659612"/>
                  </a:lnTo>
                  <a:lnTo>
                    <a:pt x="760679" y="636625"/>
                  </a:lnTo>
                  <a:lnTo>
                    <a:pt x="796594" y="608368"/>
                  </a:lnTo>
                  <a:lnTo>
                    <a:pt x="826350" y="574789"/>
                  </a:lnTo>
                  <a:lnTo>
                    <a:pt x="848969" y="535825"/>
                  </a:lnTo>
                  <a:lnTo>
                    <a:pt x="863409" y="491413"/>
                  </a:lnTo>
                  <a:lnTo>
                    <a:pt x="869188" y="436968"/>
                  </a:lnTo>
                  <a:lnTo>
                    <a:pt x="862253" y="393585"/>
                  </a:lnTo>
                  <a:lnTo>
                    <a:pt x="844715" y="359727"/>
                  </a:lnTo>
                  <a:lnTo>
                    <a:pt x="786193" y="314401"/>
                  </a:lnTo>
                  <a:lnTo>
                    <a:pt x="749401" y="299821"/>
                  </a:lnTo>
                  <a:lnTo>
                    <a:pt x="710374" y="288569"/>
                  </a:lnTo>
                  <a:lnTo>
                    <a:pt x="634009" y="269887"/>
                  </a:lnTo>
                  <a:lnTo>
                    <a:pt x="598487" y="259118"/>
                  </a:lnTo>
                  <a:lnTo>
                    <a:pt x="566508" y="244424"/>
                  </a:lnTo>
                  <a:lnTo>
                    <a:pt x="545211" y="222923"/>
                  </a:lnTo>
                  <a:lnTo>
                    <a:pt x="541718" y="191719"/>
                  </a:lnTo>
                  <a:lnTo>
                    <a:pt x="553250" y="167982"/>
                  </a:lnTo>
                  <a:lnTo>
                    <a:pt x="574878" y="148437"/>
                  </a:lnTo>
                  <a:lnTo>
                    <a:pt x="603186" y="135178"/>
                  </a:lnTo>
                  <a:lnTo>
                    <a:pt x="634784" y="130302"/>
                  </a:lnTo>
                  <a:lnTo>
                    <a:pt x="656831" y="131686"/>
                  </a:lnTo>
                  <a:lnTo>
                    <a:pt x="701929" y="151726"/>
                  </a:lnTo>
                  <a:lnTo>
                    <a:pt x="716407" y="192938"/>
                  </a:lnTo>
                  <a:lnTo>
                    <a:pt x="713600" y="211264"/>
                  </a:lnTo>
                  <a:lnTo>
                    <a:pt x="899718" y="211264"/>
                  </a:lnTo>
                  <a:lnTo>
                    <a:pt x="908532" y="161366"/>
                  </a:lnTo>
                  <a:close/>
                </a:path>
                <a:path w="3693160" h="700404">
                  <a:moveTo>
                    <a:pt x="1580984" y="13944"/>
                  </a:moveTo>
                  <a:lnTo>
                    <a:pt x="1069111" y="13944"/>
                  </a:lnTo>
                  <a:lnTo>
                    <a:pt x="926261" y="685939"/>
                  </a:lnTo>
                  <a:lnTo>
                    <a:pt x="1438148" y="685939"/>
                  </a:lnTo>
                  <a:lnTo>
                    <a:pt x="1465910" y="555612"/>
                  </a:lnTo>
                  <a:lnTo>
                    <a:pt x="1140142" y="555612"/>
                  </a:lnTo>
                  <a:lnTo>
                    <a:pt x="1170393" y="413207"/>
                  </a:lnTo>
                  <a:lnTo>
                    <a:pt x="1470088" y="413207"/>
                  </a:lnTo>
                  <a:lnTo>
                    <a:pt x="1497698" y="282968"/>
                  </a:lnTo>
                  <a:lnTo>
                    <a:pt x="1198003" y="282968"/>
                  </a:lnTo>
                  <a:lnTo>
                    <a:pt x="1227467" y="144246"/>
                  </a:lnTo>
                  <a:lnTo>
                    <a:pt x="1553235" y="144246"/>
                  </a:lnTo>
                  <a:lnTo>
                    <a:pt x="1580984" y="13944"/>
                  </a:lnTo>
                  <a:close/>
                </a:path>
                <a:path w="3693160" h="700404">
                  <a:moveTo>
                    <a:pt x="2341359" y="13944"/>
                  </a:moveTo>
                  <a:lnTo>
                    <a:pt x="2173846" y="13944"/>
                  </a:lnTo>
                  <a:lnTo>
                    <a:pt x="2067737" y="512787"/>
                  </a:lnTo>
                  <a:lnTo>
                    <a:pt x="2065578" y="514692"/>
                  </a:lnTo>
                  <a:lnTo>
                    <a:pt x="1984095" y="171284"/>
                  </a:lnTo>
                  <a:lnTo>
                    <a:pt x="1946757" y="13944"/>
                  </a:lnTo>
                  <a:lnTo>
                    <a:pt x="1686153" y="13944"/>
                  </a:lnTo>
                  <a:lnTo>
                    <a:pt x="1543291" y="685939"/>
                  </a:lnTo>
                  <a:lnTo>
                    <a:pt x="1710829" y="685939"/>
                  </a:lnTo>
                  <a:lnTo>
                    <a:pt x="1820202" y="171284"/>
                  </a:lnTo>
                  <a:lnTo>
                    <a:pt x="1822056" y="171284"/>
                  </a:lnTo>
                  <a:lnTo>
                    <a:pt x="1940699" y="685939"/>
                  </a:lnTo>
                  <a:lnTo>
                    <a:pt x="2198522" y="685939"/>
                  </a:lnTo>
                  <a:lnTo>
                    <a:pt x="2234920" y="514692"/>
                  </a:lnTo>
                  <a:lnTo>
                    <a:pt x="2341359" y="13944"/>
                  </a:lnTo>
                  <a:close/>
                </a:path>
                <a:path w="3693160" h="700404">
                  <a:moveTo>
                    <a:pt x="3024975" y="685939"/>
                  </a:moveTo>
                  <a:lnTo>
                    <a:pt x="3001073" y="554697"/>
                  </a:lnTo>
                  <a:lnTo>
                    <a:pt x="2977337" y="424408"/>
                  </a:lnTo>
                  <a:lnTo>
                    <a:pt x="2926486" y="145161"/>
                  </a:lnTo>
                  <a:lnTo>
                    <a:pt x="2902597" y="13944"/>
                  </a:lnTo>
                  <a:lnTo>
                    <a:pt x="2779903" y="13944"/>
                  </a:lnTo>
                  <a:lnTo>
                    <a:pt x="2779903" y="424408"/>
                  </a:lnTo>
                  <a:lnTo>
                    <a:pt x="2600274" y="424408"/>
                  </a:lnTo>
                  <a:lnTo>
                    <a:pt x="2750870" y="145161"/>
                  </a:lnTo>
                  <a:lnTo>
                    <a:pt x="2753652" y="145161"/>
                  </a:lnTo>
                  <a:lnTo>
                    <a:pt x="2779903" y="424408"/>
                  </a:lnTo>
                  <a:lnTo>
                    <a:pt x="2779903" y="13944"/>
                  </a:lnTo>
                  <a:lnTo>
                    <a:pt x="2675483" y="13944"/>
                  </a:lnTo>
                  <a:lnTo>
                    <a:pt x="2267369" y="685939"/>
                  </a:lnTo>
                  <a:lnTo>
                    <a:pt x="2453525" y="685939"/>
                  </a:lnTo>
                  <a:lnTo>
                    <a:pt x="2525179" y="554697"/>
                  </a:lnTo>
                  <a:lnTo>
                    <a:pt x="2797886" y="554697"/>
                  </a:lnTo>
                  <a:lnTo>
                    <a:pt x="2814637" y="685939"/>
                  </a:lnTo>
                  <a:lnTo>
                    <a:pt x="3024975" y="685939"/>
                  </a:lnTo>
                  <a:close/>
                </a:path>
                <a:path w="3693160" h="700404">
                  <a:moveTo>
                    <a:pt x="3424682" y="13944"/>
                  </a:moveTo>
                  <a:lnTo>
                    <a:pt x="3238550" y="13944"/>
                  </a:lnTo>
                  <a:lnTo>
                    <a:pt x="3095675" y="685939"/>
                  </a:lnTo>
                  <a:lnTo>
                    <a:pt x="3281845" y="685939"/>
                  </a:lnTo>
                  <a:lnTo>
                    <a:pt x="3424682" y="13944"/>
                  </a:lnTo>
                  <a:close/>
                </a:path>
                <a:path w="3693160" h="700404">
                  <a:moveTo>
                    <a:pt x="3692931" y="660984"/>
                  </a:moveTo>
                  <a:lnTo>
                    <a:pt x="3494582" y="660984"/>
                  </a:lnTo>
                  <a:lnTo>
                    <a:pt x="3494582" y="685812"/>
                  </a:lnTo>
                  <a:lnTo>
                    <a:pt x="3692931" y="685812"/>
                  </a:lnTo>
                  <a:lnTo>
                    <a:pt x="3692931" y="660984"/>
                  </a:lnTo>
                  <a:close/>
                </a:path>
                <a:path w="3693160" h="700404">
                  <a:moveTo>
                    <a:pt x="3692931" y="502246"/>
                  </a:moveTo>
                  <a:lnTo>
                    <a:pt x="3494582" y="502246"/>
                  </a:lnTo>
                  <a:lnTo>
                    <a:pt x="3494582" y="527050"/>
                  </a:lnTo>
                  <a:lnTo>
                    <a:pt x="3692931" y="527050"/>
                  </a:lnTo>
                  <a:lnTo>
                    <a:pt x="3692931" y="502246"/>
                  </a:lnTo>
                  <a:close/>
                </a:path>
                <a:path w="3693160" h="700404">
                  <a:moveTo>
                    <a:pt x="3692931" y="337553"/>
                  </a:moveTo>
                  <a:lnTo>
                    <a:pt x="3494582" y="337553"/>
                  </a:lnTo>
                  <a:lnTo>
                    <a:pt x="3494582" y="362356"/>
                  </a:lnTo>
                  <a:lnTo>
                    <a:pt x="3692931" y="362356"/>
                  </a:lnTo>
                  <a:lnTo>
                    <a:pt x="3692931" y="337553"/>
                  </a:lnTo>
                  <a:close/>
                </a:path>
                <a:path w="3693160" h="700404">
                  <a:moveTo>
                    <a:pt x="3692931" y="175056"/>
                  </a:moveTo>
                  <a:lnTo>
                    <a:pt x="3494582" y="175056"/>
                  </a:lnTo>
                  <a:lnTo>
                    <a:pt x="3494582" y="199898"/>
                  </a:lnTo>
                  <a:lnTo>
                    <a:pt x="3692931" y="199898"/>
                  </a:lnTo>
                  <a:lnTo>
                    <a:pt x="3692931" y="175056"/>
                  </a:lnTo>
                  <a:close/>
                </a:path>
                <a:path w="3693160" h="700404">
                  <a:moveTo>
                    <a:pt x="3692931" y="16802"/>
                  </a:moveTo>
                  <a:lnTo>
                    <a:pt x="3494582" y="16802"/>
                  </a:lnTo>
                  <a:lnTo>
                    <a:pt x="3494582" y="41592"/>
                  </a:lnTo>
                  <a:lnTo>
                    <a:pt x="3692931" y="41592"/>
                  </a:lnTo>
                  <a:lnTo>
                    <a:pt x="3692931" y="1680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418530" y="759139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0418530" y="49736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0418530" y="23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0680303" y="759139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0680303" y="49736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0680303" y="23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0942075" y="759139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0942075" y="49736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0942075" y="23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1203847" y="759139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1203847" y="49736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1203847" y="23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1465619" y="759139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1465619" y="49736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1465619" y="23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1727391" y="759139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1727391" y="49736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1727391" y="23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1989163" y="759139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1989163" y="49736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1989163" y="23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2250935" y="759139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2250935" y="49736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2250935" y="23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1" name="object 31"/>
          <p:cNvGrpSpPr/>
          <p:nvPr/>
        </p:nvGrpSpPr>
        <p:grpSpPr>
          <a:xfrm>
            <a:off x="4740104" y="1047088"/>
            <a:ext cx="14315440" cy="9214485"/>
            <a:chOff x="4740104" y="1047088"/>
            <a:chExt cx="14315440" cy="9214485"/>
          </a:xfrm>
        </p:grpSpPr>
        <p:pic>
          <p:nvPicPr>
            <p:cNvPr id="32" name="object 3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88794" y="1047088"/>
              <a:ext cx="13266611" cy="9214379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4740104" y="3017179"/>
              <a:ext cx="2094230" cy="0"/>
            </a:xfrm>
            <a:custGeom>
              <a:avLst/>
              <a:gdLst/>
              <a:ahLst/>
              <a:cxnLst/>
              <a:rect l="l" t="t" r="r" b="b"/>
              <a:pathLst>
                <a:path w="2094229">
                  <a:moveTo>
                    <a:pt x="0" y="0"/>
                  </a:moveTo>
                  <a:lnTo>
                    <a:pt x="2094177" y="0"/>
                  </a:lnTo>
                </a:path>
              </a:pathLst>
            </a:custGeom>
            <a:ln w="31412">
              <a:solidFill>
                <a:srgbClr val="C1272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1115650" y="3219572"/>
            <a:ext cx="3637279" cy="43103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624840" algn="r">
              <a:lnSpc>
                <a:spcPct val="100000"/>
              </a:lnSpc>
              <a:spcBef>
                <a:spcPts val="105"/>
              </a:spcBef>
            </a:pPr>
            <a:r>
              <a:rPr sz="2550" dirty="0">
                <a:solidFill>
                  <a:srgbClr val="4D4D4D"/>
                </a:solidFill>
                <a:latin typeface="Montserrat"/>
                <a:cs typeface="Montserrat"/>
              </a:rPr>
              <a:t>Sed</a:t>
            </a:r>
            <a:r>
              <a:rPr sz="2550" spc="-35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550" dirty="0">
                <a:solidFill>
                  <a:srgbClr val="4D4D4D"/>
                </a:solidFill>
                <a:latin typeface="Montserrat"/>
                <a:cs typeface="Montserrat"/>
              </a:rPr>
              <a:t>ut</a:t>
            </a:r>
            <a:r>
              <a:rPr sz="2550" spc="-30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550" dirty="0">
                <a:solidFill>
                  <a:srgbClr val="4D4D4D"/>
                </a:solidFill>
                <a:latin typeface="Montserrat"/>
                <a:cs typeface="Montserrat"/>
              </a:rPr>
              <a:t>perspiciatis </a:t>
            </a:r>
            <a:r>
              <a:rPr sz="2550" spc="-655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550" dirty="0">
                <a:solidFill>
                  <a:srgbClr val="4D4D4D"/>
                </a:solidFill>
                <a:latin typeface="Montserrat"/>
                <a:cs typeface="Montserrat"/>
              </a:rPr>
              <a:t>unde</a:t>
            </a:r>
            <a:r>
              <a:rPr sz="2550" spc="-20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550" dirty="0">
                <a:solidFill>
                  <a:srgbClr val="4D4D4D"/>
                </a:solidFill>
                <a:latin typeface="Montserrat"/>
                <a:cs typeface="Montserrat"/>
              </a:rPr>
              <a:t>omnis</a:t>
            </a:r>
            <a:r>
              <a:rPr sz="2550" spc="-15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550" spc="-10" dirty="0">
                <a:solidFill>
                  <a:srgbClr val="4D4D4D"/>
                </a:solidFill>
                <a:latin typeface="Montserrat"/>
                <a:cs typeface="Montserrat"/>
              </a:rPr>
              <a:t>iste</a:t>
            </a:r>
            <a:r>
              <a:rPr sz="2550" spc="-15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550" dirty="0">
                <a:solidFill>
                  <a:srgbClr val="4D4D4D"/>
                </a:solidFill>
                <a:latin typeface="Montserrat"/>
                <a:cs typeface="Montserrat"/>
              </a:rPr>
              <a:t>natus </a:t>
            </a:r>
            <a:r>
              <a:rPr sz="2550" spc="-655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550" spc="-10" dirty="0">
                <a:solidFill>
                  <a:srgbClr val="4D4D4D"/>
                </a:solidFill>
                <a:latin typeface="Montserrat"/>
                <a:cs typeface="Montserrat"/>
              </a:rPr>
              <a:t>error </a:t>
            </a:r>
            <a:r>
              <a:rPr sz="2550" dirty="0">
                <a:solidFill>
                  <a:srgbClr val="4D4D4D"/>
                </a:solidFill>
                <a:latin typeface="Montserrat"/>
                <a:cs typeface="Montserrat"/>
              </a:rPr>
              <a:t>sit </a:t>
            </a:r>
            <a:r>
              <a:rPr sz="2550" spc="-10" dirty="0">
                <a:solidFill>
                  <a:srgbClr val="4D4D4D"/>
                </a:solidFill>
                <a:latin typeface="Montserrat"/>
                <a:cs typeface="Montserrat"/>
              </a:rPr>
              <a:t>voluptatem </a:t>
            </a:r>
            <a:r>
              <a:rPr sz="2550" spc="-5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550" dirty="0">
                <a:solidFill>
                  <a:srgbClr val="4D4D4D"/>
                </a:solidFill>
                <a:latin typeface="Montserrat"/>
                <a:cs typeface="Montserrat"/>
              </a:rPr>
              <a:t>accusantium dolo- </a:t>
            </a:r>
            <a:r>
              <a:rPr sz="2550" spc="5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550" spc="-5" dirty="0">
                <a:solidFill>
                  <a:srgbClr val="4D4D4D"/>
                </a:solidFill>
                <a:latin typeface="Montserrat"/>
                <a:cs typeface="Montserrat"/>
              </a:rPr>
              <a:t>remque </a:t>
            </a:r>
            <a:r>
              <a:rPr sz="2550" dirty="0">
                <a:solidFill>
                  <a:srgbClr val="4D4D4D"/>
                </a:solidFill>
                <a:latin typeface="Montserrat"/>
                <a:cs typeface="Montserrat"/>
              </a:rPr>
              <a:t>laudantium, </a:t>
            </a:r>
            <a:r>
              <a:rPr sz="2550" spc="5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550" spc="-10" dirty="0">
                <a:solidFill>
                  <a:srgbClr val="4D4D4D"/>
                </a:solidFill>
                <a:latin typeface="Montserrat"/>
                <a:cs typeface="Montserrat"/>
              </a:rPr>
              <a:t>totam rem </a:t>
            </a:r>
            <a:r>
              <a:rPr sz="2550" dirty="0">
                <a:solidFill>
                  <a:srgbClr val="4D4D4D"/>
                </a:solidFill>
                <a:latin typeface="Montserrat"/>
                <a:cs typeface="Montserrat"/>
              </a:rPr>
              <a:t>aperiam, </a:t>
            </a:r>
            <a:r>
              <a:rPr sz="2550" spc="5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550" spc="-5" dirty="0">
                <a:solidFill>
                  <a:srgbClr val="4D4D4D"/>
                </a:solidFill>
                <a:latin typeface="Montserrat"/>
                <a:cs typeface="Montserrat"/>
              </a:rPr>
              <a:t>eaque </a:t>
            </a:r>
            <a:r>
              <a:rPr sz="2550" dirty="0">
                <a:solidFill>
                  <a:srgbClr val="4D4D4D"/>
                </a:solidFill>
                <a:latin typeface="Montserrat"/>
                <a:cs typeface="Montserrat"/>
              </a:rPr>
              <a:t>ipsa </a:t>
            </a:r>
            <a:r>
              <a:rPr sz="2550" spc="5" dirty="0">
                <a:solidFill>
                  <a:srgbClr val="4D4D4D"/>
                </a:solidFill>
                <a:latin typeface="Montserrat"/>
                <a:cs typeface="Montserrat"/>
              </a:rPr>
              <a:t>quae </a:t>
            </a:r>
            <a:r>
              <a:rPr sz="2550" dirty="0">
                <a:solidFill>
                  <a:srgbClr val="4D4D4D"/>
                </a:solidFill>
                <a:latin typeface="Montserrat"/>
                <a:cs typeface="Montserrat"/>
              </a:rPr>
              <a:t>ab </a:t>
            </a:r>
            <a:r>
              <a:rPr sz="2550" spc="5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550" dirty="0">
                <a:solidFill>
                  <a:srgbClr val="4D4D4D"/>
                </a:solidFill>
                <a:latin typeface="Montserrat"/>
                <a:cs typeface="Montserrat"/>
              </a:rPr>
              <a:t>illo </a:t>
            </a:r>
            <a:r>
              <a:rPr sz="2550" spc="-15" dirty="0">
                <a:solidFill>
                  <a:srgbClr val="4D4D4D"/>
                </a:solidFill>
                <a:latin typeface="Montserrat"/>
                <a:cs typeface="Montserrat"/>
              </a:rPr>
              <a:t>inventore </a:t>
            </a:r>
            <a:r>
              <a:rPr sz="2550" spc="-5" dirty="0">
                <a:solidFill>
                  <a:srgbClr val="4D4D4D"/>
                </a:solidFill>
                <a:latin typeface="Montserrat"/>
                <a:cs typeface="Montserrat"/>
              </a:rPr>
              <a:t>veritatis </a:t>
            </a:r>
            <a:r>
              <a:rPr sz="2550" dirty="0">
                <a:solidFill>
                  <a:srgbClr val="4D4D4D"/>
                </a:solidFill>
                <a:latin typeface="Montserrat"/>
                <a:cs typeface="Montserrat"/>
              </a:rPr>
              <a:t> et quasi </a:t>
            </a:r>
            <a:r>
              <a:rPr sz="2550" spc="-15" dirty="0">
                <a:solidFill>
                  <a:srgbClr val="4D4D4D"/>
                </a:solidFill>
                <a:latin typeface="Montserrat"/>
                <a:cs typeface="Montserrat"/>
              </a:rPr>
              <a:t>architecto </a:t>
            </a:r>
            <a:r>
              <a:rPr sz="2550" spc="-10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550" spc="-5" dirty="0">
                <a:solidFill>
                  <a:srgbClr val="4D4D4D"/>
                </a:solidFill>
                <a:latin typeface="Montserrat"/>
                <a:cs typeface="Montserrat"/>
              </a:rPr>
              <a:t>beatae </a:t>
            </a:r>
            <a:r>
              <a:rPr sz="2550" dirty="0">
                <a:solidFill>
                  <a:srgbClr val="4D4D4D"/>
                </a:solidFill>
                <a:latin typeface="Montserrat"/>
                <a:cs typeface="Montserrat"/>
              </a:rPr>
              <a:t>vitae </a:t>
            </a:r>
            <a:r>
              <a:rPr sz="2550" spc="5" dirty="0">
                <a:solidFill>
                  <a:srgbClr val="4D4D4D"/>
                </a:solidFill>
                <a:latin typeface="Montserrat"/>
                <a:cs typeface="Montserrat"/>
              </a:rPr>
              <a:t>dicta </a:t>
            </a:r>
            <a:r>
              <a:rPr sz="2550" spc="10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550" dirty="0">
                <a:solidFill>
                  <a:srgbClr val="4D4D4D"/>
                </a:solidFill>
                <a:latin typeface="Montserrat"/>
                <a:cs typeface="Montserrat"/>
              </a:rPr>
              <a:t>sunt</a:t>
            </a:r>
            <a:r>
              <a:rPr sz="2550" spc="-10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550" spc="-5" dirty="0">
                <a:solidFill>
                  <a:srgbClr val="4D4D4D"/>
                </a:solidFill>
                <a:latin typeface="Montserrat"/>
                <a:cs typeface="Montserrat"/>
              </a:rPr>
              <a:t>explicabo.</a:t>
            </a:r>
            <a:endParaRPr sz="2550">
              <a:latin typeface="Montserrat"/>
              <a:cs typeface="Montserrat"/>
            </a:endParaRPr>
          </a:p>
        </p:txBody>
      </p:sp>
      <p:sp>
        <p:nvSpPr>
          <p:cNvPr id="35" name="object 35"/>
          <p:cNvSpPr txBox="1">
            <a:spLocks noGrp="1"/>
          </p:cNvSpPr>
          <p:nvPr>
            <p:ph type="title"/>
          </p:nvPr>
        </p:nvSpPr>
        <p:spPr>
          <a:xfrm>
            <a:off x="1040343" y="1490393"/>
            <a:ext cx="3712845" cy="11061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31900">
              <a:lnSpc>
                <a:spcPts val="4255"/>
              </a:lnSpc>
              <a:spcBef>
                <a:spcPts val="95"/>
              </a:spcBef>
            </a:pPr>
            <a:r>
              <a:rPr sz="3550" spc="-5" dirty="0"/>
              <a:t>DUIS</a:t>
            </a:r>
            <a:r>
              <a:rPr sz="3550" spc="-95" dirty="0"/>
              <a:t> </a:t>
            </a:r>
            <a:r>
              <a:rPr sz="3550" spc="-30" dirty="0"/>
              <a:t>AUTE</a:t>
            </a:r>
            <a:endParaRPr sz="3550"/>
          </a:p>
          <a:p>
            <a:pPr marL="12700">
              <a:lnSpc>
                <a:spcPts val="4255"/>
              </a:lnSpc>
            </a:pPr>
            <a:r>
              <a:rPr sz="3550" b="1" spc="-5" dirty="0">
                <a:latin typeface="Montserrat ExtraBold"/>
                <a:cs typeface="Montserrat ExtraBold"/>
              </a:rPr>
              <a:t>IRUR</a:t>
            </a:r>
            <a:r>
              <a:rPr sz="3550" b="1" spc="-45" dirty="0">
                <a:latin typeface="Montserrat ExtraBold"/>
                <a:cs typeface="Montserrat ExtraBold"/>
              </a:rPr>
              <a:t> </a:t>
            </a:r>
            <a:r>
              <a:rPr sz="3550" b="1" spc="-15" dirty="0">
                <a:latin typeface="Montserrat ExtraBold"/>
                <a:cs typeface="Montserrat ExtraBold"/>
              </a:rPr>
              <a:t>DOLOR</a:t>
            </a:r>
            <a:r>
              <a:rPr sz="3550" b="1" spc="-40" dirty="0">
                <a:latin typeface="Montserrat ExtraBold"/>
                <a:cs typeface="Montserrat ExtraBold"/>
              </a:rPr>
              <a:t> </a:t>
            </a:r>
            <a:r>
              <a:rPr sz="3550" b="1" spc="-5" dirty="0">
                <a:latin typeface="Montserrat ExtraBold"/>
                <a:cs typeface="Montserrat ExtraBold"/>
              </a:rPr>
              <a:t>IN</a:t>
            </a:r>
            <a:endParaRPr sz="3550">
              <a:latin typeface="Montserrat ExtraBold"/>
              <a:cs typeface="Montserrat ExtraBol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364003" y="9319087"/>
            <a:ext cx="3693160" cy="942975"/>
            <a:chOff x="15364003" y="9319087"/>
            <a:chExt cx="3693160" cy="942975"/>
          </a:xfrm>
        </p:grpSpPr>
        <p:sp>
          <p:nvSpPr>
            <p:cNvPr id="3" name="object 3"/>
            <p:cNvSpPr/>
            <p:nvPr/>
          </p:nvSpPr>
          <p:spPr>
            <a:xfrm>
              <a:off x="15364066" y="9319087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5364003" y="9439611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4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4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4">
                  <a:moveTo>
                    <a:pt x="198348" y="337553"/>
                  </a:moveTo>
                  <a:lnTo>
                    <a:pt x="0" y="337553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53"/>
                  </a:lnTo>
                  <a:close/>
                </a:path>
                <a:path w="3693159" h="700404">
                  <a:moveTo>
                    <a:pt x="198348" y="175056"/>
                  </a:moveTo>
                  <a:lnTo>
                    <a:pt x="0" y="175056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56"/>
                  </a:lnTo>
                  <a:close/>
                </a:path>
                <a:path w="3693159" h="700404">
                  <a:moveTo>
                    <a:pt x="198348" y="16802"/>
                  </a:moveTo>
                  <a:lnTo>
                    <a:pt x="0" y="16802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802"/>
                  </a:lnTo>
                  <a:close/>
                </a:path>
                <a:path w="3693159" h="700404">
                  <a:moveTo>
                    <a:pt x="908519" y="161366"/>
                  </a:moveTo>
                  <a:lnTo>
                    <a:pt x="906360" y="130302"/>
                  </a:lnTo>
                  <a:lnTo>
                    <a:pt x="905611" y="119291"/>
                  </a:lnTo>
                  <a:lnTo>
                    <a:pt x="892365" y="84518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17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19"/>
                  </a:lnTo>
                  <a:lnTo>
                    <a:pt x="452539" y="52793"/>
                  </a:lnTo>
                  <a:lnTo>
                    <a:pt x="416775" y="79565"/>
                  </a:lnTo>
                  <a:lnTo>
                    <a:pt x="386105" y="113106"/>
                  </a:lnTo>
                  <a:lnTo>
                    <a:pt x="361505" y="154025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47"/>
                  </a:lnTo>
                  <a:lnTo>
                    <a:pt x="410464" y="366712"/>
                  </a:lnTo>
                  <a:lnTo>
                    <a:pt x="460248" y="387235"/>
                  </a:lnTo>
                  <a:lnTo>
                    <a:pt x="508927" y="402196"/>
                  </a:lnTo>
                  <a:lnTo>
                    <a:pt x="594918" y="424522"/>
                  </a:lnTo>
                  <a:lnTo>
                    <a:pt x="628230" y="436435"/>
                  </a:lnTo>
                  <a:lnTo>
                    <a:pt x="652437" y="451904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901"/>
                  </a:lnTo>
                  <a:lnTo>
                    <a:pt x="622058" y="552831"/>
                  </a:lnTo>
                  <a:lnTo>
                    <a:pt x="587781" y="565391"/>
                  </a:lnTo>
                  <a:lnTo>
                    <a:pt x="553491" y="569569"/>
                  </a:lnTo>
                  <a:lnTo>
                    <a:pt x="508863" y="563206"/>
                  </a:lnTo>
                  <a:lnTo>
                    <a:pt x="477088" y="544449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101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31"/>
                  </a:lnTo>
                  <a:lnTo>
                    <a:pt x="425462" y="692277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89"/>
                  </a:lnTo>
                  <a:lnTo>
                    <a:pt x="829360" y="569569"/>
                  </a:lnTo>
                  <a:lnTo>
                    <a:pt x="848944" y="535825"/>
                  </a:lnTo>
                  <a:lnTo>
                    <a:pt x="863396" y="491413"/>
                  </a:lnTo>
                  <a:lnTo>
                    <a:pt x="869175" y="436968"/>
                  </a:lnTo>
                  <a:lnTo>
                    <a:pt x="862241" y="393585"/>
                  </a:lnTo>
                  <a:lnTo>
                    <a:pt x="844702" y="359727"/>
                  </a:lnTo>
                  <a:lnTo>
                    <a:pt x="786168" y="314401"/>
                  </a:lnTo>
                  <a:lnTo>
                    <a:pt x="749376" y="299821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18"/>
                  </a:lnTo>
                  <a:lnTo>
                    <a:pt x="566496" y="244424"/>
                  </a:lnTo>
                  <a:lnTo>
                    <a:pt x="545185" y="222923"/>
                  </a:lnTo>
                  <a:lnTo>
                    <a:pt x="541693" y="191719"/>
                  </a:lnTo>
                  <a:lnTo>
                    <a:pt x="553224" y="167982"/>
                  </a:lnTo>
                  <a:lnTo>
                    <a:pt x="574852" y="148437"/>
                  </a:lnTo>
                  <a:lnTo>
                    <a:pt x="603161" y="135178"/>
                  </a:lnTo>
                  <a:lnTo>
                    <a:pt x="634758" y="130302"/>
                  </a:lnTo>
                  <a:lnTo>
                    <a:pt x="656818" y="131686"/>
                  </a:lnTo>
                  <a:lnTo>
                    <a:pt x="701903" y="151726"/>
                  </a:lnTo>
                  <a:lnTo>
                    <a:pt x="716381" y="192938"/>
                  </a:lnTo>
                  <a:lnTo>
                    <a:pt x="713574" y="211264"/>
                  </a:lnTo>
                  <a:lnTo>
                    <a:pt x="899693" y="211264"/>
                  </a:lnTo>
                  <a:lnTo>
                    <a:pt x="908519" y="161366"/>
                  </a:lnTo>
                  <a:close/>
                </a:path>
                <a:path w="3693159" h="700404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39"/>
                  </a:lnTo>
                  <a:lnTo>
                    <a:pt x="1438135" y="685939"/>
                  </a:lnTo>
                  <a:lnTo>
                    <a:pt x="1465884" y="555612"/>
                  </a:lnTo>
                  <a:lnTo>
                    <a:pt x="1140129" y="555612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68"/>
                  </a:lnTo>
                  <a:lnTo>
                    <a:pt x="1197978" y="282968"/>
                  </a:lnTo>
                  <a:lnTo>
                    <a:pt x="1227455" y="144246"/>
                  </a:lnTo>
                  <a:lnTo>
                    <a:pt x="1553210" y="144246"/>
                  </a:lnTo>
                  <a:lnTo>
                    <a:pt x="1580972" y="13944"/>
                  </a:lnTo>
                  <a:close/>
                </a:path>
                <a:path w="3693159" h="700404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87"/>
                  </a:lnTo>
                  <a:lnTo>
                    <a:pt x="2065553" y="514692"/>
                  </a:lnTo>
                  <a:lnTo>
                    <a:pt x="1984070" y="171284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39"/>
                  </a:lnTo>
                  <a:lnTo>
                    <a:pt x="1710817" y="685939"/>
                  </a:lnTo>
                  <a:lnTo>
                    <a:pt x="1820189" y="171284"/>
                  </a:lnTo>
                  <a:lnTo>
                    <a:pt x="1822030" y="171284"/>
                  </a:lnTo>
                  <a:lnTo>
                    <a:pt x="1940687" y="685939"/>
                  </a:lnTo>
                  <a:lnTo>
                    <a:pt x="2198497" y="685939"/>
                  </a:lnTo>
                  <a:lnTo>
                    <a:pt x="2234895" y="514692"/>
                  </a:lnTo>
                  <a:lnTo>
                    <a:pt x="2341346" y="13944"/>
                  </a:lnTo>
                  <a:close/>
                </a:path>
                <a:path w="3693159" h="700404">
                  <a:moveTo>
                    <a:pt x="3024949" y="685939"/>
                  </a:moveTo>
                  <a:lnTo>
                    <a:pt x="3001048" y="554697"/>
                  </a:lnTo>
                  <a:lnTo>
                    <a:pt x="2977324" y="424408"/>
                  </a:lnTo>
                  <a:lnTo>
                    <a:pt x="2926461" y="145161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408"/>
                  </a:lnTo>
                  <a:lnTo>
                    <a:pt x="2600248" y="424408"/>
                  </a:lnTo>
                  <a:lnTo>
                    <a:pt x="2750858" y="145161"/>
                  </a:lnTo>
                  <a:lnTo>
                    <a:pt x="2753639" y="145161"/>
                  </a:lnTo>
                  <a:lnTo>
                    <a:pt x="2779877" y="424408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39"/>
                  </a:lnTo>
                  <a:lnTo>
                    <a:pt x="2453513" y="685939"/>
                  </a:lnTo>
                  <a:lnTo>
                    <a:pt x="2525153" y="554697"/>
                  </a:lnTo>
                  <a:lnTo>
                    <a:pt x="2797873" y="554697"/>
                  </a:lnTo>
                  <a:lnTo>
                    <a:pt x="2814612" y="685939"/>
                  </a:lnTo>
                  <a:lnTo>
                    <a:pt x="3024949" y="685939"/>
                  </a:lnTo>
                  <a:close/>
                </a:path>
                <a:path w="3693159" h="700404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39"/>
                  </a:lnTo>
                  <a:lnTo>
                    <a:pt x="3281819" y="685939"/>
                  </a:lnTo>
                  <a:lnTo>
                    <a:pt x="3424669" y="13944"/>
                  </a:lnTo>
                  <a:close/>
                </a:path>
                <a:path w="3693159" h="700404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4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4">
                  <a:moveTo>
                    <a:pt x="3692918" y="337553"/>
                  </a:moveTo>
                  <a:lnTo>
                    <a:pt x="3494570" y="337553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53"/>
                  </a:lnTo>
                  <a:close/>
                </a:path>
                <a:path w="3693159" h="700404">
                  <a:moveTo>
                    <a:pt x="3692918" y="175056"/>
                  </a:moveTo>
                  <a:lnTo>
                    <a:pt x="3494570" y="175056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56"/>
                  </a:lnTo>
                  <a:close/>
                </a:path>
                <a:path w="3693159" h="700404">
                  <a:moveTo>
                    <a:pt x="3692918" y="16802"/>
                  </a:moveTo>
                  <a:lnTo>
                    <a:pt x="3494570" y="16802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80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17957569" y="26177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8219340" y="26177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8481112" y="26177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8742885" y="26177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9004657" y="26177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9266428" y="26177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9528201" y="26177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9789973" y="26177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7957569" y="52354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8219340" y="52354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8481112" y="52354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8742885" y="52354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9004657" y="52354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9266428" y="52354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9528201" y="52354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9789973" y="52354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7957569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8219340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8481112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8742885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9004657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9266428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9528201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9789973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7957569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8219340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8481112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18742885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19004657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19266428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19528201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9789973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7957569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18219340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18481112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18742885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19004657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19266428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19528201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19789973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17957569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18219340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18481112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18742885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19004657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19266428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19528201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19789973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17957569" y="18324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18219340" y="18324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18481112" y="18324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18742885" y="18324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19004657" y="18324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19266428" y="18324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19528201" y="18324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19789973" y="18324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17957569" y="20941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18219340" y="20941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18481112" y="20941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18742885" y="20941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19004657" y="20941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19266428" y="20941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19528201" y="20941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19789973" y="20941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9" name="object 69"/>
          <p:cNvGrpSpPr/>
          <p:nvPr/>
        </p:nvGrpSpPr>
        <p:grpSpPr>
          <a:xfrm>
            <a:off x="0" y="0"/>
            <a:ext cx="14314169" cy="11308715"/>
            <a:chOff x="0" y="0"/>
            <a:chExt cx="14314169" cy="11308715"/>
          </a:xfrm>
        </p:grpSpPr>
        <p:pic>
          <p:nvPicPr>
            <p:cNvPr id="70" name="object 7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4313700" cy="11308556"/>
            </a:xfrm>
            <a:prstGeom prst="rect">
              <a:avLst/>
            </a:prstGeom>
          </p:spPr>
        </p:pic>
        <p:sp>
          <p:nvSpPr>
            <p:cNvPr id="71" name="object 71"/>
            <p:cNvSpPr/>
            <p:nvPr/>
          </p:nvSpPr>
          <p:spPr>
            <a:xfrm>
              <a:off x="5395174" y="7776085"/>
              <a:ext cx="2094230" cy="0"/>
            </a:xfrm>
            <a:custGeom>
              <a:avLst/>
              <a:gdLst/>
              <a:ahLst/>
              <a:cxnLst/>
              <a:rect l="l" t="t" r="r" b="b"/>
              <a:pathLst>
                <a:path w="2094229">
                  <a:moveTo>
                    <a:pt x="0" y="0"/>
                  </a:moveTo>
                  <a:lnTo>
                    <a:pt x="2094177" y="0"/>
                  </a:lnTo>
                </a:path>
              </a:pathLst>
            </a:custGeom>
            <a:ln w="31412">
              <a:solidFill>
                <a:srgbClr val="C1272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2" name="object 72"/>
          <p:cNvSpPr txBox="1">
            <a:spLocks noGrp="1"/>
          </p:cNvSpPr>
          <p:nvPr>
            <p:ph type="title"/>
          </p:nvPr>
        </p:nvSpPr>
        <p:spPr>
          <a:xfrm>
            <a:off x="5301852" y="4166225"/>
            <a:ext cx="10448290" cy="27901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200"/>
              </a:lnSpc>
              <a:spcBef>
                <a:spcPts val="95"/>
              </a:spcBef>
            </a:pPr>
            <a:r>
              <a:rPr sz="9050" spc="10" dirty="0">
                <a:solidFill>
                  <a:srgbClr val="FFFFFF"/>
                </a:solidFill>
              </a:rPr>
              <a:t>DUIS</a:t>
            </a:r>
            <a:r>
              <a:rPr sz="9050" spc="-35" dirty="0">
                <a:solidFill>
                  <a:srgbClr val="FFFFFF"/>
                </a:solidFill>
              </a:rPr>
              <a:t> </a:t>
            </a:r>
            <a:r>
              <a:rPr sz="9050" spc="-55" dirty="0">
                <a:solidFill>
                  <a:srgbClr val="FFFFFF"/>
                </a:solidFill>
              </a:rPr>
              <a:t>AUTE</a:t>
            </a:r>
            <a:r>
              <a:rPr sz="9050" spc="270" dirty="0">
                <a:solidFill>
                  <a:srgbClr val="FFFFFF"/>
                </a:solidFill>
              </a:rPr>
              <a:t> </a:t>
            </a:r>
            <a:r>
              <a:rPr sz="9050" b="1" spc="10" dirty="0">
                <a:solidFill>
                  <a:srgbClr val="FFFFFF"/>
                </a:solidFill>
                <a:latin typeface="Montserrat ExtraBold"/>
                <a:cs typeface="Montserrat ExtraBold"/>
              </a:rPr>
              <a:t>IRURE </a:t>
            </a:r>
            <a:r>
              <a:rPr sz="9050" b="1" spc="-2615" dirty="0">
                <a:solidFill>
                  <a:srgbClr val="FFFFFF"/>
                </a:solidFill>
                <a:latin typeface="Montserrat ExtraBold"/>
                <a:cs typeface="Montserrat ExtraBold"/>
              </a:rPr>
              <a:t> </a:t>
            </a:r>
            <a:r>
              <a:rPr sz="9050" b="1" spc="-10" dirty="0">
                <a:solidFill>
                  <a:srgbClr val="FFFFFF"/>
                </a:solidFill>
                <a:latin typeface="Montserrat ExtraBold"/>
                <a:cs typeface="Montserrat ExtraBold"/>
              </a:rPr>
              <a:t>DOLOR</a:t>
            </a:r>
            <a:r>
              <a:rPr sz="9050" b="1" spc="-5" dirty="0">
                <a:solidFill>
                  <a:srgbClr val="FFFFFF"/>
                </a:solidFill>
                <a:latin typeface="Montserrat ExtraBold"/>
                <a:cs typeface="Montserrat ExtraBold"/>
              </a:rPr>
              <a:t> </a:t>
            </a:r>
            <a:r>
              <a:rPr sz="9050" b="1" spc="10" dirty="0">
                <a:solidFill>
                  <a:srgbClr val="FFFFFF"/>
                </a:solidFill>
                <a:latin typeface="Montserrat ExtraBold"/>
                <a:cs typeface="Montserrat ExtraBold"/>
              </a:rPr>
              <a:t>IN</a:t>
            </a:r>
            <a:endParaRPr sz="9050">
              <a:latin typeface="Montserrat ExtraBold"/>
              <a:cs typeface="Montserrat ExtraBold"/>
            </a:endParaRPr>
          </a:p>
        </p:txBody>
      </p:sp>
      <p:sp>
        <p:nvSpPr>
          <p:cNvPr id="73" name="object 73"/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2931847"/>
            <a:ext cx="8376920" cy="8376920"/>
            <a:chOff x="0" y="2931847"/>
            <a:chExt cx="8376920" cy="8376920"/>
          </a:xfrm>
        </p:grpSpPr>
        <p:sp>
          <p:nvSpPr>
            <p:cNvPr id="3" name="object 3"/>
            <p:cNvSpPr/>
            <p:nvPr/>
          </p:nvSpPr>
          <p:spPr>
            <a:xfrm>
              <a:off x="0" y="2931847"/>
              <a:ext cx="8376920" cy="8220075"/>
            </a:xfrm>
            <a:custGeom>
              <a:avLst/>
              <a:gdLst/>
              <a:ahLst/>
              <a:cxnLst/>
              <a:rect l="l" t="t" r="r" b="b"/>
              <a:pathLst>
                <a:path w="8376920" h="8220075">
                  <a:moveTo>
                    <a:pt x="0" y="8219645"/>
                  </a:moveTo>
                  <a:lnTo>
                    <a:pt x="8376708" y="8219645"/>
                  </a:lnTo>
                  <a:lnTo>
                    <a:pt x="8376708" y="0"/>
                  </a:lnTo>
                  <a:lnTo>
                    <a:pt x="0" y="0"/>
                  </a:lnTo>
                  <a:lnTo>
                    <a:pt x="0" y="8219645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8167290"/>
              <a:ext cx="3141345" cy="3141345"/>
            </a:xfrm>
            <a:custGeom>
              <a:avLst/>
              <a:gdLst/>
              <a:ahLst/>
              <a:cxnLst/>
              <a:rect l="l" t="t" r="r" b="b"/>
              <a:pathLst>
                <a:path w="3141345" h="3141345">
                  <a:moveTo>
                    <a:pt x="3141265" y="0"/>
                  </a:moveTo>
                  <a:lnTo>
                    <a:pt x="0" y="0"/>
                  </a:lnTo>
                  <a:lnTo>
                    <a:pt x="0" y="3141265"/>
                  </a:lnTo>
                  <a:lnTo>
                    <a:pt x="3141265" y="3141265"/>
                  </a:lnTo>
                  <a:lnTo>
                    <a:pt x="3141265" y="0"/>
                  </a:lnTo>
                  <a:close/>
                </a:path>
              </a:pathLst>
            </a:custGeom>
            <a:solidFill>
              <a:srgbClr val="C127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15364003" y="9319087"/>
            <a:ext cx="3693160" cy="942975"/>
            <a:chOff x="15364003" y="9319087"/>
            <a:chExt cx="3693160" cy="942975"/>
          </a:xfrm>
        </p:grpSpPr>
        <p:sp>
          <p:nvSpPr>
            <p:cNvPr id="6" name="object 6"/>
            <p:cNvSpPr/>
            <p:nvPr/>
          </p:nvSpPr>
          <p:spPr>
            <a:xfrm>
              <a:off x="15364066" y="9319087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5364003" y="9439611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4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4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4">
                  <a:moveTo>
                    <a:pt x="198348" y="337553"/>
                  </a:moveTo>
                  <a:lnTo>
                    <a:pt x="0" y="337553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53"/>
                  </a:lnTo>
                  <a:close/>
                </a:path>
                <a:path w="3693159" h="700404">
                  <a:moveTo>
                    <a:pt x="198348" y="175056"/>
                  </a:moveTo>
                  <a:lnTo>
                    <a:pt x="0" y="175056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56"/>
                  </a:lnTo>
                  <a:close/>
                </a:path>
                <a:path w="3693159" h="700404">
                  <a:moveTo>
                    <a:pt x="198348" y="16802"/>
                  </a:moveTo>
                  <a:lnTo>
                    <a:pt x="0" y="16802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802"/>
                  </a:lnTo>
                  <a:close/>
                </a:path>
                <a:path w="3693159" h="700404">
                  <a:moveTo>
                    <a:pt x="908519" y="161366"/>
                  </a:moveTo>
                  <a:lnTo>
                    <a:pt x="906360" y="130302"/>
                  </a:lnTo>
                  <a:lnTo>
                    <a:pt x="905611" y="119291"/>
                  </a:lnTo>
                  <a:lnTo>
                    <a:pt x="892365" y="84518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17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19"/>
                  </a:lnTo>
                  <a:lnTo>
                    <a:pt x="452539" y="52793"/>
                  </a:lnTo>
                  <a:lnTo>
                    <a:pt x="416775" y="79565"/>
                  </a:lnTo>
                  <a:lnTo>
                    <a:pt x="386105" y="113106"/>
                  </a:lnTo>
                  <a:lnTo>
                    <a:pt x="361505" y="154025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47"/>
                  </a:lnTo>
                  <a:lnTo>
                    <a:pt x="410464" y="366712"/>
                  </a:lnTo>
                  <a:lnTo>
                    <a:pt x="460248" y="387235"/>
                  </a:lnTo>
                  <a:lnTo>
                    <a:pt x="508927" y="402196"/>
                  </a:lnTo>
                  <a:lnTo>
                    <a:pt x="594918" y="424522"/>
                  </a:lnTo>
                  <a:lnTo>
                    <a:pt x="628230" y="436435"/>
                  </a:lnTo>
                  <a:lnTo>
                    <a:pt x="652437" y="451904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901"/>
                  </a:lnTo>
                  <a:lnTo>
                    <a:pt x="622058" y="552831"/>
                  </a:lnTo>
                  <a:lnTo>
                    <a:pt x="587781" y="565391"/>
                  </a:lnTo>
                  <a:lnTo>
                    <a:pt x="553491" y="569569"/>
                  </a:lnTo>
                  <a:lnTo>
                    <a:pt x="508863" y="563206"/>
                  </a:lnTo>
                  <a:lnTo>
                    <a:pt x="477088" y="544449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101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31"/>
                  </a:lnTo>
                  <a:lnTo>
                    <a:pt x="425462" y="692277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89"/>
                  </a:lnTo>
                  <a:lnTo>
                    <a:pt x="829360" y="569569"/>
                  </a:lnTo>
                  <a:lnTo>
                    <a:pt x="848944" y="535825"/>
                  </a:lnTo>
                  <a:lnTo>
                    <a:pt x="863396" y="491413"/>
                  </a:lnTo>
                  <a:lnTo>
                    <a:pt x="869175" y="436968"/>
                  </a:lnTo>
                  <a:lnTo>
                    <a:pt x="862241" y="393585"/>
                  </a:lnTo>
                  <a:lnTo>
                    <a:pt x="844702" y="359727"/>
                  </a:lnTo>
                  <a:lnTo>
                    <a:pt x="786168" y="314401"/>
                  </a:lnTo>
                  <a:lnTo>
                    <a:pt x="749376" y="299821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18"/>
                  </a:lnTo>
                  <a:lnTo>
                    <a:pt x="566496" y="244424"/>
                  </a:lnTo>
                  <a:lnTo>
                    <a:pt x="545185" y="222923"/>
                  </a:lnTo>
                  <a:lnTo>
                    <a:pt x="541693" y="191719"/>
                  </a:lnTo>
                  <a:lnTo>
                    <a:pt x="553224" y="167982"/>
                  </a:lnTo>
                  <a:lnTo>
                    <a:pt x="574852" y="148437"/>
                  </a:lnTo>
                  <a:lnTo>
                    <a:pt x="603161" y="135178"/>
                  </a:lnTo>
                  <a:lnTo>
                    <a:pt x="634758" y="130302"/>
                  </a:lnTo>
                  <a:lnTo>
                    <a:pt x="656818" y="131686"/>
                  </a:lnTo>
                  <a:lnTo>
                    <a:pt x="701903" y="151726"/>
                  </a:lnTo>
                  <a:lnTo>
                    <a:pt x="716381" y="192938"/>
                  </a:lnTo>
                  <a:lnTo>
                    <a:pt x="713574" y="211264"/>
                  </a:lnTo>
                  <a:lnTo>
                    <a:pt x="899693" y="211264"/>
                  </a:lnTo>
                  <a:lnTo>
                    <a:pt x="908519" y="161366"/>
                  </a:lnTo>
                  <a:close/>
                </a:path>
                <a:path w="3693159" h="700404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39"/>
                  </a:lnTo>
                  <a:lnTo>
                    <a:pt x="1438135" y="685939"/>
                  </a:lnTo>
                  <a:lnTo>
                    <a:pt x="1465884" y="555612"/>
                  </a:lnTo>
                  <a:lnTo>
                    <a:pt x="1140129" y="555612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68"/>
                  </a:lnTo>
                  <a:lnTo>
                    <a:pt x="1197978" y="282968"/>
                  </a:lnTo>
                  <a:lnTo>
                    <a:pt x="1227455" y="144246"/>
                  </a:lnTo>
                  <a:lnTo>
                    <a:pt x="1553210" y="144246"/>
                  </a:lnTo>
                  <a:lnTo>
                    <a:pt x="1580972" y="13944"/>
                  </a:lnTo>
                  <a:close/>
                </a:path>
                <a:path w="3693159" h="700404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87"/>
                  </a:lnTo>
                  <a:lnTo>
                    <a:pt x="2065553" y="514692"/>
                  </a:lnTo>
                  <a:lnTo>
                    <a:pt x="1984070" y="171284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39"/>
                  </a:lnTo>
                  <a:lnTo>
                    <a:pt x="1710817" y="685939"/>
                  </a:lnTo>
                  <a:lnTo>
                    <a:pt x="1820189" y="171284"/>
                  </a:lnTo>
                  <a:lnTo>
                    <a:pt x="1822030" y="171284"/>
                  </a:lnTo>
                  <a:lnTo>
                    <a:pt x="1940687" y="685939"/>
                  </a:lnTo>
                  <a:lnTo>
                    <a:pt x="2198497" y="685939"/>
                  </a:lnTo>
                  <a:lnTo>
                    <a:pt x="2234895" y="514692"/>
                  </a:lnTo>
                  <a:lnTo>
                    <a:pt x="2341346" y="13944"/>
                  </a:lnTo>
                  <a:close/>
                </a:path>
                <a:path w="3693159" h="700404">
                  <a:moveTo>
                    <a:pt x="3024949" y="685939"/>
                  </a:moveTo>
                  <a:lnTo>
                    <a:pt x="3001048" y="554697"/>
                  </a:lnTo>
                  <a:lnTo>
                    <a:pt x="2977324" y="424408"/>
                  </a:lnTo>
                  <a:lnTo>
                    <a:pt x="2926461" y="145161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408"/>
                  </a:lnTo>
                  <a:lnTo>
                    <a:pt x="2600248" y="424408"/>
                  </a:lnTo>
                  <a:lnTo>
                    <a:pt x="2750858" y="145161"/>
                  </a:lnTo>
                  <a:lnTo>
                    <a:pt x="2753639" y="145161"/>
                  </a:lnTo>
                  <a:lnTo>
                    <a:pt x="2779877" y="424408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39"/>
                  </a:lnTo>
                  <a:lnTo>
                    <a:pt x="2453513" y="685939"/>
                  </a:lnTo>
                  <a:lnTo>
                    <a:pt x="2525153" y="554697"/>
                  </a:lnTo>
                  <a:lnTo>
                    <a:pt x="2797873" y="554697"/>
                  </a:lnTo>
                  <a:lnTo>
                    <a:pt x="2814612" y="685939"/>
                  </a:lnTo>
                  <a:lnTo>
                    <a:pt x="3024949" y="685939"/>
                  </a:lnTo>
                  <a:close/>
                </a:path>
                <a:path w="3693159" h="700404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39"/>
                  </a:lnTo>
                  <a:lnTo>
                    <a:pt x="3281819" y="685939"/>
                  </a:lnTo>
                  <a:lnTo>
                    <a:pt x="3424669" y="13944"/>
                  </a:lnTo>
                  <a:close/>
                </a:path>
                <a:path w="3693159" h="700404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4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4">
                  <a:moveTo>
                    <a:pt x="3692918" y="337553"/>
                  </a:moveTo>
                  <a:lnTo>
                    <a:pt x="3494570" y="337553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53"/>
                  </a:lnTo>
                  <a:close/>
                </a:path>
                <a:path w="3693159" h="700404">
                  <a:moveTo>
                    <a:pt x="3692918" y="175056"/>
                  </a:moveTo>
                  <a:lnTo>
                    <a:pt x="3494570" y="175056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56"/>
                  </a:lnTo>
                  <a:close/>
                </a:path>
                <a:path w="3693159" h="700404">
                  <a:moveTo>
                    <a:pt x="3692918" y="16802"/>
                  </a:moveTo>
                  <a:lnTo>
                    <a:pt x="3494570" y="16802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80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/>
          <p:nvPr/>
        </p:nvSpPr>
        <p:spPr>
          <a:xfrm>
            <a:off x="1047088" y="759139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047088" y="49736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047088" y="23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308860" y="759139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308860" y="49736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308860" y="23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570632" y="759139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570632" y="49736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570632" y="23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832405" y="759139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832405" y="49736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832405" y="23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094177" y="759139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094177" y="49736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094177" y="23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355949" y="759139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2355949" y="49736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355949" y="23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2617721" y="759139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2617721" y="49736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2617721" y="23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2879493" y="759139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2879493" y="49736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2879493" y="23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2" name="object 32"/>
          <p:cNvGrpSpPr/>
          <p:nvPr/>
        </p:nvGrpSpPr>
        <p:grpSpPr>
          <a:xfrm>
            <a:off x="1047088" y="1047088"/>
            <a:ext cx="10052050" cy="9214485"/>
            <a:chOff x="1047088" y="1047088"/>
            <a:chExt cx="10052050" cy="9214485"/>
          </a:xfrm>
        </p:grpSpPr>
        <p:pic>
          <p:nvPicPr>
            <p:cNvPr id="33" name="object 3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47088" y="1047088"/>
              <a:ext cx="9214379" cy="9214379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9004961" y="4877009"/>
              <a:ext cx="2094230" cy="0"/>
            </a:xfrm>
            <a:custGeom>
              <a:avLst/>
              <a:gdLst/>
              <a:ahLst/>
              <a:cxnLst/>
              <a:rect l="l" t="t" r="r" b="b"/>
              <a:pathLst>
                <a:path w="2094229">
                  <a:moveTo>
                    <a:pt x="0" y="0"/>
                  </a:moveTo>
                  <a:lnTo>
                    <a:pt x="2094177" y="0"/>
                  </a:lnTo>
                </a:path>
              </a:pathLst>
            </a:custGeom>
            <a:ln w="31412">
              <a:solidFill>
                <a:srgbClr val="C1272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11086438" y="5774443"/>
            <a:ext cx="7865109" cy="202501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600" b="0" spc="15" dirty="0">
                <a:solidFill>
                  <a:srgbClr val="C1272C"/>
                </a:solidFill>
                <a:latin typeface="Montserrat Light"/>
                <a:cs typeface="Montserrat Light"/>
              </a:rPr>
              <a:t>DUIS</a:t>
            </a:r>
            <a:r>
              <a:rPr sz="3600" b="0" spc="-5" dirty="0">
                <a:solidFill>
                  <a:srgbClr val="C1272C"/>
                </a:solidFill>
                <a:latin typeface="Montserrat Light"/>
                <a:cs typeface="Montserrat Light"/>
              </a:rPr>
              <a:t> </a:t>
            </a:r>
            <a:r>
              <a:rPr sz="3600" b="0" spc="-10" dirty="0">
                <a:solidFill>
                  <a:srgbClr val="C1272C"/>
                </a:solidFill>
                <a:latin typeface="Montserrat Light"/>
                <a:cs typeface="Montserrat Light"/>
              </a:rPr>
              <a:t>AUTE</a:t>
            </a:r>
            <a:r>
              <a:rPr sz="3600" b="0" spc="120" dirty="0">
                <a:solidFill>
                  <a:srgbClr val="C1272C"/>
                </a:solidFill>
                <a:latin typeface="Montserrat Light"/>
                <a:cs typeface="Montserrat Light"/>
              </a:rPr>
              <a:t> </a:t>
            </a:r>
            <a:r>
              <a:rPr sz="3600" b="1" spc="15" dirty="0">
                <a:solidFill>
                  <a:srgbClr val="C1272C"/>
                </a:solidFill>
                <a:latin typeface="Montserrat ExtraBold"/>
                <a:cs typeface="Montserrat ExtraBold"/>
              </a:rPr>
              <a:t>IRURE</a:t>
            </a:r>
            <a:r>
              <a:rPr sz="3600" b="1" spc="-5" dirty="0">
                <a:solidFill>
                  <a:srgbClr val="C1272C"/>
                </a:solidFill>
                <a:latin typeface="Montserrat ExtraBold"/>
                <a:cs typeface="Montserrat ExtraBold"/>
              </a:rPr>
              <a:t> </a:t>
            </a:r>
            <a:r>
              <a:rPr sz="3600" b="1" spc="10" dirty="0">
                <a:solidFill>
                  <a:srgbClr val="C1272C"/>
                </a:solidFill>
                <a:latin typeface="Montserrat ExtraBold"/>
                <a:cs typeface="Montserrat ExtraBold"/>
              </a:rPr>
              <a:t>DOLOR</a:t>
            </a:r>
            <a:r>
              <a:rPr sz="3600" b="1" spc="-5" dirty="0">
                <a:solidFill>
                  <a:srgbClr val="C1272C"/>
                </a:solidFill>
                <a:latin typeface="Montserrat ExtraBold"/>
                <a:cs typeface="Montserrat ExtraBold"/>
              </a:rPr>
              <a:t> </a:t>
            </a:r>
            <a:r>
              <a:rPr sz="3600" b="1" spc="15" dirty="0">
                <a:solidFill>
                  <a:srgbClr val="C1272C"/>
                </a:solidFill>
                <a:latin typeface="Montserrat ExtraBold"/>
                <a:cs typeface="Montserrat ExtraBold"/>
              </a:rPr>
              <a:t>IN</a:t>
            </a:r>
            <a:endParaRPr sz="3600">
              <a:latin typeface="Montserrat ExtraBold"/>
              <a:cs typeface="Montserrat ExtraBold"/>
            </a:endParaRPr>
          </a:p>
          <a:p>
            <a:pPr marL="12700" marR="5080">
              <a:lnSpc>
                <a:spcPts val="2870"/>
              </a:lnSpc>
              <a:spcBef>
                <a:spcPts val="2880"/>
              </a:spcBef>
            </a:pPr>
            <a:r>
              <a:rPr sz="2400" spc="-20" dirty="0">
                <a:solidFill>
                  <a:srgbClr val="4D4D4D"/>
                </a:solidFill>
                <a:latin typeface="Montserrat"/>
                <a:cs typeface="Montserrat"/>
              </a:rPr>
              <a:t>Lorem</a:t>
            </a:r>
            <a:r>
              <a:rPr sz="2400" spc="-5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400" spc="-10" dirty="0">
                <a:solidFill>
                  <a:srgbClr val="4D4D4D"/>
                </a:solidFill>
                <a:latin typeface="Montserrat"/>
                <a:cs typeface="Montserrat"/>
              </a:rPr>
              <a:t>ipsum</a:t>
            </a:r>
            <a:r>
              <a:rPr sz="2400" spc="-5" dirty="0">
                <a:solidFill>
                  <a:srgbClr val="4D4D4D"/>
                </a:solidFill>
                <a:latin typeface="Montserrat"/>
                <a:cs typeface="Montserrat"/>
              </a:rPr>
              <a:t> dolor</a:t>
            </a:r>
            <a:r>
              <a:rPr sz="2400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400" spc="-5" dirty="0">
                <a:solidFill>
                  <a:srgbClr val="4D4D4D"/>
                </a:solidFill>
                <a:latin typeface="Montserrat"/>
                <a:cs typeface="Montserrat"/>
              </a:rPr>
              <a:t>sit amet, </a:t>
            </a:r>
            <a:r>
              <a:rPr sz="2400" spc="-15" dirty="0">
                <a:solidFill>
                  <a:srgbClr val="4D4D4D"/>
                </a:solidFill>
                <a:latin typeface="Montserrat"/>
                <a:cs typeface="Montserrat"/>
              </a:rPr>
              <a:t>consectetur</a:t>
            </a:r>
            <a:r>
              <a:rPr sz="2400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400" spc="-5" dirty="0">
                <a:solidFill>
                  <a:srgbClr val="4D4D4D"/>
                </a:solidFill>
                <a:latin typeface="Montserrat"/>
                <a:cs typeface="Montserrat"/>
              </a:rPr>
              <a:t>adipiscing </a:t>
            </a:r>
            <a:r>
              <a:rPr sz="2400" spc="-615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400" dirty="0">
                <a:solidFill>
                  <a:srgbClr val="4D4D4D"/>
                </a:solidFill>
                <a:latin typeface="Montserrat"/>
                <a:cs typeface="Montserrat"/>
              </a:rPr>
              <a:t>elit,</a:t>
            </a:r>
            <a:r>
              <a:rPr sz="2400" spc="-10" dirty="0">
                <a:solidFill>
                  <a:srgbClr val="4D4D4D"/>
                </a:solidFill>
                <a:latin typeface="Montserrat"/>
                <a:cs typeface="Montserrat"/>
              </a:rPr>
              <a:t> sed</a:t>
            </a:r>
            <a:r>
              <a:rPr sz="2400" spc="-5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400" spc="-10" dirty="0">
                <a:solidFill>
                  <a:srgbClr val="4D4D4D"/>
                </a:solidFill>
                <a:latin typeface="Montserrat"/>
                <a:cs typeface="Montserrat"/>
              </a:rPr>
              <a:t>do</a:t>
            </a:r>
            <a:r>
              <a:rPr sz="2400" spc="-5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400" spc="-10" dirty="0">
                <a:solidFill>
                  <a:srgbClr val="4D4D4D"/>
                </a:solidFill>
                <a:latin typeface="Montserrat"/>
                <a:cs typeface="Montserrat"/>
              </a:rPr>
              <a:t>eiusmod</a:t>
            </a:r>
            <a:r>
              <a:rPr sz="2400" spc="-5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400" spc="-15" dirty="0">
                <a:solidFill>
                  <a:srgbClr val="4D4D4D"/>
                </a:solidFill>
                <a:latin typeface="Montserrat"/>
                <a:cs typeface="Montserrat"/>
              </a:rPr>
              <a:t>tempor</a:t>
            </a:r>
            <a:r>
              <a:rPr sz="2400" spc="-5" dirty="0">
                <a:solidFill>
                  <a:srgbClr val="4D4D4D"/>
                </a:solidFill>
                <a:latin typeface="Montserrat"/>
                <a:cs typeface="Montserrat"/>
              </a:rPr>
              <a:t> incididunt ut </a:t>
            </a:r>
            <a:r>
              <a:rPr sz="2400" spc="-15" dirty="0">
                <a:solidFill>
                  <a:srgbClr val="4D4D4D"/>
                </a:solidFill>
                <a:latin typeface="Montserrat"/>
                <a:cs typeface="Montserrat"/>
              </a:rPr>
              <a:t>labore</a:t>
            </a:r>
            <a:r>
              <a:rPr sz="2400" spc="-10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400" spc="-5" dirty="0">
                <a:solidFill>
                  <a:srgbClr val="4D4D4D"/>
                </a:solidFill>
                <a:latin typeface="Montserrat"/>
                <a:cs typeface="Montserrat"/>
              </a:rPr>
              <a:t>et </a:t>
            </a:r>
            <a:r>
              <a:rPr sz="2400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400" spc="-15" dirty="0">
                <a:solidFill>
                  <a:srgbClr val="4D4D4D"/>
                </a:solidFill>
                <a:latin typeface="Montserrat"/>
                <a:cs typeface="Montserrat"/>
              </a:rPr>
              <a:t>dolore</a:t>
            </a:r>
            <a:r>
              <a:rPr sz="2400" spc="-10" dirty="0">
                <a:solidFill>
                  <a:srgbClr val="4D4D4D"/>
                </a:solidFill>
                <a:latin typeface="Montserrat"/>
                <a:cs typeface="Montserrat"/>
              </a:rPr>
              <a:t> magna</a:t>
            </a:r>
            <a:r>
              <a:rPr sz="2400" spc="-5" dirty="0">
                <a:solidFill>
                  <a:srgbClr val="4D4D4D"/>
                </a:solidFill>
                <a:latin typeface="Montserrat"/>
                <a:cs typeface="Montserrat"/>
              </a:rPr>
              <a:t> aliqua.</a:t>
            </a:r>
            <a:endParaRPr sz="2400">
              <a:latin typeface="Montserrat"/>
              <a:cs typeface="Montserrat"/>
            </a:endParaRPr>
          </a:p>
        </p:txBody>
      </p:sp>
      <p:sp>
        <p:nvSpPr>
          <p:cNvPr id="36" name="object 3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952865" marR="5080">
              <a:lnSpc>
                <a:spcPct val="107000"/>
              </a:lnSpc>
              <a:spcBef>
                <a:spcPts val="100"/>
              </a:spcBef>
            </a:pPr>
            <a:r>
              <a:rPr b="1" spc="-15" dirty="0">
                <a:latin typeface="Montserrat ExtraBold"/>
                <a:cs typeface="Montserrat ExtraBold"/>
              </a:rPr>
              <a:t>LOREM </a:t>
            </a:r>
            <a:r>
              <a:rPr b="1" dirty="0">
                <a:latin typeface="Montserrat ExtraBold"/>
                <a:cs typeface="Montserrat ExtraBold"/>
              </a:rPr>
              <a:t>IPSUM </a:t>
            </a:r>
            <a:r>
              <a:rPr b="1" spc="5" dirty="0">
                <a:latin typeface="Montserrat ExtraBold"/>
                <a:cs typeface="Montserrat ExtraBold"/>
              </a:rPr>
              <a:t> </a:t>
            </a:r>
            <a:r>
              <a:rPr spc="-20" dirty="0"/>
              <a:t>DOLOR</a:t>
            </a:r>
            <a:r>
              <a:rPr spc="-35" dirty="0"/>
              <a:t> </a:t>
            </a:r>
            <a:r>
              <a:rPr dirty="0"/>
              <a:t>SIT</a:t>
            </a:r>
            <a:r>
              <a:rPr spc="-35" dirty="0"/>
              <a:t> </a:t>
            </a:r>
            <a:r>
              <a:rPr spc="-40" dirty="0"/>
              <a:t>AMET, </a:t>
            </a:r>
            <a:r>
              <a:rPr spc="-1555" dirty="0"/>
              <a:t> </a:t>
            </a:r>
            <a:r>
              <a:rPr spc="-25" dirty="0"/>
              <a:t>CONSECTETUR</a:t>
            </a:r>
          </a:p>
        </p:txBody>
      </p:sp>
      <p:sp>
        <p:nvSpPr>
          <p:cNvPr id="37" name="object 37"/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363992" y="9319087"/>
            <a:ext cx="3693160" cy="942975"/>
            <a:chOff x="15363992" y="9319087"/>
            <a:chExt cx="3693160" cy="942975"/>
          </a:xfrm>
        </p:grpSpPr>
        <p:sp>
          <p:nvSpPr>
            <p:cNvPr id="3" name="object 3"/>
            <p:cNvSpPr/>
            <p:nvPr/>
          </p:nvSpPr>
          <p:spPr>
            <a:xfrm>
              <a:off x="15364065" y="9319087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5363990" y="9439611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4">
                  <a:moveTo>
                    <a:pt x="198361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61" y="685812"/>
                  </a:lnTo>
                  <a:lnTo>
                    <a:pt x="198361" y="660984"/>
                  </a:lnTo>
                  <a:close/>
                </a:path>
                <a:path w="3693159" h="700404">
                  <a:moveTo>
                    <a:pt x="198361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61" y="527050"/>
                  </a:lnTo>
                  <a:lnTo>
                    <a:pt x="198361" y="502246"/>
                  </a:lnTo>
                  <a:close/>
                </a:path>
                <a:path w="3693159" h="700404">
                  <a:moveTo>
                    <a:pt x="198361" y="337553"/>
                  </a:moveTo>
                  <a:lnTo>
                    <a:pt x="0" y="337553"/>
                  </a:lnTo>
                  <a:lnTo>
                    <a:pt x="0" y="362356"/>
                  </a:lnTo>
                  <a:lnTo>
                    <a:pt x="198361" y="362356"/>
                  </a:lnTo>
                  <a:lnTo>
                    <a:pt x="198361" y="337553"/>
                  </a:lnTo>
                  <a:close/>
                </a:path>
                <a:path w="3693159" h="700404">
                  <a:moveTo>
                    <a:pt x="198361" y="175056"/>
                  </a:moveTo>
                  <a:lnTo>
                    <a:pt x="0" y="175056"/>
                  </a:lnTo>
                  <a:lnTo>
                    <a:pt x="0" y="199898"/>
                  </a:lnTo>
                  <a:lnTo>
                    <a:pt x="198361" y="199898"/>
                  </a:lnTo>
                  <a:lnTo>
                    <a:pt x="198361" y="175056"/>
                  </a:lnTo>
                  <a:close/>
                </a:path>
                <a:path w="3693159" h="700404">
                  <a:moveTo>
                    <a:pt x="198361" y="16802"/>
                  </a:moveTo>
                  <a:lnTo>
                    <a:pt x="0" y="16802"/>
                  </a:lnTo>
                  <a:lnTo>
                    <a:pt x="0" y="41592"/>
                  </a:lnTo>
                  <a:lnTo>
                    <a:pt x="198361" y="41592"/>
                  </a:lnTo>
                  <a:lnTo>
                    <a:pt x="198361" y="16802"/>
                  </a:lnTo>
                  <a:close/>
                </a:path>
                <a:path w="3693159" h="700404">
                  <a:moveTo>
                    <a:pt x="908519" y="161366"/>
                  </a:moveTo>
                  <a:lnTo>
                    <a:pt x="905611" y="119291"/>
                  </a:lnTo>
                  <a:lnTo>
                    <a:pt x="870216" y="56515"/>
                  </a:lnTo>
                  <a:lnTo>
                    <a:pt x="804722" y="18783"/>
                  </a:lnTo>
                  <a:lnTo>
                    <a:pt x="764209" y="8001"/>
                  </a:lnTo>
                  <a:lnTo>
                    <a:pt x="720382" y="1917"/>
                  </a:lnTo>
                  <a:lnTo>
                    <a:pt x="674649" y="0"/>
                  </a:lnTo>
                  <a:lnTo>
                    <a:pt x="627646" y="1714"/>
                  </a:lnTo>
                  <a:lnTo>
                    <a:pt x="580986" y="7264"/>
                  </a:lnTo>
                  <a:lnTo>
                    <a:pt x="535609" y="17233"/>
                  </a:lnTo>
                  <a:lnTo>
                    <a:pt x="492480" y="32219"/>
                  </a:lnTo>
                  <a:lnTo>
                    <a:pt x="452551" y="52793"/>
                  </a:lnTo>
                  <a:lnTo>
                    <a:pt x="416788" y="79565"/>
                  </a:lnTo>
                  <a:lnTo>
                    <a:pt x="386118" y="113106"/>
                  </a:lnTo>
                  <a:lnTo>
                    <a:pt x="361518" y="154025"/>
                  </a:lnTo>
                  <a:lnTo>
                    <a:pt x="343928" y="202895"/>
                  </a:lnTo>
                  <a:lnTo>
                    <a:pt x="339191" y="254914"/>
                  </a:lnTo>
                  <a:lnTo>
                    <a:pt x="348361" y="300837"/>
                  </a:lnTo>
                  <a:lnTo>
                    <a:pt x="371944" y="338747"/>
                  </a:lnTo>
                  <a:lnTo>
                    <a:pt x="410489" y="366712"/>
                  </a:lnTo>
                  <a:lnTo>
                    <a:pt x="460273" y="387235"/>
                  </a:lnTo>
                  <a:lnTo>
                    <a:pt x="508939" y="402196"/>
                  </a:lnTo>
                  <a:lnTo>
                    <a:pt x="594931" y="424522"/>
                  </a:lnTo>
                  <a:lnTo>
                    <a:pt x="628256" y="436435"/>
                  </a:lnTo>
                  <a:lnTo>
                    <a:pt x="652449" y="451904"/>
                  </a:lnTo>
                  <a:lnTo>
                    <a:pt x="665530" y="473189"/>
                  </a:lnTo>
                  <a:lnTo>
                    <a:pt x="665492" y="502577"/>
                  </a:lnTo>
                  <a:lnTo>
                    <a:pt x="650049" y="531901"/>
                  </a:lnTo>
                  <a:lnTo>
                    <a:pt x="622071" y="552831"/>
                  </a:lnTo>
                  <a:lnTo>
                    <a:pt x="587794" y="565391"/>
                  </a:lnTo>
                  <a:lnTo>
                    <a:pt x="553504" y="569569"/>
                  </a:lnTo>
                  <a:lnTo>
                    <a:pt x="508876" y="563206"/>
                  </a:lnTo>
                  <a:lnTo>
                    <a:pt x="477100" y="544449"/>
                  </a:lnTo>
                  <a:lnTo>
                    <a:pt x="460578" y="513829"/>
                  </a:lnTo>
                  <a:lnTo>
                    <a:pt x="461683" y="471868"/>
                  </a:lnTo>
                  <a:lnTo>
                    <a:pt x="275539" y="471868"/>
                  </a:lnTo>
                  <a:lnTo>
                    <a:pt x="269430" y="527735"/>
                  </a:lnTo>
                  <a:lnTo>
                    <a:pt x="274370" y="574230"/>
                  </a:lnTo>
                  <a:lnTo>
                    <a:pt x="289217" y="612101"/>
                  </a:lnTo>
                  <a:lnTo>
                    <a:pt x="312877" y="642086"/>
                  </a:lnTo>
                  <a:lnTo>
                    <a:pt x="344208" y="664946"/>
                  </a:lnTo>
                  <a:lnTo>
                    <a:pt x="382117" y="681431"/>
                  </a:lnTo>
                  <a:lnTo>
                    <a:pt x="425475" y="692277"/>
                  </a:lnTo>
                  <a:lnTo>
                    <a:pt x="473151" y="698233"/>
                  </a:lnTo>
                  <a:lnTo>
                    <a:pt x="524052" y="700049"/>
                  </a:lnTo>
                  <a:lnTo>
                    <a:pt x="575627" y="697547"/>
                  </a:lnTo>
                  <a:lnTo>
                    <a:pt x="626084" y="690016"/>
                  </a:lnTo>
                  <a:lnTo>
                    <a:pt x="674420" y="677392"/>
                  </a:lnTo>
                  <a:lnTo>
                    <a:pt x="719607" y="659612"/>
                  </a:lnTo>
                  <a:lnTo>
                    <a:pt x="760666" y="636625"/>
                  </a:lnTo>
                  <a:lnTo>
                    <a:pt x="796582" y="608368"/>
                  </a:lnTo>
                  <a:lnTo>
                    <a:pt x="826350" y="574789"/>
                  </a:lnTo>
                  <a:lnTo>
                    <a:pt x="829373" y="569569"/>
                  </a:lnTo>
                  <a:lnTo>
                    <a:pt x="848956" y="535825"/>
                  </a:lnTo>
                  <a:lnTo>
                    <a:pt x="863409" y="491413"/>
                  </a:lnTo>
                  <a:lnTo>
                    <a:pt x="869175" y="436968"/>
                  </a:lnTo>
                  <a:lnTo>
                    <a:pt x="862253" y="393585"/>
                  </a:lnTo>
                  <a:lnTo>
                    <a:pt x="844715" y="359727"/>
                  </a:lnTo>
                  <a:lnTo>
                    <a:pt x="786180" y="314401"/>
                  </a:lnTo>
                  <a:lnTo>
                    <a:pt x="749388" y="299821"/>
                  </a:lnTo>
                  <a:lnTo>
                    <a:pt x="710361" y="288569"/>
                  </a:lnTo>
                  <a:lnTo>
                    <a:pt x="634009" y="269887"/>
                  </a:lnTo>
                  <a:lnTo>
                    <a:pt x="598487" y="259118"/>
                  </a:lnTo>
                  <a:lnTo>
                    <a:pt x="566508" y="244424"/>
                  </a:lnTo>
                  <a:lnTo>
                    <a:pt x="545198" y="222923"/>
                  </a:lnTo>
                  <a:lnTo>
                    <a:pt x="541705" y="191719"/>
                  </a:lnTo>
                  <a:lnTo>
                    <a:pt x="553237" y="167982"/>
                  </a:lnTo>
                  <a:lnTo>
                    <a:pt x="574865" y="148437"/>
                  </a:lnTo>
                  <a:lnTo>
                    <a:pt x="603186" y="135178"/>
                  </a:lnTo>
                  <a:lnTo>
                    <a:pt x="634784" y="130302"/>
                  </a:lnTo>
                  <a:lnTo>
                    <a:pt x="656831" y="131686"/>
                  </a:lnTo>
                  <a:lnTo>
                    <a:pt x="701929" y="151726"/>
                  </a:lnTo>
                  <a:lnTo>
                    <a:pt x="716394" y="192938"/>
                  </a:lnTo>
                  <a:lnTo>
                    <a:pt x="713587" y="211264"/>
                  </a:lnTo>
                  <a:lnTo>
                    <a:pt x="899706" y="211264"/>
                  </a:lnTo>
                  <a:lnTo>
                    <a:pt x="908519" y="161366"/>
                  </a:lnTo>
                  <a:close/>
                </a:path>
                <a:path w="3693159" h="700404">
                  <a:moveTo>
                    <a:pt x="1580972" y="13944"/>
                  </a:moveTo>
                  <a:lnTo>
                    <a:pt x="1069111" y="13944"/>
                  </a:lnTo>
                  <a:lnTo>
                    <a:pt x="926261" y="685939"/>
                  </a:lnTo>
                  <a:lnTo>
                    <a:pt x="1438135" y="685939"/>
                  </a:lnTo>
                  <a:lnTo>
                    <a:pt x="1465897" y="555612"/>
                  </a:lnTo>
                  <a:lnTo>
                    <a:pt x="1140142" y="555612"/>
                  </a:lnTo>
                  <a:lnTo>
                    <a:pt x="1170393" y="413207"/>
                  </a:lnTo>
                  <a:lnTo>
                    <a:pt x="1470075" y="413207"/>
                  </a:lnTo>
                  <a:lnTo>
                    <a:pt x="1497685" y="282968"/>
                  </a:lnTo>
                  <a:lnTo>
                    <a:pt x="1198003" y="282968"/>
                  </a:lnTo>
                  <a:lnTo>
                    <a:pt x="1227467" y="144246"/>
                  </a:lnTo>
                  <a:lnTo>
                    <a:pt x="1553222" y="144246"/>
                  </a:lnTo>
                  <a:lnTo>
                    <a:pt x="1580972" y="13944"/>
                  </a:lnTo>
                  <a:close/>
                </a:path>
                <a:path w="3693159" h="700404">
                  <a:moveTo>
                    <a:pt x="2341346" y="13944"/>
                  </a:moveTo>
                  <a:lnTo>
                    <a:pt x="2173833" y="13944"/>
                  </a:lnTo>
                  <a:lnTo>
                    <a:pt x="2067737" y="512787"/>
                  </a:lnTo>
                  <a:lnTo>
                    <a:pt x="2065566" y="514692"/>
                  </a:lnTo>
                  <a:lnTo>
                    <a:pt x="1984082" y="171284"/>
                  </a:lnTo>
                  <a:lnTo>
                    <a:pt x="1946757" y="13944"/>
                  </a:lnTo>
                  <a:lnTo>
                    <a:pt x="1686140" y="13944"/>
                  </a:lnTo>
                  <a:lnTo>
                    <a:pt x="1543291" y="685939"/>
                  </a:lnTo>
                  <a:lnTo>
                    <a:pt x="1710829" y="685939"/>
                  </a:lnTo>
                  <a:lnTo>
                    <a:pt x="1820189" y="171284"/>
                  </a:lnTo>
                  <a:lnTo>
                    <a:pt x="1822043" y="171284"/>
                  </a:lnTo>
                  <a:lnTo>
                    <a:pt x="1940687" y="685939"/>
                  </a:lnTo>
                  <a:lnTo>
                    <a:pt x="2198509" y="685939"/>
                  </a:lnTo>
                  <a:lnTo>
                    <a:pt x="2234908" y="514692"/>
                  </a:lnTo>
                  <a:lnTo>
                    <a:pt x="2341346" y="13944"/>
                  </a:lnTo>
                  <a:close/>
                </a:path>
                <a:path w="3693159" h="700404">
                  <a:moveTo>
                    <a:pt x="3024962" y="685939"/>
                  </a:moveTo>
                  <a:lnTo>
                    <a:pt x="3001060" y="554697"/>
                  </a:lnTo>
                  <a:lnTo>
                    <a:pt x="2977337" y="424408"/>
                  </a:lnTo>
                  <a:lnTo>
                    <a:pt x="2926486" y="145161"/>
                  </a:lnTo>
                  <a:lnTo>
                    <a:pt x="2902585" y="13944"/>
                  </a:lnTo>
                  <a:lnTo>
                    <a:pt x="2779890" y="13944"/>
                  </a:lnTo>
                  <a:lnTo>
                    <a:pt x="2779890" y="424408"/>
                  </a:lnTo>
                  <a:lnTo>
                    <a:pt x="2600261" y="424408"/>
                  </a:lnTo>
                  <a:lnTo>
                    <a:pt x="2750870" y="145161"/>
                  </a:lnTo>
                  <a:lnTo>
                    <a:pt x="2753652" y="145161"/>
                  </a:lnTo>
                  <a:lnTo>
                    <a:pt x="2779890" y="424408"/>
                  </a:lnTo>
                  <a:lnTo>
                    <a:pt x="2779890" y="13944"/>
                  </a:lnTo>
                  <a:lnTo>
                    <a:pt x="2675483" y="13944"/>
                  </a:lnTo>
                  <a:lnTo>
                    <a:pt x="2267356" y="685939"/>
                  </a:lnTo>
                  <a:lnTo>
                    <a:pt x="2453525" y="685939"/>
                  </a:lnTo>
                  <a:lnTo>
                    <a:pt x="2525179" y="554697"/>
                  </a:lnTo>
                  <a:lnTo>
                    <a:pt x="2797886" y="554697"/>
                  </a:lnTo>
                  <a:lnTo>
                    <a:pt x="2814637" y="685939"/>
                  </a:lnTo>
                  <a:lnTo>
                    <a:pt x="3024962" y="685939"/>
                  </a:lnTo>
                  <a:close/>
                </a:path>
                <a:path w="3693159" h="700404">
                  <a:moveTo>
                    <a:pt x="3424682" y="13944"/>
                  </a:moveTo>
                  <a:lnTo>
                    <a:pt x="3238563" y="13944"/>
                  </a:lnTo>
                  <a:lnTo>
                    <a:pt x="3095675" y="685939"/>
                  </a:lnTo>
                  <a:lnTo>
                    <a:pt x="3281832" y="685939"/>
                  </a:lnTo>
                  <a:lnTo>
                    <a:pt x="3424682" y="13944"/>
                  </a:lnTo>
                  <a:close/>
                </a:path>
                <a:path w="3693159" h="700404">
                  <a:moveTo>
                    <a:pt x="3692931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31" y="685812"/>
                  </a:lnTo>
                  <a:lnTo>
                    <a:pt x="3692931" y="660984"/>
                  </a:lnTo>
                  <a:close/>
                </a:path>
                <a:path w="3693159" h="700404">
                  <a:moveTo>
                    <a:pt x="3692931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31" y="527050"/>
                  </a:lnTo>
                  <a:lnTo>
                    <a:pt x="3692931" y="502246"/>
                  </a:lnTo>
                  <a:close/>
                </a:path>
                <a:path w="3693159" h="700404">
                  <a:moveTo>
                    <a:pt x="3692931" y="337553"/>
                  </a:moveTo>
                  <a:lnTo>
                    <a:pt x="3494570" y="337553"/>
                  </a:lnTo>
                  <a:lnTo>
                    <a:pt x="3494570" y="362356"/>
                  </a:lnTo>
                  <a:lnTo>
                    <a:pt x="3692931" y="362356"/>
                  </a:lnTo>
                  <a:lnTo>
                    <a:pt x="3692931" y="337553"/>
                  </a:lnTo>
                  <a:close/>
                </a:path>
                <a:path w="3693159" h="700404">
                  <a:moveTo>
                    <a:pt x="3692931" y="175056"/>
                  </a:moveTo>
                  <a:lnTo>
                    <a:pt x="3494570" y="175056"/>
                  </a:lnTo>
                  <a:lnTo>
                    <a:pt x="3494570" y="199898"/>
                  </a:lnTo>
                  <a:lnTo>
                    <a:pt x="3692931" y="199898"/>
                  </a:lnTo>
                  <a:lnTo>
                    <a:pt x="3692931" y="175056"/>
                  </a:lnTo>
                  <a:close/>
                </a:path>
                <a:path w="3693159" h="700404">
                  <a:moveTo>
                    <a:pt x="3692931" y="16802"/>
                  </a:moveTo>
                  <a:lnTo>
                    <a:pt x="3494570" y="16802"/>
                  </a:lnTo>
                  <a:lnTo>
                    <a:pt x="3494570" y="41592"/>
                  </a:lnTo>
                  <a:lnTo>
                    <a:pt x="3692931" y="41592"/>
                  </a:lnTo>
                  <a:lnTo>
                    <a:pt x="3692931" y="1680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0" y="0"/>
            <a:ext cx="3141345" cy="3141345"/>
          </a:xfrm>
          <a:custGeom>
            <a:avLst/>
            <a:gdLst/>
            <a:ahLst/>
            <a:cxnLst/>
            <a:rect l="l" t="t" r="r" b="b"/>
            <a:pathLst>
              <a:path w="3141345" h="3141345">
                <a:moveTo>
                  <a:pt x="3141265" y="0"/>
                </a:moveTo>
                <a:lnTo>
                  <a:pt x="0" y="0"/>
                </a:lnTo>
                <a:lnTo>
                  <a:pt x="0" y="3141265"/>
                </a:lnTo>
                <a:lnTo>
                  <a:pt x="3141265" y="3141265"/>
                </a:lnTo>
                <a:lnTo>
                  <a:pt x="3141265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209113" y="837670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0470885" y="837670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0732657" y="837670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0994429" y="837670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1256202" y="837670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1517973" y="837670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1779746" y="837670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2041518" y="837670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0209113" y="863848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0470885" y="863848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0732657" y="863848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0994429" y="863848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1256202" y="863848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1517973" y="863848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1779746" y="863848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2041518" y="863848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0209113" y="890025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0470885" y="890025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0732657" y="890025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0994429" y="890025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1256202" y="890025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1517973" y="890025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1779746" y="890025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2041518" y="890025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0209113" y="916202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10470885" y="916202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10732657" y="916202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10994429" y="916202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11256202" y="916202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1517973" y="916202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1779746" y="916202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12041518" y="916202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10209113" y="942379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10470885" y="942379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10732657" y="942379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10994429" y="942379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11256202" y="942379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11517973" y="942379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11779746" y="942379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12041518" y="942379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10209113" y="9685569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10470885" y="9685569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10732657" y="9685569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10994429" y="9685569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11256202" y="9685569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11517973" y="9685569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11779746" y="9685569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12041518" y="9685569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10209113" y="994734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10470885" y="994734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10732657" y="994734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10994429" y="994734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11256202" y="994734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11517973" y="994734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11779746" y="994734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12041518" y="994734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10209113" y="1020911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10470885" y="1020911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10732657" y="1020911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10994429" y="1020911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11256202" y="1020911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11517973" y="1020911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11779746" y="1020911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12041518" y="1020911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1" name="object 7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088" y="1047088"/>
            <a:ext cx="4188354" cy="6282531"/>
          </a:xfrm>
          <a:prstGeom prst="rect">
            <a:avLst/>
          </a:prstGeom>
        </p:spPr>
      </p:pic>
      <p:pic>
        <p:nvPicPr>
          <p:cNvPr id="72" name="object 7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58986" y="1047088"/>
            <a:ext cx="4188354" cy="9214379"/>
          </a:xfrm>
          <a:prstGeom prst="rect">
            <a:avLst/>
          </a:prstGeom>
        </p:spPr>
      </p:pic>
      <p:sp>
        <p:nvSpPr>
          <p:cNvPr id="73" name="object 73"/>
          <p:cNvSpPr txBox="1"/>
          <p:nvPr/>
        </p:nvSpPr>
        <p:spPr>
          <a:xfrm>
            <a:off x="1053744" y="7800001"/>
            <a:ext cx="4194810" cy="247650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600" b="0" spc="15" dirty="0">
                <a:solidFill>
                  <a:srgbClr val="333333"/>
                </a:solidFill>
                <a:latin typeface="Montserrat Light"/>
                <a:cs typeface="Montserrat Light"/>
              </a:rPr>
              <a:t>DUIS</a:t>
            </a:r>
            <a:r>
              <a:rPr sz="3600" b="0" spc="-30" dirty="0">
                <a:solidFill>
                  <a:srgbClr val="333333"/>
                </a:solidFill>
                <a:latin typeface="Montserrat Light"/>
                <a:cs typeface="Montserrat Light"/>
              </a:rPr>
              <a:t> </a:t>
            </a:r>
            <a:r>
              <a:rPr sz="3600" b="0" spc="-10" dirty="0">
                <a:solidFill>
                  <a:srgbClr val="333333"/>
                </a:solidFill>
                <a:latin typeface="Montserrat Light"/>
                <a:cs typeface="Montserrat Light"/>
              </a:rPr>
              <a:t>AUTE</a:t>
            </a:r>
            <a:r>
              <a:rPr sz="3600" b="0" spc="95" dirty="0">
                <a:solidFill>
                  <a:srgbClr val="333333"/>
                </a:solidFill>
                <a:latin typeface="Montserrat Light"/>
                <a:cs typeface="Montserrat Light"/>
              </a:rPr>
              <a:t> </a:t>
            </a:r>
            <a:r>
              <a:rPr sz="3600" b="1" spc="15" dirty="0">
                <a:solidFill>
                  <a:srgbClr val="333333"/>
                </a:solidFill>
                <a:latin typeface="Montserrat ExtraBold"/>
                <a:cs typeface="Montserrat ExtraBold"/>
              </a:rPr>
              <a:t>IRURE</a:t>
            </a:r>
            <a:endParaRPr sz="3600">
              <a:latin typeface="Montserrat ExtraBold"/>
              <a:cs typeface="Montserrat ExtraBold"/>
            </a:endParaRPr>
          </a:p>
          <a:p>
            <a:pPr marL="1743075">
              <a:lnSpc>
                <a:spcPct val="100000"/>
              </a:lnSpc>
              <a:spcBef>
                <a:spcPts val="35"/>
              </a:spcBef>
            </a:pPr>
            <a:r>
              <a:rPr sz="3600" b="1" spc="10" dirty="0">
                <a:solidFill>
                  <a:srgbClr val="333333"/>
                </a:solidFill>
                <a:latin typeface="Montserrat ExtraBold"/>
                <a:cs typeface="Montserrat ExtraBold"/>
              </a:rPr>
              <a:t>DOLOR</a:t>
            </a:r>
            <a:r>
              <a:rPr sz="3600" b="1" spc="-80" dirty="0">
                <a:solidFill>
                  <a:srgbClr val="333333"/>
                </a:solidFill>
                <a:latin typeface="Montserrat ExtraBold"/>
                <a:cs typeface="Montserrat ExtraBold"/>
              </a:rPr>
              <a:t> </a:t>
            </a:r>
            <a:r>
              <a:rPr sz="3600" b="1" spc="15" dirty="0">
                <a:solidFill>
                  <a:srgbClr val="333333"/>
                </a:solidFill>
                <a:latin typeface="Montserrat ExtraBold"/>
                <a:cs typeface="Montserrat ExtraBold"/>
              </a:rPr>
              <a:t>IN</a:t>
            </a:r>
            <a:endParaRPr sz="3600">
              <a:latin typeface="Montserrat ExtraBold"/>
              <a:cs typeface="Montserrat ExtraBold"/>
            </a:endParaRPr>
          </a:p>
          <a:p>
            <a:pPr marL="162560" marR="5080" indent="615950" algn="r">
              <a:lnSpc>
                <a:spcPts val="2870"/>
              </a:lnSpc>
              <a:spcBef>
                <a:spcPts val="2080"/>
              </a:spcBef>
            </a:pPr>
            <a:r>
              <a:rPr sz="2400" spc="-20" dirty="0">
                <a:solidFill>
                  <a:srgbClr val="4D4D4D"/>
                </a:solidFill>
                <a:latin typeface="Montserrat"/>
                <a:cs typeface="Montserrat"/>
              </a:rPr>
              <a:t>Lorem</a:t>
            </a:r>
            <a:r>
              <a:rPr sz="2400" spc="-25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400" spc="-10" dirty="0">
                <a:solidFill>
                  <a:srgbClr val="4D4D4D"/>
                </a:solidFill>
                <a:latin typeface="Montserrat"/>
                <a:cs typeface="Montserrat"/>
              </a:rPr>
              <a:t>ipsum</a:t>
            </a:r>
            <a:r>
              <a:rPr sz="2400" spc="-25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400" spc="-5" dirty="0">
                <a:solidFill>
                  <a:srgbClr val="4D4D4D"/>
                </a:solidFill>
                <a:latin typeface="Montserrat"/>
                <a:cs typeface="Montserrat"/>
              </a:rPr>
              <a:t>dolor</a:t>
            </a:r>
            <a:r>
              <a:rPr sz="2400" spc="-20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400" dirty="0">
                <a:solidFill>
                  <a:srgbClr val="4D4D4D"/>
                </a:solidFill>
                <a:latin typeface="Montserrat"/>
                <a:cs typeface="Montserrat"/>
              </a:rPr>
              <a:t>sit, </a:t>
            </a:r>
            <a:r>
              <a:rPr sz="2400" spc="-615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400" spc="-15" dirty="0">
                <a:solidFill>
                  <a:srgbClr val="4D4D4D"/>
                </a:solidFill>
                <a:latin typeface="Montserrat"/>
                <a:cs typeface="Montserrat"/>
              </a:rPr>
              <a:t>consectetur</a:t>
            </a:r>
            <a:r>
              <a:rPr sz="2400" spc="-25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400" spc="-5" dirty="0">
                <a:solidFill>
                  <a:srgbClr val="4D4D4D"/>
                </a:solidFill>
                <a:latin typeface="Montserrat"/>
                <a:cs typeface="Montserrat"/>
              </a:rPr>
              <a:t>adipiscing</a:t>
            </a:r>
            <a:r>
              <a:rPr sz="2400" spc="-25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400" spc="-5" dirty="0">
                <a:solidFill>
                  <a:srgbClr val="4D4D4D"/>
                </a:solidFill>
                <a:latin typeface="Montserrat"/>
                <a:cs typeface="Montserrat"/>
              </a:rPr>
              <a:t>elit </a:t>
            </a:r>
            <a:r>
              <a:rPr sz="2400" spc="-615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400" spc="-10" dirty="0">
                <a:solidFill>
                  <a:srgbClr val="4D4D4D"/>
                </a:solidFill>
                <a:latin typeface="Montserrat"/>
                <a:cs typeface="Montserrat"/>
              </a:rPr>
              <a:t>do eiusmod</a:t>
            </a:r>
            <a:r>
              <a:rPr sz="2400" spc="-5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400" spc="-20" dirty="0">
                <a:solidFill>
                  <a:srgbClr val="4D4D4D"/>
                </a:solidFill>
                <a:latin typeface="Montserrat"/>
                <a:cs typeface="Montserrat"/>
              </a:rPr>
              <a:t>tempor.</a:t>
            </a:r>
            <a:endParaRPr sz="2400">
              <a:latin typeface="Montserrat"/>
              <a:cs typeface="Montserrat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11086438" y="4766512"/>
            <a:ext cx="7865109" cy="2576195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 marR="5080">
              <a:lnSpc>
                <a:spcPts val="2870"/>
              </a:lnSpc>
              <a:spcBef>
                <a:spcPts val="195"/>
              </a:spcBef>
            </a:pPr>
            <a:r>
              <a:rPr sz="2400" spc="-20" dirty="0">
                <a:solidFill>
                  <a:srgbClr val="4D4D4D"/>
                </a:solidFill>
                <a:latin typeface="Montserrat"/>
                <a:cs typeface="Montserrat"/>
              </a:rPr>
              <a:t>Lorem</a:t>
            </a:r>
            <a:r>
              <a:rPr sz="2400" spc="-5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400" spc="-10" dirty="0">
                <a:solidFill>
                  <a:srgbClr val="4D4D4D"/>
                </a:solidFill>
                <a:latin typeface="Montserrat"/>
                <a:cs typeface="Montserrat"/>
              </a:rPr>
              <a:t>ipsum</a:t>
            </a:r>
            <a:r>
              <a:rPr sz="2400" spc="-5" dirty="0">
                <a:solidFill>
                  <a:srgbClr val="4D4D4D"/>
                </a:solidFill>
                <a:latin typeface="Montserrat"/>
                <a:cs typeface="Montserrat"/>
              </a:rPr>
              <a:t> dolor</a:t>
            </a:r>
            <a:r>
              <a:rPr sz="2400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400" spc="-5" dirty="0">
                <a:solidFill>
                  <a:srgbClr val="4D4D4D"/>
                </a:solidFill>
                <a:latin typeface="Montserrat"/>
                <a:cs typeface="Montserrat"/>
              </a:rPr>
              <a:t>sit amet, </a:t>
            </a:r>
            <a:r>
              <a:rPr sz="2400" spc="-15" dirty="0">
                <a:solidFill>
                  <a:srgbClr val="4D4D4D"/>
                </a:solidFill>
                <a:latin typeface="Montserrat"/>
                <a:cs typeface="Montserrat"/>
              </a:rPr>
              <a:t>consectetur</a:t>
            </a:r>
            <a:r>
              <a:rPr sz="2400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400" spc="-5" dirty="0">
                <a:solidFill>
                  <a:srgbClr val="4D4D4D"/>
                </a:solidFill>
                <a:latin typeface="Montserrat"/>
                <a:cs typeface="Montserrat"/>
              </a:rPr>
              <a:t>adipiscing </a:t>
            </a:r>
            <a:r>
              <a:rPr sz="2400" spc="-615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400" dirty="0">
                <a:solidFill>
                  <a:srgbClr val="4D4D4D"/>
                </a:solidFill>
                <a:latin typeface="Montserrat"/>
                <a:cs typeface="Montserrat"/>
              </a:rPr>
              <a:t>elit,</a:t>
            </a:r>
            <a:r>
              <a:rPr sz="2400" spc="-10" dirty="0">
                <a:solidFill>
                  <a:srgbClr val="4D4D4D"/>
                </a:solidFill>
                <a:latin typeface="Montserrat"/>
                <a:cs typeface="Montserrat"/>
              </a:rPr>
              <a:t> sed</a:t>
            </a:r>
            <a:r>
              <a:rPr sz="2400" spc="-5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400" spc="-10" dirty="0">
                <a:solidFill>
                  <a:srgbClr val="4D4D4D"/>
                </a:solidFill>
                <a:latin typeface="Montserrat"/>
                <a:cs typeface="Montserrat"/>
              </a:rPr>
              <a:t>do</a:t>
            </a:r>
            <a:r>
              <a:rPr sz="2400" spc="-5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400" spc="-10" dirty="0">
                <a:solidFill>
                  <a:srgbClr val="4D4D4D"/>
                </a:solidFill>
                <a:latin typeface="Montserrat"/>
                <a:cs typeface="Montserrat"/>
              </a:rPr>
              <a:t>eiusmod</a:t>
            </a:r>
            <a:r>
              <a:rPr sz="2400" spc="-5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400" spc="-15" dirty="0">
                <a:solidFill>
                  <a:srgbClr val="4D4D4D"/>
                </a:solidFill>
                <a:latin typeface="Montserrat"/>
                <a:cs typeface="Montserrat"/>
              </a:rPr>
              <a:t>tempor</a:t>
            </a:r>
            <a:r>
              <a:rPr sz="2400" spc="-5" dirty="0">
                <a:solidFill>
                  <a:srgbClr val="4D4D4D"/>
                </a:solidFill>
                <a:latin typeface="Montserrat"/>
                <a:cs typeface="Montserrat"/>
              </a:rPr>
              <a:t> incididunt ut </a:t>
            </a:r>
            <a:r>
              <a:rPr sz="2400" spc="-15" dirty="0">
                <a:solidFill>
                  <a:srgbClr val="4D4D4D"/>
                </a:solidFill>
                <a:latin typeface="Montserrat"/>
                <a:cs typeface="Montserrat"/>
              </a:rPr>
              <a:t>labore</a:t>
            </a:r>
            <a:r>
              <a:rPr sz="2400" spc="-10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400" spc="-5" dirty="0">
                <a:solidFill>
                  <a:srgbClr val="4D4D4D"/>
                </a:solidFill>
                <a:latin typeface="Montserrat"/>
                <a:cs typeface="Montserrat"/>
              </a:rPr>
              <a:t>et </a:t>
            </a:r>
            <a:r>
              <a:rPr sz="2400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400" spc="-15" dirty="0">
                <a:solidFill>
                  <a:srgbClr val="4D4D4D"/>
                </a:solidFill>
                <a:latin typeface="Montserrat"/>
                <a:cs typeface="Montserrat"/>
              </a:rPr>
              <a:t>dolore</a:t>
            </a:r>
            <a:r>
              <a:rPr sz="2400" spc="-5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400" spc="-10" dirty="0">
                <a:solidFill>
                  <a:srgbClr val="4D4D4D"/>
                </a:solidFill>
                <a:latin typeface="Montserrat"/>
                <a:cs typeface="Montserrat"/>
              </a:rPr>
              <a:t>magna</a:t>
            </a:r>
            <a:r>
              <a:rPr sz="2400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400" spc="-5" dirty="0">
                <a:solidFill>
                  <a:srgbClr val="4D4D4D"/>
                </a:solidFill>
                <a:latin typeface="Montserrat"/>
                <a:cs typeface="Montserrat"/>
              </a:rPr>
              <a:t>aliqua. </a:t>
            </a:r>
            <a:r>
              <a:rPr sz="2400" spc="-10" dirty="0">
                <a:solidFill>
                  <a:srgbClr val="4D4D4D"/>
                </a:solidFill>
                <a:latin typeface="Montserrat"/>
                <a:cs typeface="Montserrat"/>
              </a:rPr>
              <a:t>Ut</a:t>
            </a:r>
            <a:r>
              <a:rPr sz="2400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400" spc="-10" dirty="0">
                <a:solidFill>
                  <a:srgbClr val="4D4D4D"/>
                </a:solidFill>
                <a:latin typeface="Montserrat"/>
                <a:cs typeface="Montserrat"/>
              </a:rPr>
              <a:t>enim</a:t>
            </a:r>
            <a:r>
              <a:rPr sz="2400" spc="-5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400" spc="-10" dirty="0">
                <a:solidFill>
                  <a:srgbClr val="4D4D4D"/>
                </a:solidFill>
                <a:latin typeface="Montserrat"/>
                <a:cs typeface="Montserrat"/>
              </a:rPr>
              <a:t>ad</a:t>
            </a:r>
            <a:r>
              <a:rPr sz="2400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400" spc="-10" dirty="0">
                <a:solidFill>
                  <a:srgbClr val="4D4D4D"/>
                </a:solidFill>
                <a:latin typeface="Montserrat"/>
                <a:cs typeface="Montserrat"/>
              </a:rPr>
              <a:t>minim</a:t>
            </a:r>
            <a:r>
              <a:rPr sz="2400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400" spc="-15" dirty="0">
                <a:solidFill>
                  <a:srgbClr val="4D4D4D"/>
                </a:solidFill>
                <a:latin typeface="Montserrat"/>
                <a:cs typeface="Montserrat"/>
              </a:rPr>
              <a:t>veniam, </a:t>
            </a:r>
            <a:r>
              <a:rPr sz="2400" spc="-10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400" spc="-5" dirty="0">
                <a:solidFill>
                  <a:srgbClr val="4D4D4D"/>
                </a:solidFill>
                <a:latin typeface="Montserrat"/>
                <a:cs typeface="Montserrat"/>
              </a:rPr>
              <a:t>quis</a:t>
            </a:r>
            <a:r>
              <a:rPr sz="2400" spc="-10" dirty="0">
                <a:solidFill>
                  <a:srgbClr val="4D4D4D"/>
                </a:solidFill>
                <a:latin typeface="Montserrat"/>
                <a:cs typeface="Montserrat"/>
              </a:rPr>
              <a:t> nostrud</a:t>
            </a:r>
            <a:r>
              <a:rPr sz="2400" spc="-5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400" spc="-15" dirty="0">
                <a:solidFill>
                  <a:srgbClr val="4D4D4D"/>
                </a:solidFill>
                <a:latin typeface="Montserrat"/>
                <a:cs typeface="Montserrat"/>
              </a:rPr>
              <a:t>exercitation</a:t>
            </a:r>
            <a:r>
              <a:rPr sz="2400" spc="-10" dirty="0">
                <a:solidFill>
                  <a:srgbClr val="4D4D4D"/>
                </a:solidFill>
                <a:latin typeface="Montserrat"/>
                <a:cs typeface="Montserrat"/>
              </a:rPr>
              <a:t> ullamco</a:t>
            </a:r>
            <a:r>
              <a:rPr sz="2400" spc="-5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400" spc="-10" dirty="0">
                <a:solidFill>
                  <a:srgbClr val="4D4D4D"/>
                </a:solidFill>
                <a:latin typeface="Montserrat"/>
                <a:cs typeface="Montserrat"/>
              </a:rPr>
              <a:t>laboris </a:t>
            </a:r>
            <a:r>
              <a:rPr sz="2400" spc="-5" dirty="0">
                <a:solidFill>
                  <a:srgbClr val="4D4D4D"/>
                </a:solidFill>
                <a:latin typeface="Montserrat"/>
                <a:cs typeface="Montserrat"/>
              </a:rPr>
              <a:t>nisi ut </a:t>
            </a:r>
            <a:r>
              <a:rPr sz="2400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400" spc="-5" dirty="0">
                <a:solidFill>
                  <a:srgbClr val="4D4D4D"/>
                </a:solidFill>
                <a:latin typeface="Montserrat"/>
                <a:cs typeface="Montserrat"/>
              </a:rPr>
              <a:t>aliuip </a:t>
            </a:r>
            <a:r>
              <a:rPr sz="2400" spc="-30" dirty="0">
                <a:solidFill>
                  <a:srgbClr val="4D4D4D"/>
                </a:solidFill>
                <a:latin typeface="Montserrat"/>
                <a:cs typeface="Montserrat"/>
              </a:rPr>
              <a:t>ex</a:t>
            </a:r>
            <a:r>
              <a:rPr sz="2400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400" spc="-30" dirty="0">
                <a:solidFill>
                  <a:srgbClr val="4D4D4D"/>
                </a:solidFill>
                <a:latin typeface="Montserrat"/>
                <a:cs typeface="Montserrat"/>
              </a:rPr>
              <a:t>ea</a:t>
            </a:r>
            <a:r>
              <a:rPr sz="2400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400" spc="-15" dirty="0">
                <a:solidFill>
                  <a:srgbClr val="4D4D4D"/>
                </a:solidFill>
                <a:latin typeface="Montserrat"/>
                <a:cs typeface="Montserrat"/>
              </a:rPr>
              <a:t>commodo</a:t>
            </a:r>
            <a:r>
              <a:rPr sz="2400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400" spc="-10" dirty="0">
                <a:solidFill>
                  <a:srgbClr val="4D4D4D"/>
                </a:solidFill>
                <a:latin typeface="Montserrat"/>
                <a:cs typeface="Montserrat"/>
              </a:rPr>
              <a:t>consequat.</a:t>
            </a:r>
            <a:r>
              <a:rPr sz="2400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400" spc="-10" dirty="0">
                <a:solidFill>
                  <a:srgbClr val="4D4D4D"/>
                </a:solidFill>
                <a:latin typeface="Montserrat"/>
                <a:cs typeface="Montserrat"/>
              </a:rPr>
              <a:t>Duis</a:t>
            </a:r>
            <a:r>
              <a:rPr sz="2400" spc="-5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400" spc="-20" dirty="0">
                <a:solidFill>
                  <a:srgbClr val="4D4D4D"/>
                </a:solidFill>
                <a:latin typeface="Montserrat"/>
                <a:cs typeface="Montserrat"/>
              </a:rPr>
              <a:t>aute</a:t>
            </a:r>
            <a:r>
              <a:rPr sz="2400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400" spc="-15" dirty="0">
                <a:solidFill>
                  <a:srgbClr val="4D4D4D"/>
                </a:solidFill>
                <a:latin typeface="Montserrat"/>
                <a:cs typeface="Montserrat"/>
              </a:rPr>
              <a:t>irure </a:t>
            </a:r>
            <a:r>
              <a:rPr sz="2400" spc="-10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400" spc="-5" dirty="0">
                <a:solidFill>
                  <a:srgbClr val="4D4D4D"/>
                </a:solidFill>
                <a:latin typeface="Montserrat"/>
                <a:cs typeface="Montserrat"/>
              </a:rPr>
              <a:t>dolor</a:t>
            </a:r>
            <a:r>
              <a:rPr sz="2400" spc="-10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400" spc="-5" dirty="0">
                <a:solidFill>
                  <a:srgbClr val="4D4D4D"/>
                </a:solidFill>
                <a:latin typeface="Montserrat"/>
                <a:cs typeface="Montserrat"/>
              </a:rPr>
              <a:t>in</a:t>
            </a:r>
            <a:r>
              <a:rPr sz="2400" spc="-10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400" spc="-15" dirty="0">
                <a:solidFill>
                  <a:srgbClr val="4D4D4D"/>
                </a:solidFill>
                <a:latin typeface="Montserrat"/>
                <a:cs typeface="Montserrat"/>
              </a:rPr>
              <a:t>reprehenderit</a:t>
            </a:r>
            <a:r>
              <a:rPr sz="2400" spc="-10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400" spc="-5" dirty="0">
                <a:solidFill>
                  <a:srgbClr val="4D4D4D"/>
                </a:solidFill>
                <a:latin typeface="Montserrat"/>
                <a:cs typeface="Montserrat"/>
              </a:rPr>
              <a:t>in</a:t>
            </a:r>
            <a:r>
              <a:rPr sz="2400" spc="-10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400" spc="-15" dirty="0">
                <a:solidFill>
                  <a:srgbClr val="4D4D4D"/>
                </a:solidFill>
                <a:latin typeface="Montserrat"/>
                <a:cs typeface="Montserrat"/>
              </a:rPr>
              <a:t>voluptate</a:t>
            </a:r>
            <a:r>
              <a:rPr sz="2400" spc="-5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400" spc="-15" dirty="0">
                <a:solidFill>
                  <a:srgbClr val="4D4D4D"/>
                </a:solidFill>
                <a:latin typeface="Montserrat"/>
                <a:cs typeface="Montserrat"/>
              </a:rPr>
              <a:t>velit</a:t>
            </a:r>
            <a:r>
              <a:rPr sz="2400" spc="-10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400" spc="-5" dirty="0">
                <a:solidFill>
                  <a:srgbClr val="4D4D4D"/>
                </a:solidFill>
                <a:latin typeface="Montserrat"/>
                <a:cs typeface="Montserrat"/>
              </a:rPr>
              <a:t>esse</a:t>
            </a:r>
            <a:r>
              <a:rPr sz="2400" spc="-10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400" spc="-5" dirty="0">
                <a:solidFill>
                  <a:srgbClr val="4D4D4D"/>
                </a:solidFill>
                <a:latin typeface="Montserrat"/>
                <a:cs typeface="Montserrat"/>
              </a:rPr>
              <a:t>cillum </a:t>
            </a:r>
            <a:r>
              <a:rPr sz="2400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400" spc="-15" dirty="0">
                <a:solidFill>
                  <a:srgbClr val="4D4D4D"/>
                </a:solidFill>
                <a:latin typeface="Montserrat"/>
                <a:cs typeface="Montserrat"/>
              </a:rPr>
              <a:t>dolore</a:t>
            </a:r>
            <a:r>
              <a:rPr sz="2400" spc="-10" dirty="0">
                <a:solidFill>
                  <a:srgbClr val="4D4D4D"/>
                </a:solidFill>
                <a:latin typeface="Montserrat"/>
                <a:cs typeface="Montserrat"/>
              </a:rPr>
              <a:t> eu</a:t>
            </a:r>
            <a:r>
              <a:rPr sz="2400" spc="-5" dirty="0">
                <a:solidFill>
                  <a:srgbClr val="4D4D4D"/>
                </a:solidFill>
                <a:latin typeface="Montserrat"/>
                <a:cs typeface="Montserrat"/>
              </a:rPr>
              <a:t> fugiat nulla </a:t>
            </a:r>
            <a:r>
              <a:rPr sz="2400" spc="-15" dirty="0">
                <a:solidFill>
                  <a:srgbClr val="4D4D4D"/>
                </a:solidFill>
                <a:latin typeface="Montserrat"/>
                <a:cs typeface="Montserrat"/>
              </a:rPr>
              <a:t>pariatur.</a:t>
            </a:r>
            <a:endParaRPr sz="2400">
              <a:latin typeface="Montserrat"/>
              <a:cs typeface="Montserrat"/>
            </a:endParaRPr>
          </a:p>
        </p:txBody>
      </p:sp>
      <p:sp>
        <p:nvSpPr>
          <p:cNvPr id="75" name="object 75"/>
          <p:cNvSpPr txBox="1">
            <a:spLocks noGrp="1"/>
          </p:cNvSpPr>
          <p:nvPr>
            <p:ph type="title"/>
          </p:nvPr>
        </p:nvSpPr>
        <p:spPr>
          <a:xfrm>
            <a:off x="2145691" y="1020182"/>
            <a:ext cx="15812717" cy="3972754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8952865" marR="5080">
              <a:lnSpc>
                <a:spcPct val="107000"/>
              </a:lnSpc>
              <a:spcBef>
                <a:spcPts val="100"/>
              </a:spcBef>
            </a:pPr>
            <a:r>
              <a:rPr b="1" spc="-15" dirty="0">
                <a:latin typeface="Montserrat ExtraBold"/>
                <a:cs typeface="Montserrat ExtraBold"/>
              </a:rPr>
              <a:t>LOREM </a:t>
            </a:r>
            <a:r>
              <a:rPr b="1" dirty="0">
                <a:latin typeface="Montserrat ExtraBold"/>
                <a:cs typeface="Montserrat ExtraBold"/>
              </a:rPr>
              <a:t>IPSUM</a:t>
            </a:r>
            <a:r>
              <a:rPr lang="pt-BR" b="1" dirty="0">
                <a:latin typeface="Montserrat ExtraBold"/>
                <a:cs typeface="Montserrat ExtraBold"/>
              </a:rPr>
              <a:t> </a:t>
            </a:r>
            <a:r>
              <a:rPr b="1" spc="5" dirty="0">
                <a:latin typeface="Montserrat ExtraBold"/>
                <a:cs typeface="Montserrat ExtraBold"/>
              </a:rPr>
              <a:t> </a:t>
            </a:r>
            <a:r>
              <a:rPr spc="-20" dirty="0"/>
              <a:t>DOLOR</a:t>
            </a:r>
            <a:r>
              <a:rPr spc="-35" dirty="0"/>
              <a:t> </a:t>
            </a:r>
            <a:r>
              <a:t>SIT</a:t>
            </a:r>
            <a:r>
              <a:rPr lang="pt-BR" spc="-35"/>
              <a:t> </a:t>
            </a:r>
            <a:r>
              <a:rPr lang="pt-BR" spc="-40"/>
              <a:t>AMET</a:t>
            </a:r>
            <a:r>
              <a:rPr spc="-40"/>
              <a:t>,</a:t>
            </a:r>
            <a:r>
              <a:rPr lang="pt-BR" spc="-40"/>
              <a:t> </a:t>
            </a:r>
            <a:r>
              <a:rPr spc="-1555" dirty="0"/>
              <a:t> </a:t>
            </a:r>
            <a:r>
              <a:rPr spc="-25" dirty="0"/>
              <a:t>CONSECTETUR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575594" y="0"/>
            <a:ext cx="9528810" cy="11151870"/>
          </a:xfrm>
          <a:custGeom>
            <a:avLst/>
            <a:gdLst/>
            <a:ahLst/>
            <a:cxnLst/>
            <a:rect l="l" t="t" r="r" b="b"/>
            <a:pathLst>
              <a:path w="9528810" h="11151870">
                <a:moveTo>
                  <a:pt x="0" y="11151492"/>
                </a:moveTo>
                <a:lnTo>
                  <a:pt x="9528505" y="11151492"/>
                </a:lnTo>
                <a:lnTo>
                  <a:pt x="9528505" y="0"/>
                </a:lnTo>
                <a:lnTo>
                  <a:pt x="0" y="0"/>
                </a:lnTo>
                <a:lnTo>
                  <a:pt x="0" y="11151492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3036570" cy="11151870"/>
          </a:xfrm>
          <a:custGeom>
            <a:avLst/>
            <a:gdLst/>
            <a:ahLst/>
            <a:cxnLst/>
            <a:rect l="l" t="t" r="r" b="b"/>
            <a:pathLst>
              <a:path w="3036570" h="11151870">
                <a:moveTo>
                  <a:pt x="0" y="11151492"/>
                </a:moveTo>
                <a:lnTo>
                  <a:pt x="3036556" y="11151492"/>
                </a:lnTo>
                <a:lnTo>
                  <a:pt x="3036556" y="0"/>
                </a:lnTo>
                <a:lnTo>
                  <a:pt x="0" y="0"/>
                </a:lnTo>
                <a:lnTo>
                  <a:pt x="0" y="11151492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036556" y="0"/>
            <a:ext cx="7539355" cy="11151870"/>
          </a:xfrm>
          <a:custGeom>
            <a:avLst/>
            <a:gdLst/>
            <a:ahLst/>
            <a:cxnLst/>
            <a:rect l="l" t="t" r="r" b="b"/>
            <a:pathLst>
              <a:path w="7539355" h="11151870">
                <a:moveTo>
                  <a:pt x="0" y="11151492"/>
                </a:moveTo>
                <a:lnTo>
                  <a:pt x="7539037" y="11151492"/>
                </a:lnTo>
                <a:lnTo>
                  <a:pt x="7539037" y="0"/>
                </a:lnTo>
                <a:lnTo>
                  <a:pt x="0" y="0"/>
                </a:lnTo>
                <a:lnTo>
                  <a:pt x="0" y="11151492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15363992" y="9319087"/>
            <a:ext cx="3693160" cy="942975"/>
            <a:chOff x="15363992" y="9319087"/>
            <a:chExt cx="3693160" cy="942975"/>
          </a:xfrm>
        </p:grpSpPr>
        <p:sp>
          <p:nvSpPr>
            <p:cNvPr id="6" name="object 6"/>
            <p:cNvSpPr/>
            <p:nvPr/>
          </p:nvSpPr>
          <p:spPr>
            <a:xfrm>
              <a:off x="15364065" y="9319087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5363990" y="9439611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4">
                  <a:moveTo>
                    <a:pt x="198361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61" y="685812"/>
                  </a:lnTo>
                  <a:lnTo>
                    <a:pt x="198361" y="660984"/>
                  </a:lnTo>
                  <a:close/>
                </a:path>
                <a:path w="3693159" h="700404">
                  <a:moveTo>
                    <a:pt x="198361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61" y="527050"/>
                  </a:lnTo>
                  <a:lnTo>
                    <a:pt x="198361" y="502246"/>
                  </a:lnTo>
                  <a:close/>
                </a:path>
                <a:path w="3693159" h="700404">
                  <a:moveTo>
                    <a:pt x="198361" y="337553"/>
                  </a:moveTo>
                  <a:lnTo>
                    <a:pt x="0" y="337553"/>
                  </a:lnTo>
                  <a:lnTo>
                    <a:pt x="0" y="362356"/>
                  </a:lnTo>
                  <a:lnTo>
                    <a:pt x="198361" y="362356"/>
                  </a:lnTo>
                  <a:lnTo>
                    <a:pt x="198361" y="337553"/>
                  </a:lnTo>
                  <a:close/>
                </a:path>
                <a:path w="3693159" h="700404">
                  <a:moveTo>
                    <a:pt x="198361" y="175056"/>
                  </a:moveTo>
                  <a:lnTo>
                    <a:pt x="0" y="175056"/>
                  </a:lnTo>
                  <a:lnTo>
                    <a:pt x="0" y="199898"/>
                  </a:lnTo>
                  <a:lnTo>
                    <a:pt x="198361" y="199898"/>
                  </a:lnTo>
                  <a:lnTo>
                    <a:pt x="198361" y="175056"/>
                  </a:lnTo>
                  <a:close/>
                </a:path>
                <a:path w="3693159" h="700404">
                  <a:moveTo>
                    <a:pt x="198361" y="16802"/>
                  </a:moveTo>
                  <a:lnTo>
                    <a:pt x="0" y="16802"/>
                  </a:lnTo>
                  <a:lnTo>
                    <a:pt x="0" y="41592"/>
                  </a:lnTo>
                  <a:lnTo>
                    <a:pt x="198361" y="41592"/>
                  </a:lnTo>
                  <a:lnTo>
                    <a:pt x="198361" y="16802"/>
                  </a:lnTo>
                  <a:close/>
                </a:path>
                <a:path w="3693159" h="700404">
                  <a:moveTo>
                    <a:pt x="908519" y="161366"/>
                  </a:moveTo>
                  <a:lnTo>
                    <a:pt x="905611" y="119291"/>
                  </a:lnTo>
                  <a:lnTo>
                    <a:pt x="870216" y="56515"/>
                  </a:lnTo>
                  <a:lnTo>
                    <a:pt x="804722" y="18783"/>
                  </a:lnTo>
                  <a:lnTo>
                    <a:pt x="764209" y="8001"/>
                  </a:lnTo>
                  <a:lnTo>
                    <a:pt x="720382" y="1917"/>
                  </a:lnTo>
                  <a:lnTo>
                    <a:pt x="674649" y="0"/>
                  </a:lnTo>
                  <a:lnTo>
                    <a:pt x="627646" y="1714"/>
                  </a:lnTo>
                  <a:lnTo>
                    <a:pt x="580986" y="7264"/>
                  </a:lnTo>
                  <a:lnTo>
                    <a:pt x="535609" y="17233"/>
                  </a:lnTo>
                  <a:lnTo>
                    <a:pt x="492480" y="32219"/>
                  </a:lnTo>
                  <a:lnTo>
                    <a:pt x="452551" y="52793"/>
                  </a:lnTo>
                  <a:lnTo>
                    <a:pt x="416788" y="79565"/>
                  </a:lnTo>
                  <a:lnTo>
                    <a:pt x="386118" y="113106"/>
                  </a:lnTo>
                  <a:lnTo>
                    <a:pt x="361518" y="154025"/>
                  </a:lnTo>
                  <a:lnTo>
                    <a:pt x="343928" y="202895"/>
                  </a:lnTo>
                  <a:lnTo>
                    <a:pt x="339191" y="254914"/>
                  </a:lnTo>
                  <a:lnTo>
                    <a:pt x="348361" y="300837"/>
                  </a:lnTo>
                  <a:lnTo>
                    <a:pt x="371944" y="338747"/>
                  </a:lnTo>
                  <a:lnTo>
                    <a:pt x="410489" y="366712"/>
                  </a:lnTo>
                  <a:lnTo>
                    <a:pt x="460273" y="387235"/>
                  </a:lnTo>
                  <a:lnTo>
                    <a:pt x="508939" y="402196"/>
                  </a:lnTo>
                  <a:lnTo>
                    <a:pt x="594931" y="424522"/>
                  </a:lnTo>
                  <a:lnTo>
                    <a:pt x="628256" y="436435"/>
                  </a:lnTo>
                  <a:lnTo>
                    <a:pt x="652449" y="451904"/>
                  </a:lnTo>
                  <a:lnTo>
                    <a:pt x="665530" y="473189"/>
                  </a:lnTo>
                  <a:lnTo>
                    <a:pt x="665492" y="502577"/>
                  </a:lnTo>
                  <a:lnTo>
                    <a:pt x="650049" y="531901"/>
                  </a:lnTo>
                  <a:lnTo>
                    <a:pt x="622071" y="552831"/>
                  </a:lnTo>
                  <a:lnTo>
                    <a:pt x="587794" y="565391"/>
                  </a:lnTo>
                  <a:lnTo>
                    <a:pt x="553504" y="569569"/>
                  </a:lnTo>
                  <a:lnTo>
                    <a:pt x="508876" y="563206"/>
                  </a:lnTo>
                  <a:lnTo>
                    <a:pt x="477100" y="544449"/>
                  </a:lnTo>
                  <a:lnTo>
                    <a:pt x="460578" y="513829"/>
                  </a:lnTo>
                  <a:lnTo>
                    <a:pt x="461683" y="471868"/>
                  </a:lnTo>
                  <a:lnTo>
                    <a:pt x="275539" y="471868"/>
                  </a:lnTo>
                  <a:lnTo>
                    <a:pt x="269430" y="527735"/>
                  </a:lnTo>
                  <a:lnTo>
                    <a:pt x="274370" y="574230"/>
                  </a:lnTo>
                  <a:lnTo>
                    <a:pt x="289217" y="612101"/>
                  </a:lnTo>
                  <a:lnTo>
                    <a:pt x="312877" y="642086"/>
                  </a:lnTo>
                  <a:lnTo>
                    <a:pt x="344208" y="664946"/>
                  </a:lnTo>
                  <a:lnTo>
                    <a:pt x="382117" y="681431"/>
                  </a:lnTo>
                  <a:lnTo>
                    <a:pt x="425475" y="692277"/>
                  </a:lnTo>
                  <a:lnTo>
                    <a:pt x="473151" y="698233"/>
                  </a:lnTo>
                  <a:lnTo>
                    <a:pt x="524052" y="700049"/>
                  </a:lnTo>
                  <a:lnTo>
                    <a:pt x="575627" y="697547"/>
                  </a:lnTo>
                  <a:lnTo>
                    <a:pt x="626084" y="690016"/>
                  </a:lnTo>
                  <a:lnTo>
                    <a:pt x="674420" y="677392"/>
                  </a:lnTo>
                  <a:lnTo>
                    <a:pt x="719607" y="659612"/>
                  </a:lnTo>
                  <a:lnTo>
                    <a:pt x="760666" y="636625"/>
                  </a:lnTo>
                  <a:lnTo>
                    <a:pt x="796582" y="608368"/>
                  </a:lnTo>
                  <a:lnTo>
                    <a:pt x="826350" y="574789"/>
                  </a:lnTo>
                  <a:lnTo>
                    <a:pt x="829373" y="569569"/>
                  </a:lnTo>
                  <a:lnTo>
                    <a:pt x="848956" y="535825"/>
                  </a:lnTo>
                  <a:lnTo>
                    <a:pt x="863409" y="491413"/>
                  </a:lnTo>
                  <a:lnTo>
                    <a:pt x="869175" y="436968"/>
                  </a:lnTo>
                  <a:lnTo>
                    <a:pt x="862253" y="393585"/>
                  </a:lnTo>
                  <a:lnTo>
                    <a:pt x="844715" y="359727"/>
                  </a:lnTo>
                  <a:lnTo>
                    <a:pt x="786180" y="314401"/>
                  </a:lnTo>
                  <a:lnTo>
                    <a:pt x="749388" y="299821"/>
                  </a:lnTo>
                  <a:lnTo>
                    <a:pt x="710361" y="288569"/>
                  </a:lnTo>
                  <a:lnTo>
                    <a:pt x="634009" y="269887"/>
                  </a:lnTo>
                  <a:lnTo>
                    <a:pt x="598487" y="259118"/>
                  </a:lnTo>
                  <a:lnTo>
                    <a:pt x="566508" y="244424"/>
                  </a:lnTo>
                  <a:lnTo>
                    <a:pt x="545198" y="222923"/>
                  </a:lnTo>
                  <a:lnTo>
                    <a:pt x="541705" y="191719"/>
                  </a:lnTo>
                  <a:lnTo>
                    <a:pt x="553237" y="167982"/>
                  </a:lnTo>
                  <a:lnTo>
                    <a:pt x="574865" y="148437"/>
                  </a:lnTo>
                  <a:lnTo>
                    <a:pt x="603186" y="135178"/>
                  </a:lnTo>
                  <a:lnTo>
                    <a:pt x="634784" y="130302"/>
                  </a:lnTo>
                  <a:lnTo>
                    <a:pt x="656831" y="131686"/>
                  </a:lnTo>
                  <a:lnTo>
                    <a:pt x="701929" y="151726"/>
                  </a:lnTo>
                  <a:lnTo>
                    <a:pt x="716394" y="192938"/>
                  </a:lnTo>
                  <a:lnTo>
                    <a:pt x="713587" y="211264"/>
                  </a:lnTo>
                  <a:lnTo>
                    <a:pt x="899706" y="211264"/>
                  </a:lnTo>
                  <a:lnTo>
                    <a:pt x="908519" y="161366"/>
                  </a:lnTo>
                  <a:close/>
                </a:path>
                <a:path w="3693159" h="700404">
                  <a:moveTo>
                    <a:pt x="1580972" y="13944"/>
                  </a:moveTo>
                  <a:lnTo>
                    <a:pt x="1069111" y="13944"/>
                  </a:lnTo>
                  <a:lnTo>
                    <a:pt x="926261" y="685939"/>
                  </a:lnTo>
                  <a:lnTo>
                    <a:pt x="1438135" y="685939"/>
                  </a:lnTo>
                  <a:lnTo>
                    <a:pt x="1465897" y="555612"/>
                  </a:lnTo>
                  <a:lnTo>
                    <a:pt x="1140142" y="555612"/>
                  </a:lnTo>
                  <a:lnTo>
                    <a:pt x="1170393" y="413207"/>
                  </a:lnTo>
                  <a:lnTo>
                    <a:pt x="1470075" y="413207"/>
                  </a:lnTo>
                  <a:lnTo>
                    <a:pt x="1497685" y="282968"/>
                  </a:lnTo>
                  <a:lnTo>
                    <a:pt x="1198003" y="282968"/>
                  </a:lnTo>
                  <a:lnTo>
                    <a:pt x="1227467" y="144246"/>
                  </a:lnTo>
                  <a:lnTo>
                    <a:pt x="1553222" y="144246"/>
                  </a:lnTo>
                  <a:lnTo>
                    <a:pt x="1580972" y="13944"/>
                  </a:lnTo>
                  <a:close/>
                </a:path>
                <a:path w="3693159" h="700404">
                  <a:moveTo>
                    <a:pt x="2341346" y="13944"/>
                  </a:moveTo>
                  <a:lnTo>
                    <a:pt x="2173833" y="13944"/>
                  </a:lnTo>
                  <a:lnTo>
                    <a:pt x="2067737" y="512787"/>
                  </a:lnTo>
                  <a:lnTo>
                    <a:pt x="2065566" y="514692"/>
                  </a:lnTo>
                  <a:lnTo>
                    <a:pt x="1984082" y="171284"/>
                  </a:lnTo>
                  <a:lnTo>
                    <a:pt x="1946757" y="13944"/>
                  </a:lnTo>
                  <a:lnTo>
                    <a:pt x="1686140" y="13944"/>
                  </a:lnTo>
                  <a:lnTo>
                    <a:pt x="1543291" y="685939"/>
                  </a:lnTo>
                  <a:lnTo>
                    <a:pt x="1710829" y="685939"/>
                  </a:lnTo>
                  <a:lnTo>
                    <a:pt x="1820189" y="171284"/>
                  </a:lnTo>
                  <a:lnTo>
                    <a:pt x="1822043" y="171284"/>
                  </a:lnTo>
                  <a:lnTo>
                    <a:pt x="1940687" y="685939"/>
                  </a:lnTo>
                  <a:lnTo>
                    <a:pt x="2198509" y="685939"/>
                  </a:lnTo>
                  <a:lnTo>
                    <a:pt x="2234908" y="514692"/>
                  </a:lnTo>
                  <a:lnTo>
                    <a:pt x="2341346" y="13944"/>
                  </a:lnTo>
                  <a:close/>
                </a:path>
                <a:path w="3693159" h="700404">
                  <a:moveTo>
                    <a:pt x="3024962" y="685939"/>
                  </a:moveTo>
                  <a:lnTo>
                    <a:pt x="3001060" y="554697"/>
                  </a:lnTo>
                  <a:lnTo>
                    <a:pt x="2977337" y="424408"/>
                  </a:lnTo>
                  <a:lnTo>
                    <a:pt x="2926486" y="145161"/>
                  </a:lnTo>
                  <a:lnTo>
                    <a:pt x="2902585" y="13944"/>
                  </a:lnTo>
                  <a:lnTo>
                    <a:pt x="2779890" y="13944"/>
                  </a:lnTo>
                  <a:lnTo>
                    <a:pt x="2779890" y="424408"/>
                  </a:lnTo>
                  <a:lnTo>
                    <a:pt x="2600261" y="424408"/>
                  </a:lnTo>
                  <a:lnTo>
                    <a:pt x="2750870" y="145161"/>
                  </a:lnTo>
                  <a:lnTo>
                    <a:pt x="2753652" y="145161"/>
                  </a:lnTo>
                  <a:lnTo>
                    <a:pt x="2779890" y="424408"/>
                  </a:lnTo>
                  <a:lnTo>
                    <a:pt x="2779890" y="13944"/>
                  </a:lnTo>
                  <a:lnTo>
                    <a:pt x="2675483" y="13944"/>
                  </a:lnTo>
                  <a:lnTo>
                    <a:pt x="2267356" y="685939"/>
                  </a:lnTo>
                  <a:lnTo>
                    <a:pt x="2453525" y="685939"/>
                  </a:lnTo>
                  <a:lnTo>
                    <a:pt x="2525179" y="554697"/>
                  </a:lnTo>
                  <a:lnTo>
                    <a:pt x="2797886" y="554697"/>
                  </a:lnTo>
                  <a:lnTo>
                    <a:pt x="2814637" y="685939"/>
                  </a:lnTo>
                  <a:lnTo>
                    <a:pt x="3024962" y="685939"/>
                  </a:lnTo>
                  <a:close/>
                </a:path>
                <a:path w="3693159" h="700404">
                  <a:moveTo>
                    <a:pt x="3424682" y="13944"/>
                  </a:moveTo>
                  <a:lnTo>
                    <a:pt x="3238563" y="13944"/>
                  </a:lnTo>
                  <a:lnTo>
                    <a:pt x="3095675" y="685939"/>
                  </a:lnTo>
                  <a:lnTo>
                    <a:pt x="3281832" y="685939"/>
                  </a:lnTo>
                  <a:lnTo>
                    <a:pt x="3424682" y="13944"/>
                  </a:lnTo>
                  <a:close/>
                </a:path>
                <a:path w="3693159" h="700404">
                  <a:moveTo>
                    <a:pt x="3692931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31" y="685812"/>
                  </a:lnTo>
                  <a:lnTo>
                    <a:pt x="3692931" y="660984"/>
                  </a:lnTo>
                  <a:close/>
                </a:path>
                <a:path w="3693159" h="700404">
                  <a:moveTo>
                    <a:pt x="3692931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31" y="527050"/>
                  </a:lnTo>
                  <a:lnTo>
                    <a:pt x="3692931" y="502246"/>
                  </a:lnTo>
                  <a:close/>
                </a:path>
                <a:path w="3693159" h="700404">
                  <a:moveTo>
                    <a:pt x="3692931" y="337553"/>
                  </a:moveTo>
                  <a:lnTo>
                    <a:pt x="3494570" y="337553"/>
                  </a:lnTo>
                  <a:lnTo>
                    <a:pt x="3494570" y="362356"/>
                  </a:lnTo>
                  <a:lnTo>
                    <a:pt x="3692931" y="362356"/>
                  </a:lnTo>
                  <a:lnTo>
                    <a:pt x="3692931" y="337553"/>
                  </a:lnTo>
                  <a:close/>
                </a:path>
                <a:path w="3693159" h="700404">
                  <a:moveTo>
                    <a:pt x="3692931" y="175056"/>
                  </a:moveTo>
                  <a:lnTo>
                    <a:pt x="3494570" y="175056"/>
                  </a:lnTo>
                  <a:lnTo>
                    <a:pt x="3494570" y="199898"/>
                  </a:lnTo>
                  <a:lnTo>
                    <a:pt x="3692931" y="199898"/>
                  </a:lnTo>
                  <a:lnTo>
                    <a:pt x="3692931" y="175056"/>
                  </a:lnTo>
                  <a:close/>
                </a:path>
                <a:path w="3693159" h="700404">
                  <a:moveTo>
                    <a:pt x="3692931" y="16802"/>
                  </a:moveTo>
                  <a:lnTo>
                    <a:pt x="3494570" y="16802"/>
                  </a:lnTo>
                  <a:lnTo>
                    <a:pt x="3494570" y="41592"/>
                  </a:lnTo>
                  <a:lnTo>
                    <a:pt x="3692931" y="41592"/>
                  </a:lnTo>
                  <a:lnTo>
                    <a:pt x="3692931" y="1680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" name="object 9"/>
          <p:cNvGrpSpPr/>
          <p:nvPr/>
        </p:nvGrpSpPr>
        <p:grpSpPr>
          <a:xfrm>
            <a:off x="261772" y="7078318"/>
            <a:ext cx="7068184" cy="3968750"/>
            <a:chOff x="261772" y="7078318"/>
            <a:chExt cx="7068184" cy="3968750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1772" y="7078318"/>
              <a:ext cx="7067847" cy="3968465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047088" y="7867760"/>
              <a:ext cx="5497830" cy="2393950"/>
            </a:xfrm>
            <a:custGeom>
              <a:avLst/>
              <a:gdLst/>
              <a:ahLst/>
              <a:cxnLst/>
              <a:rect l="l" t="t" r="r" b="b"/>
              <a:pathLst>
                <a:path w="5497830" h="2393950">
                  <a:moveTo>
                    <a:pt x="5497214" y="0"/>
                  </a:moveTo>
                  <a:lnTo>
                    <a:pt x="0" y="0"/>
                  </a:lnTo>
                  <a:lnTo>
                    <a:pt x="0" y="2393707"/>
                  </a:lnTo>
                  <a:lnTo>
                    <a:pt x="5497214" y="2393707"/>
                  </a:lnTo>
                  <a:lnTo>
                    <a:pt x="549721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524516" y="8505253"/>
            <a:ext cx="807720" cy="955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100" b="0" spc="-10" dirty="0">
                <a:solidFill>
                  <a:srgbClr val="C1272C"/>
                </a:solidFill>
                <a:latin typeface="Montserrat Light"/>
                <a:cs typeface="Montserrat Light"/>
              </a:rPr>
              <a:t>01</a:t>
            </a:r>
            <a:endParaRPr sz="6100">
              <a:latin typeface="Montserrat Light"/>
              <a:cs typeface="Montserrat Light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35594" y="104915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3"/>
                </a:lnTo>
                <a:lnTo>
                  <a:pt x="7665" y="44684"/>
                </a:lnTo>
                <a:lnTo>
                  <a:pt x="15986" y="50296"/>
                </a:lnTo>
                <a:lnTo>
                  <a:pt x="26177" y="52354"/>
                </a:lnTo>
                <a:lnTo>
                  <a:pt x="36367" y="50296"/>
                </a:lnTo>
                <a:lnTo>
                  <a:pt x="44688" y="44684"/>
                </a:lnTo>
                <a:lnTo>
                  <a:pt x="50297" y="36363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97367" y="104915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3"/>
                </a:lnTo>
                <a:lnTo>
                  <a:pt x="7665" y="44684"/>
                </a:lnTo>
                <a:lnTo>
                  <a:pt x="15986" y="50296"/>
                </a:lnTo>
                <a:lnTo>
                  <a:pt x="26177" y="52354"/>
                </a:lnTo>
                <a:lnTo>
                  <a:pt x="36367" y="50296"/>
                </a:lnTo>
                <a:lnTo>
                  <a:pt x="44688" y="44684"/>
                </a:lnTo>
                <a:lnTo>
                  <a:pt x="50297" y="36363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59139" y="104915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3"/>
                </a:lnTo>
                <a:lnTo>
                  <a:pt x="7665" y="44684"/>
                </a:lnTo>
                <a:lnTo>
                  <a:pt x="15986" y="50296"/>
                </a:lnTo>
                <a:lnTo>
                  <a:pt x="26177" y="52354"/>
                </a:lnTo>
                <a:lnTo>
                  <a:pt x="36367" y="50296"/>
                </a:lnTo>
                <a:lnTo>
                  <a:pt x="44688" y="44684"/>
                </a:lnTo>
                <a:lnTo>
                  <a:pt x="50297" y="36363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35594" y="131092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3"/>
                </a:lnTo>
                <a:lnTo>
                  <a:pt x="7665" y="44684"/>
                </a:lnTo>
                <a:lnTo>
                  <a:pt x="15986" y="50296"/>
                </a:lnTo>
                <a:lnTo>
                  <a:pt x="26177" y="52354"/>
                </a:lnTo>
                <a:lnTo>
                  <a:pt x="36367" y="50296"/>
                </a:lnTo>
                <a:lnTo>
                  <a:pt x="44688" y="44684"/>
                </a:lnTo>
                <a:lnTo>
                  <a:pt x="50297" y="36363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97367" y="131092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3"/>
                </a:lnTo>
                <a:lnTo>
                  <a:pt x="7665" y="44684"/>
                </a:lnTo>
                <a:lnTo>
                  <a:pt x="15986" y="50296"/>
                </a:lnTo>
                <a:lnTo>
                  <a:pt x="26177" y="52354"/>
                </a:lnTo>
                <a:lnTo>
                  <a:pt x="36367" y="50296"/>
                </a:lnTo>
                <a:lnTo>
                  <a:pt x="44688" y="44684"/>
                </a:lnTo>
                <a:lnTo>
                  <a:pt x="50297" y="36363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759139" y="131092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3"/>
                </a:lnTo>
                <a:lnTo>
                  <a:pt x="7665" y="44684"/>
                </a:lnTo>
                <a:lnTo>
                  <a:pt x="15986" y="50296"/>
                </a:lnTo>
                <a:lnTo>
                  <a:pt x="26177" y="52354"/>
                </a:lnTo>
                <a:lnTo>
                  <a:pt x="36367" y="50296"/>
                </a:lnTo>
                <a:lnTo>
                  <a:pt x="44688" y="44684"/>
                </a:lnTo>
                <a:lnTo>
                  <a:pt x="50297" y="36363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35594" y="157269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3"/>
                </a:lnTo>
                <a:lnTo>
                  <a:pt x="7665" y="44684"/>
                </a:lnTo>
                <a:lnTo>
                  <a:pt x="15986" y="50296"/>
                </a:lnTo>
                <a:lnTo>
                  <a:pt x="26177" y="52354"/>
                </a:lnTo>
                <a:lnTo>
                  <a:pt x="36367" y="50296"/>
                </a:lnTo>
                <a:lnTo>
                  <a:pt x="44688" y="44684"/>
                </a:lnTo>
                <a:lnTo>
                  <a:pt x="50297" y="36363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97367" y="157269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3"/>
                </a:lnTo>
                <a:lnTo>
                  <a:pt x="7665" y="44684"/>
                </a:lnTo>
                <a:lnTo>
                  <a:pt x="15986" y="50296"/>
                </a:lnTo>
                <a:lnTo>
                  <a:pt x="26177" y="52354"/>
                </a:lnTo>
                <a:lnTo>
                  <a:pt x="36367" y="50296"/>
                </a:lnTo>
                <a:lnTo>
                  <a:pt x="44688" y="44684"/>
                </a:lnTo>
                <a:lnTo>
                  <a:pt x="50297" y="36363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759139" y="157269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3"/>
                </a:lnTo>
                <a:lnTo>
                  <a:pt x="7665" y="44684"/>
                </a:lnTo>
                <a:lnTo>
                  <a:pt x="15986" y="50296"/>
                </a:lnTo>
                <a:lnTo>
                  <a:pt x="26177" y="52354"/>
                </a:lnTo>
                <a:lnTo>
                  <a:pt x="36367" y="50296"/>
                </a:lnTo>
                <a:lnTo>
                  <a:pt x="44688" y="44684"/>
                </a:lnTo>
                <a:lnTo>
                  <a:pt x="50297" y="36363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35594" y="183447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3"/>
                </a:lnTo>
                <a:lnTo>
                  <a:pt x="7665" y="44684"/>
                </a:lnTo>
                <a:lnTo>
                  <a:pt x="15986" y="50296"/>
                </a:lnTo>
                <a:lnTo>
                  <a:pt x="26177" y="52354"/>
                </a:lnTo>
                <a:lnTo>
                  <a:pt x="36367" y="50296"/>
                </a:lnTo>
                <a:lnTo>
                  <a:pt x="44688" y="44684"/>
                </a:lnTo>
                <a:lnTo>
                  <a:pt x="50297" y="36363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497367" y="183447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3"/>
                </a:lnTo>
                <a:lnTo>
                  <a:pt x="7665" y="44684"/>
                </a:lnTo>
                <a:lnTo>
                  <a:pt x="15986" y="50296"/>
                </a:lnTo>
                <a:lnTo>
                  <a:pt x="26177" y="52354"/>
                </a:lnTo>
                <a:lnTo>
                  <a:pt x="36367" y="50296"/>
                </a:lnTo>
                <a:lnTo>
                  <a:pt x="44688" y="44684"/>
                </a:lnTo>
                <a:lnTo>
                  <a:pt x="50297" y="36363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759139" y="183447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3"/>
                </a:lnTo>
                <a:lnTo>
                  <a:pt x="7665" y="44684"/>
                </a:lnTo>
                <a:lnTo>
                  <a:pt x="15986" y="50296"/>
                </a:lnTo>
                <a:lnTo>
                  <a:pt x="26177" y="52354"/>
                </a:lnTo>
                <a:lnTo>
                  <a:pt x="36367" y="50296"/>
                </a:lnTo>
                <a:lnTo>
                  <a:pt x="44688" y="44684"/>
                </a:lnTo>
                <a:lnTo>
                  <a:pt x="50297" y="36363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35594" y="209624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3"/>
                </a:lnTo>
                <a:lnTo>
                  <a:pt x="7665" y="44684"/>
                </a:lnTo>
                <a:lnTo>
                  <a:pt x="15986" y="50296"/>
                </a:lnTo>
                <a:lnTo>
                  <a:pt x="26177" y="52354"/>
                </a:lnTo>
                <a:lnTo>
                  <a:pt x="36367" y="50296"/>
                </a:lnTo>
                <a:lnTo>
                  <a:pt x="44688" y="44684"/>
                </a:lnTo>
                <a:lnTo>
                  <a:pt x="50297" y="36363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497367" y="209624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3"/>
                </a:lnTo>
                <a:lnTo>
                  <a:pt x="7665" y="44684"/>
                </a:lnTo>
                <a:lnTo>
                  <a:pt x="15986" y="50296"/>
                </a:lnTo>
                <a:lnTo>
                  <a:pt x="26177" y="52354"/>
                </a:lnTo>
                <a:lnTo>
                  <a:pt x="36367" y="50296"/>
                </a:lnTo>
                <a:lnTo>
                  <a:pt x="44688" y="44684"/>
                </a:lnTo>
                <a:lnTo>
                  <a:pt x="50297" y="36363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759139" y="209624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3"/>
                </a:lnTo>
                <a:lnTo>
                  <a:pt x="7665" y="44684"/>
                </a:lnTo>
                <a:lnTo>
                  <a:pt x="15986" y="50296"/>
                </a:lnTo>
                <a:lnTo>
                  <a:pt x="26177" y="52354"/>
                </a:lnTo>
                <a:lnTo>
                  <a:pt x="36367" y="50296"/>
                </a:lnTo>
                <a:lnTo>
                  <a:pt x="44688" y="44684"/>
                </a:lnTo>
                <a:lnTo>
                  <a:pt x="50297" y="36363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235594" y="235801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3"/>
                </a:lnTo>
                <a:lnTo>
                  <a:pt x="7665" y="44684"/>
                </a:lnTo>
                <a:lnTo>
                  <a:pt x="15986" y="50296"/>
                </a:lnTo>
                <a:lnTo>
                  <a:pt x="26177" y="52354"/>
                </a:lnTo>
                <a:lnTo>
                  <a:pt x="36367" y="50296"/>
                </a:lnTo>
                <a:lnTo>
                  <a:pt x="44688" y="44684"/>
                </a:lnTo>
                <a:lnTo>
                  <a:pt x="50297" y="36363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497367" y="235801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3"/>
                </a:lnTo>
                <a:lnTo>
                  <a:pt x="7665" y="44684"/>
                </a:lnTo>
                <a:lnTo>
                  <a:pt x="15986" y="50296"/>
                </a:lnTo>
                <a:lnTo>
                  <a:pt x="26177" y="52354"/>
                </a:lnTo>
                <a:lnTo>
                  <a:pt x="36367" y="50296"/>
                </a:lnTo>
                <a:lnTo>
                  <a:pt x="44688" y="44684"/>
                </a:lnTo>
                <a:lnTo>
                  <a:pt x="50297" y="36363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759139" y="235801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3"/>
                </a:lnTo>
                <a:lnTo>
                  <a:pt x="7665" y="44684"/>
                </a:lnTo>
                <a:lnTo>
                  <a:pt x="15986" y="50296"/>
                </a:lnTo>
                <a:lnTo>
                  <a:pt x="26177" y="52354"/>
                </a:lnTo>
                <a:lnTo>
                  <a:pt x="36367" y="50296"/>
                </a:lnTo>
                <a:lnTo>
                  <a:pt x="44688" y="44684"/>
                </a:lnTo>
                <a:lnTo>
                  <a:pt x="50297" y="36363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235594" y="261978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3"/>
                </a:lnTo>
                <a:lnTo>
                  <a:pt x="7665" y="44684"/>
                </a:lnTo>
                <a:lnTo>
                  <a:pt x="15986" y="50296"/>
                </a:lnTo>
                <a:lnTo>
                  <a:pt x="26177" y="52354"/>
                </a:lnTo>
                <a:lnTo>
                  <a:pt x="36367" y="50296"/>
                </a:lnTo>
                <a:lnTo>
                  <a:pt x="44688" y="44684"/>
                </a:lnTo>
                <a:lnTo>
                  <a:pt x="50297" y="36363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497367" y="261978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3"/>
                </a:lnTo>
                <a:lnTo>
                  <a:pt x="7665" y="44684"/>
                </a:lnTo>
                <a:lnTo>
                  <a:pt x="15986" y="50296"/>
                </a:lnTo>
                <a:lnTo>
                  <a:pt x="26177" y="52354"/>
                </a:lnTo>
                <a:lnTo>
                  <a:pt x="36367" y="50296"/>
                </a:lnTo>
                <a:lnTo>
                  <a:pt x="44688" y="44684"/>
                </a:lnTo>
                <a:lnTo>
                  <a:pt x="50297" y="36363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759139" y="261978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3"/>
                </a:lnTo>
                <a:lnTo>
                  <a:pt x="7665" y="44684"/>
                </a:lnTo>
                <a:lnTo>
                  <a:pt x="15986" y="50296"/>
                </a:lnTo>
                <a:lnTo>
                  <a:pt x="26177" y="52354"/>
                </a:lnTo>
                <a:lnTo>
                  <a:pt x="36367" y="50296"/>
                </a:lnTo>
                <a:lnTo>
                  <a:pt x="44688" y="44684"/>
                </a:lnTo>
                <a:lnTo>
                  <a:pt x="50297" y="36363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235594" y="2881559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3"/>
                </a:lnTo>
                <a:lnTo>
                  <a:pt x="7665" y="44684"/>
                </a:lnTo>
                <a:lnTo>
                  <a:pt x="15986" y="50296"/>
                </a:lnTo>
                <a:lnTo>
                  <a:pt x="26177" y="52354"/>
                </a:lnTo>
                <a:lnTo>
                  <a:pt x="36367" y="50296"/>
                </a:lnTo>
                <a:lnTo>
                  <a:pt x="44688" y="44684"/>
                </a:lnTo>
                <a:lnTo>
                  <a:pt x="50297" y="36363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497367" y="2881559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3"/>
                </a:lnTo>
                <a:lnTo>
                  <a:pt x="7665" y="44684"/>
                </a:lnTo>
                <a:lnTo>
                  <a:pt x="15986" y="50296"/>
                </a:lnTo>
                <a:lnTo>
                  <a:pt x="26177" y="52354"/>
                </a:lnTo>
                <a:lnTo>
                  <a:pt x="36367" y="50296"/>
                </a:lnTo>
                <a:lnTo>
                  <a:pt x="44688" y="44684"/>
                </a:lnTo>
                <a:lnTo>
                  <a:pt x="50297" y="36363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759139" y="2881559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3"/>
                </a:lnTo>
                <a:lnTo>
                  <a:pt x="7665" y="44684"/>
                </a:lnTo>
                <a:lnTo>
                  <a:pt x="15986" y="50296"/>
                </a:lnTo>
                <a:lnTo>
                  <a:pt x="26177" y="52354"/>
                </a:lnTo>
                <a:lnTo>
                  <a:pt x="36367" y="50296"/>
                </a:lnTo>
                <a:lnTo>
                  <a:pt x="44688" y="44684"/>
                </a:lnTo>
                <a:lnTo>
                  <a:pt x="50297" y="36363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7" name="object 37"/>
          <p:cNvGrpSpPr/>
          <p:nvPr/>
        </p:nvGrpSpPr>
        <p:grpSpPr>
          <a:xfrm>
            <a:off x="1047088" y="261772"/>
            <a:ext cx="12303760" cy="9998075"/>
            <a:chOff x="1047088" y="261772"/>
            <a:chExt cx="12303760" cy="9998075"/>
          </a:xfrm>
        </p:grpSpPr>
        <p:pic>
          <p:nvPicPr>
            <p:cNvPr id="38" name="object 3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47088" y="1049154"/>
              <a:ext cx="5497214" cy="6816546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067847" y="3442855"/>
              <a:ext cx="5497214" cy="6816546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82531" y="261772"/>
              <a:ext cx="7067847" cy="3968465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7067847" y="1047088"/>
              <a:ext cx="5497830" cy="2393950"/>
            </a:xfrm>
            <a:custGeom>
              <a:avLst/>
              <a:gdLst/>
              <a:ahLst/>
              <a:cxnLst/>
              <a:rect l="l" t="t" r="r" b="b"/>
              <a:pathLst>
                <a:path w="5497830" h="2393950">
                  <a:moveTo>
                    <a:pt x="5497214" y="0"/>
                  </a:moveTo>
                  <a:lnTo>
                    <a:pt x="0" y="0"/>
                  </a:lnTo>
                  <a:lnTo>
                    <a:pt x="0" y="2393707"/>
                  </a:lnTo>
                  <a:lnTo>
                    <a:pt x="5497214" y="2393707"/>
                  </a:lnTo>
                  <a:lnTo>
                    <a:pt x="549721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2736111" y="8467071"/>
            <a:ext cx="2988945" cy="3898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400" spc="-20" dirty="0">
                <a:solidFill>
                  <a:srgbClr val="4D4D4D"/>
                </a:solidFill>
                <a:latin typeface="Montserrat"/>
                <a:cs typeface="Montserrat"/>
              </a:rPr>
              <a:t>Lorem</a:t>
            </a:r>
            <a:r>
              <a:rPr sz="2400" spc="-30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400" spc="-10" dirty="0">
                <a:solidFill>
                  <a:srgbClr val="4D4D4D"/>
                </a:solidFill>
                <a:latin typeface="Montserrat"/>
                <a:cs typeface="Montserrat"/>
              </a:rPr>
              <a:t>ipsum</a:t>
            </a:r>
            <a:r>
              <a:rPr sz="2400" spc="-30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400" spc="-10" dirty="0">
                <a:solidFill>
                  <a:srgbClr val="4D4D4D"/>
                </a:solidFill>
                <a:latin typeface="Montserrat"/>
                <a:cs typeface="Montserrat"/>
              </a:rPr>
              <a:t>dolor,</a:t>
            </a:r>
            <a:endParaRPr sz="2400">
              <a:latin typeface="Montserrat"/>
              <a:cs typeface="Montserrat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2736111" y="8831457"/>
            <a:ext cx="3216275" cy="3898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400" spc="-15" dirty="0">
                <a:solidFill>
                  <a:srgbClr val="4D4D4D"/>
                </a:solidFill>
                <a:latin typeface="Montserrat"/>
                <a:cs typeface="Montserrat"/>
              </a:rPr>
              <a:t>consectetur</a:t>
            </a:r>
            <a:r>
              <a:rPr sz="2400" spc="-45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400" spc="-5" dirty="0">
                <a:solidFill>
                  <a:srgbClr val="4D4D4D"/>
                </a:solidFill>
                <a:latin typeface="Montserrat"/>
                <a:cs typeface="Montserrat"/>
              </a:rPr>
              <a:t>adipselit</a:t>
            </a:r>
            <a:endParaRPr sz="2400">
              <a:latin typeface="Montserrat"/>
              <a:cs typeface="Montserrat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2736111" y="9195844"/>
            <a:ext cx="3120390" cy="3898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400" spc="-10" dirty="0">
                <a:solidFill>
                  <a:srgbClr val="4D4D4D"/>
                </a:solidFill>
                <a:latin typeface="Montserrat"/>
                <a:cs typeface="Montserrat"/>
              </a:rPr>
              <a:t>do</a:t>
            </a:r>
            <a:r>
              <a:rPr sz="2400" spc="-20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400" spc="-10" dirty="0">
                <a:solidFill>
                  <a:srgbClr val="4D4D4D"/>
                </a:solidFill>
                <a:latin typeface="Montserrat"/>
                <a:cs typeface="Montserrat"/>
              </a:rPr>
              <a:t>eiusmod</a:t>
            </a:r>
            <a:r>
              <a:rPr sz="2400" spc="-20" dirty="0">
                <a:solidFill>
                  <a:srgbClr val="4D4D4D"/>
                </a:solidFill>
                <a:latin typeface="Montserrat"/>
                <a:cs typeface="Montserrat"/>
              </a:rPr>
              <a:t> tempor.</a:t>
            </a:r>
            <a:endParaRPr sz="2400">
              <a:latin typeface="Montserrat"/>
              <a:cs typeface="Montserrat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7463916" y="1684585"/>
            <a:ext cx="970280" cy="955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100" b="0" spc="-10" dirty="0">
                <a:solidFill>
                  <a:srgbClr val="C1272C"/>
                </a:solidFill>
                <a:latin typeface="Montserrat Light"/>
                <a:cs typeface="Montserrat Light"/>
              </a:rPr>
              <a:t>02</a:t>
            </a:r>
            <a:endParaRPr sz="6100">
              <a:latin typeface="Montserrat Light"/>
              <a:cs typeface="Montserrat Light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8756861" y="1646398"/>
            <a:ext cx="2988945" cy="3898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400" spc="-20" dirty="0">
                <a:solidFill>
                  <a:srgbClr val="4D4D4D"/>
                </a:solidFill>
                <a:latin typeface="Montserrat"/>
                <a:cs typeface="Montserrat"/>
              </a:rPr>
              <a:t>Lorem</a:t>
            </a:r>
            <a:r>
              <a:rPr sz="2400" spc="-30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400" spc="-10" dirty="0">
                <a:solidFill>
                  <a:srgbClr val="4D4D4D"/>
                </a:solidFill>
                <a:latin typeface="Montserrat"/>
                <a:cs typeface="Montserrat"/>
              </a:rPr>
              <a:t>ipsum</a:t>
            </a:r>
            <a:r>
              <a:rPr sz="2400" spc="-30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400" spc="-10" dirty="0">
                <a:solidFill>
                  <a:srgbClr val="4D4D4D"/>
                </a:solidFill>
                <a:latin typeface="Montserrat"/>
                <a:cs typeface="Montserrat"/>
              </a:rPr>
              <a:t>dolor,</a:t>
            </a:r>
            <a:endParaRPr sz="2400">
              <a:latin typeface="Montserrat"/>
              <a:cs typeface="Montserrat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8756861" y="2010785"/>
            <a:ext cx="3216275" cy="3898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400" spc="-15" dirty="0">
                <a:solidFill>
                  <a:srgbClr val="4D4D4D"/>
                </a:solidFill>
                <a:latin typeface="Montserrat"/>
                <a:cs typeface="Montserrat"/>
              </a:rPr>
              <a:t>consectetur</a:t>
            </a:r>
            <a:r>
              <a:rPr sz="2400" spc="-45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400" spc="-5" dirty="0">
                <a:solidFill>
                  <a:srgbClr val="4D4D4D"/>
                </a:solidFill>
                <a:latin typeface="Montserrat"/>
                <a:cs typeface="Montserrat"/>
              </a:rPr>
              <a:t>adipselit</a:t>
            </a:r>
            <a:endParaRPr sz="2400">
              <a:latin typeface="Montserrat"/>
              <a:cs typeface="Montserrat"/>
            </a:endParaRPr>
          </a:p>
        </p:txBody>
      </p:sp>
      <p:sp>
        <p:nvSpPr>
          <p:cNvPr id="48" name="object 4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10" dirty="0"/>
              <a:t>do</a:t>
            </a:r>
            <a:r>
              <a:rPr spc="-15" dirty="0"/>
              <a:t> </a:t>
            </a:r>
            <a:r>
              <a:rPr spc="-10" dirty="0"/>
              <a:t>eiusmod</a:t>
            </a:r>
            <a:r>
              <a:rPr spc="-15" dirty="0"/>
              <a:t> </a:t>
            </a:r>
            <a:r>
              <a:rPr spc="-20" dirty="0"/>
              <a:t>tempor.</a:t>
            </a: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150"/>
          </a:p>
          <a:p>
            <a:pPr marL="4855210" marR="5080">
              <a:lnSpc>
                <a:spcPct val="100000"/>
              </a:lnSpc>
            </a:pPr>
            <a:r>
              <a:rPr sz="2550" spc="-10" dirty="0"/>
              <a:t>Lorem</a:t>
            </a:r>
            <a:r>
              <a:rPr sz="2550" spc="-5" dirty="0"/>
              <a:t> </a:t>
            </a:r>
            <a:r>
              <a:rPr sz="2550" dirty="0"/>
              <a:t>ipsum dolor</a:t>
            </a:r>
            <a:r>
              <a:rPr sz="2550" spc="-5" dirty="0"/>
              <a:t> </a:t>
            </a:r>
            <a:r>
              <a:rPr sz="2550" dirty="0"/>
              <a:t>sit </a:t>
            </a:r>
            <a:r>
              <a:rPr sz="2550" spc="5" dirty="0"/>
              <a:t>amet, </a:t>
            </a:r>
            <a:r>
              <a:rPr sz="2550" spc="10" dirty="0"/>
              <a:t> </a:t>
            </a:r>
            <a:r>
              <a:rPr sz="2550" spc="-5" dirty="0"/>
              <a:t>consectetur </a:t>
            </a:r>
            <a:r>
              <a:rPr sz="2550" dirty="0"/>
              <a:t>adipiscing </a:t>
            </a:r>
            <a:r>
              <a:rPr sz="2550" spc="5" dirty="0"/>
              <a:t>elit, </a:t>
            </a:r>
            <a:r>
              <a:rPr sz="2550" dirty="0"/>
              <a:t>sed </a:t>
            </a:r>
            <a:r>
              <a:rPr sz="2550" spc="5" dirty="0"/>
              <a:t> </a:t>
            </a:r>
            <a:r>
              <a:rPr sz="2550" dirty="0"/>
              <a:t>do</a:t>
            </a:r>
            <a:r>
              <a:rPr sz="2550" spc="5" dirty="0"/>
              <a:t> </a:t>
            </a:r>
            <a:r>
              <a:rPr sz="2550" dirty="0"/>
              <a:t>eiusmod</a:t>
            </a:r>
            <a:r>
              <a:rPr sz="2550" spc="665" dirty="0"/>
              <a:t> </a:t>
            </a:r>
            <a:r>
              <a:rPr sz="2550" spc="-5" dirty="0"/>
              <a:t>tempor</a:t>
            </a:r>
            <a:r>
              <a:rPr sz="2550" spc="660" dirty="0"/>
              <a:t> </a:t>
            </a:r>
            <a:r>
              <a:rPr sz="2550" dirty="0"/>
              <a:t>incididunt </a:t>
            </a:r>
            <a:r>
              <a:rPr sz="2550" spc="5" dirty="0"/>
              <a:t> </a:t>
            </a:r>
            <a:r>
              <a:rPr sz="2550" dirty="0"/>
              <a:t>ut </a:t>
            </a:r>
            <a:r>
              <a:rPr sz="2550" spc="-5" dirty="0"/>
              <a:t>labore </a:t>
            </a:r>
            <a:r>
              <a:rPr sz="2550" dirty="0"/>
              <a:t>et </a:t>
            </a:r>
            <a:r>
              <a:rPr sz="2550" spc="-5" dirty="0"/>
              <a:t>dolore </a:t>
            </a:r>
            <a:r>
              <a:rPr sz="2550" spc="5" dirty="0"/>
              <a:t>magna </a:t>
            </a:r>
            <a:r>
              <a:rPr sz="2550" dirty="0"/>
              <a:t>aliqua. </a:t>
            </a:r>
            <a:r>
              <a:rPr sz="2550" spc="-655" dirty="0"/>
              <a:t> </a:t>
            </a:r>
            <a:r>
              <a:rPr sz="2550" dirty="0"/>
              <a:t>Ut enim </a:t>
            </a:r>
            <a:r>
              <a:rPr sz="2550" spc="5" dirty="0"/>
              <a:t>ad </a:t>
            </a:r>
            <a:r>
              <a:rPr sz="2550" dirty="0"/>
              <a:t>minim </a:t>
            </a:r>
            <a:r>
              <a:rPr sz="2550" spc="-5" dirty="0"/>
              <a:t>veniam, </a:t>
            </a:r>
            <a:r>
              <a:rPr sz="2550" dirty="0"/>
              <a:t>quis </a:t>
            </a:r>
            <a:r>
              <a:rPr sz="2550" spc="5" dirty="0"/>
              <a:t> </a:t>
            </a:r>
            <a:r>
              <a:rPr sz="2550" dirty="0"/>
              <a:t>nostrud</a:t>
            </a:r>
            <a:r>
              <a:rPr sz="2550" spc="-5" dirty="0"/>
              <a:t> </a:t>
            </a:r>
            <a:r>
              <a:rPr sz="2550" spc="-10" dirty="0"/>
              <a:t>exercitation</a:t>
            </a:r>
            <a:r>
              <a:rPr sz="2550" spc="-5" dirty="0"/>
              <a:t> </a:t>
            </a:r>
            <a:r>
              <a:rPr sz="2550" dirty="0"/>
              <a:t>ullamco </a:t>
            </a:r>
            <a:r>
              <a:rPr sz="2550" spc="5" dirty="0"/>
              <a:t> </a:t>
            </a:r>
            <a:r>
              <a:rPr sz="2550" spc="-5" dirty="0"/>
              <a:t>laboris </a:t>
            </a:r>
            <a:r>
              <a:rPr sz="2550" dirty="0"/>
              <a:t>nisi ut</a:t>
            </a:r>
            <a:r>
              <a:rPr sz="2550" spc="-5" dirty="0"/>
              <a:t> </a:t>
            </a:r>
            <a:r>
              <a:rPr sz="2550" dirty="0"/>
              <a:t>aliquip </a:t>
            </a:r>
            <a:r>
              <a:rPr sz="2550" spc="-20" dirty="0"/>
              <a:t>ex</a:t>
            </a:r>
            <a:r>
              <a:rPr sz="2550" spc="-5" dirty="0"/>
              <a:t> </a:t>
            </a:r>
            <a:r>
              <a:rPr sz="2550" spc="-20" dirty="0"/>
              <a:t>ea</a:t>
            </a:r>
            <a:r>
              <a:rPr sz="2550" dirty="0"/>
              <a:t> </a:t>
            </a:r>
            <a:r>
              <a:rPr sz="2550" spc="5" dirty="0"/>
              <a:t>modo </a:t>
            </a:r>
            <a:r>
              <a:rPr sz="2550" spc="10" dirty="0"/>
              <a:t> </a:t>
            </a:r>
            <a:r>
              <a:rPr sz="2550" dirty="0"/>
              <a:t>consequat. Duis </a:t>
            </a:r>
            <a:r>
              <a:rPr sz="2550" spc="-10" dirty="0"/>
              <a:t>aute </a:t>
            </a:r>
            <a:r>
              <a:rPr sz="2550" spc="-5" dirty="0"/>
              <a:t>irure </a:t>
            </a:r>
            <a:r>
              <a:rPr sz="2550" dirty="0"/>
              <a:t>dolor </a:t>
            </a:r>
            <a:r>
              <a:rPr sz="2550" spc="5" dirty="0"/>
              <a:t> </a:t>
            </a:r>
            <a:r>
              <a:rPr sz="2550" dirty="0"/>
              <a:t>in </a:t>
            </a:r>
            <a:r>
              <a:rPr sz="2550" spc="-5" dirty="0"/>
              <a:t>reprehenderit </a:t>
            </a:r>
            <a:r>
              <a:rPr sz="2550" dirty="0"/>
              <a:t>in </a:t>
            </a:r>
            <a:r>
              <a:rPr sz="2550" spc="-10" dirty="0"/>
              <a:t>voluptate velit </a:t>
            </a:r>
            <a:r>
              <a:rPr sz="2550" spc="-655" dirty="0"/>
              <a:t> </a:t>
            </a:r>
            <a:r>
              <a:rPr sz="2550" dirty="0"/>
              <a:t>esse cillum </a:t>
            </a:r>
            <a:r>
              <a:rPr sz="2550" spc="-5" dirty="0"/>
              <a:t>dolore </a:t>
            </a:r>
            <a:r>
              <a:rPr sz="2550" dirty="0"/>
              <a:t>eu fugiat nulla </a:t>
            </a:r>
            <a:r>
              <a:rPr sz="2550" spc="-655" dirty="0"/>
              <a:t> </a:t>
            </a:r>
            <a:r>
              <a:rPr sz="2550" spc="-5" dirty="0"/>
              <a:t>pariatur.</a:t>
            </a:r>
            <a:endParaRPr sz="2550"/>
          </a:p>
        </p:txBody>
      </p:sp>
      <p:sp>
        <p:nvSpPr>
          <p:cNvPr id="49" name="object 49"/>
          <p:cNvSpPr txBox="1">
            <a:spLocks noGrp="1"/>
          </p:cNvSpPr>
          <p:nvPr>
            <p:ph type="title"/>
          </p:nvPr>
        </p:nvSpPr>
        <p:spPr>
          <a:xfrm>
            <a:off x="13599456" y="996639"/>
            <a:ext cx="5470525" cy="14700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90"/>
              </a:spcBef>
            </a:pPr>
            <a:r>
              <a:rPr sz="4700" spc="20" dirty="0"/>
              <a:t>DUIS</a:t>
            </a:r>
            <a:r>
              <a:rPr sz="4700" spc="-15" dirty="0"/>
              <a:t> AUTE</a:t>
            </a:r>
            <a:r>
              <a:rPr sz="4700" spc="145" dirty="0"/>
              <a:t> </a:t>
            </a:r>
            <a:r>
              <a:rPr sz="4700" b="1" spc="20" dirty="0">
                <a:latin typeface="Montserrat ExtraBold"/>
                <a:cs typeface="Montserrat ExtraBold"/>
              </a:rPr>
              <a:t>IRURE </a:t>
            </a:r>
            <a:r>
              <a:rPr sz="4700" b="1" spc="-1350" dirty="0">
                <a:latin typeface="Montserrat ExtraBold"/>
                <a:cs typeface="Montserrat ExtraBold"/>
              </a:rPr>
              <a:t> </a:t>
            </a:r>
            <a:r>
              <a:rPr sz="4700" b="1" spc="15" dirty="0">
                <a:latin typeface="Montserrat ExtraBold"/>
                <a:cs typeface="Montserrat ExtraBold"/>
              </a:rPr>
              <a:t>DOLOR</a:t>
            </a:r>
            <a:r>
              <a:rPr sz="4700" b="1" dirty="0">
                <a:latin typeface="Montserrat ExtraBold"/>
                <a:cs typeface="Montserrat ExtraBold"/>
              </a:rPr>
              <a:t> </a:t>
            </a:r>
            <a:r>
              <a:rPr sz="4700" b="1" spc="20" dirty="0">
                <a:latin typeface="Montserrat ExtraBold"/>
                <a:cs typeface="Montserrat ExtraBold"/>
              </a:rPr>
              <a:t>IN</a:t>
            </a:r>
            <a:endParaRPr sz="4700">
              <a:latin typeface="Montserrat ExtraBold"/>
              <a:cs typeface="Montserrat ExtraBold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11308715"/>
            <a:chOff x="0" y="0"/>
            <a:chExt cx="20104100" cy="11308715"/>
          </a:xfrm>
        </p:grpSpPr>
        <p:sp>
          <p:nvSpPr>
            <p:cNvPr id="3" name="object 3"/>
            <p:cNvSpPr/>
            <p:nvPr/>
          </p:nvSpPr>
          <p:spPr>
            <a:xfrm>
              <a:off x="5549569" y="0"/>
              <a:ext cx="14554835" cy="11151870"/>
            </a:xfrm>
            <a:custGeom>
              <a:avLst/>
              <a:gdLst/>
              <a:ahLst/>
              <a:cxnLst/>
              <a:rect l="l" t="t" r="r" b="b"/>
              <a:pathLst>
                <a:path w="14554835" h="11151870">
                  <a:moveTo>
                    <a:pt x="0" y="11151492"/>
                  </a:moveTo>
                  <a:lnTo>
                    <a:pt x="14554530" y="11151492"/>
                  </a:lnTo>
                  <a:lnTo>
                    <a:pt x="14554530" y="0"/>
                  </a:lnTo>
                  <a:lnTo>
                    <a:pt x="0" y="0"/>
                  </a:lnTo>
                  <a:lnTo>
                    <a:pt x="0" y="11151492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11151493"/>
              <a:ext cx="20104100" cy="157480"/>
            </a:xfrm>
            <a:custGeom>
              <a:avLst/>
              <a:gdLst/>
              <a:ahLst/>
              <a:cxnLst/>
              <a:rect l="l" t="t" r="r" b="b"/>
              <a:pathLst>
                <a:path w="20104100" h="157479">
                  <a:moveTo>
                    <a:pt x="20104099" y="0"/>
                  </a:moveTo>
                  <a:lnTo>
                    <a:pt x="0" y="0"/>
                  </a:lnTo>
                  <a:lnTo>
                    <a:pt x="0" y="157063"/>
                  </a:lnTo>
                  <a:lnTo>
                    <a:pt x="20104099" y="157063"/>
                  </a:lnTo>
                  <a:lnTo>
                    <a:pt x="20104099" y="0"/>
                  </a:lnTo>
                  <a:close/>
                </a:path>
              </a:pathLst>
            </a:custGeom>
            <a:solidFill>
              <a:srgbClr val="C127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047076" y="235603"/>
              <a:ext cx="1885314" cy="575945"/>
            </a:xfrm>
            <a:custGeom>
              <a:avLst/>
              <a:gdLst/>
              <a:ahLst/>
              <a:cxnLst/>
              <a:rect l="l" t="t" r="r" b="b"/>
              <a:pathLst>
                <a:path w="1885314" h="575945">
                  <a:moveTo>
                    <a:pt x="52362" y="549719"/>
                  </a:moveTo>
                  <a:lnTo>
                    <a:pt x="50304" y="539534"/>
                  </a:lnTo>
                  <a:lnTo>
                    <a:pt x="44691" y="531202"/>
                  </a:lnTo>
                  <a:lnTo>
                    <a:pt x="36372" y="525602"/>
                  </a:lnTo>
                  <a:lnTo>
                    <a:pt x="26187" y="523544"/>
                  </a:lnTo>
                  <a:lnTo>
                    <a:pt x="15989" y="525602"/>
                  </a:lnTo>
                  <a:lnTo>
                    <a:pt x="7670" y="531202"/>
                  </a:lnTo>
                  <a:lnTo>
                    <a:pt x="2057" y="539534"/>
                  </a:lnTo>
                  <a:lnTo>
                    <a:pt x="0" y="549719"/>
                  </a:lnTo>
                  <a:lnTo>
                    <a:pt x="2057" y="559904"/>
                  </a:lnTo>
                  <a:lnTo>
                    <a:pt x="7670" y="568236"/>
                  </a:lnTo>
                  <a:lnTo>
                    <a:pt x="15989" y="573836"/>
                  </a:lnTo>
                  <a:lnTo>
                    <a:pt x="26187" y="575894"/>
                  </a:lnTo>
                  <a:lnTo>
                    <a:pt x="36372" y="573836"/>
                  </a:lnTo>
                  <a:lnTo>
                    <a:pt x="44691" y="568236"/>
                  </a:lnTo>
                  <a:lnTo>
                    <a:pt x="50304" y="559904"/>
                  </a:lnTo>
                  <a:lnTo>
                    <a:pt x="52362" y="549719"/>
                  </a:lnTo>
                  <a:close/>
                </a:path>
                <a:path w="1885314" h="575945">
                  <a:moveTo>
                    <a:pt x="52362" y="287947"/>
                  </a:moveTo>
                  <a:lnTo>
                    <a:pt x="50304" y="277761"/>
                  </a:lnTo>
                  <a:lnTo>
                    <a:pt x="44691" y="269430"/>
                  </a:lnTo>
                  <a:lnTo>
                    <a:pt x="36372" y="263829"/>
                  </a:lnTo>
                  <a:lnTo>
                    <a:pt x="26187" y="261772"/>
                  </a:lnTo>
                  <a:lnTo>
                    <a:pt x="15989" y="263829"/>
                  </a:lnTo>
                  <a:lnTo>
                    <a:pt x="7670" y="269430"/>
                  </a:lnTo>
                  <a:lnTo>
                    <a:pt x="2057" y="277761"/>
                  </a:lnTo>
                  <a:lnTo>
                    <a:pt x="0" y="287947"/>
                  </a:lnTo>
                  <a:lnTo>
                    <a:pt x="2057" y="298132"/>
                  </a:lnTo>
                  <a:lnTo>
                    <a:pt x="7670" y="306463"/>
                  </a:lnTo>
                  <a:lnTo>
                    <a:pt x="15989" y="312064"/>
                  </a:lnTo>
                  <a:lnTo>
                    <a:pt x="26187" y="314121"/>
                  </a:lnTo>
                  <a:lnTo>
                    <a:pt x="36372" y="312064"/>
                  </a:lnTo>
                  <a:lnTo>
                    <a:pt x="44691" y="306463"/>
                  </a:lnTo>
                  <a:lnTo>
                    <a:pt x="50304" y="298132"/>
                  </a:lnTo>
                  <a:lnTo>
                    <a:pt x="52362" y="287947"/>
                  </a:lnTo>
                  <a:close/>
                </a:path>
                <a:path w="1885314" h="575945">
                  <a:moveTo>
                    <a:pt x="52362" y="26174"/>
                  </a:moveTo>
                  <a:lnTo>
                    <a:pt x="50304" y="15989"/>
                  </a:lnTo>
                  <a:lnTo>
                    <a:pt x="44691" y="7658"/>
                  </a:lnTo>
                  <a:lnTo>
                    <a:pt x="36372" y="2057"/>
                  </a:lnTo>
                  <a:lnTo>
                    <a:pt x="26187" y="0"/>
                  </a:lnTo>
                  <a:lnTo>
                    <a:pt x="15989" y="2057"/>
                  </a:lnTo>
                  <a:lnTo>
                    <a:pt x="7670" y="7658"/>
                  </a:lnTo>
                  <a:lnTo>
                    <a:pt x="2057" y="15989"/>
                  </a:lnTo>
                  <a:lnTo>
                    <a:pt x="0" y="26174"/>
                  </a:lnTo>
                  <a:lnTo>
                    <a:pt x="2057" y="36360"/>
                  </a:lnTo>
                  <a:lnTo>
                    <a:pt x="7670" y="44691"/>
                  </a:lnTo>
                  <a:lnTo>
                    <a:pt x="15989" y="50292"/>
                  </a:lnTo>
                  <a:lnTo>
                    <a:pt x="26187" y="52349"/>
                  </a:lnTo>
                  <a:lnTo>
                    <a:pt x="36372" y="50292"/>
                  </a:lnTo>
                  <a:lnTo>
                    <a:pt x="44691" y="44691"/>
                  </a:lnTo>
                  <a:lnTo>
                    <a:pt x="50304" y="36360"/>
                  </a:lnTo>
                  <a:lnTo>
                    <a:pt x="52362" y="26174"/>
                  </a:lnTo>
                  <a:close/>
                </a:path>
                <a:path w="1885314" h="575945">
                  <a:moveTo>
                    <a:pt x="314134" y="549719"/>
                  </a:moveTo>
                  <a:lnTo>
                    <a:pt x="312077" y="539534"/>
                  </a:lnTo>
                  <a:lnTo>
                    <a:pt x="306463" y="531202"/>
                  </a:lnTo>
                  <a:lnTo>
                    <a:pt x="298145" y="525602"/>
                  </a:lnTo>
                  <a:lnTo>
                    <a:pt x="287959" y="523544"/>
                  </a:lnTo>
                  <a:lnTo>
                    <a:pt x="277761" y="525602"/>
                  </a:lnTo>
                  <a:lnTo>
                    <a:pt x="269443" y="531202"/>
                  </a:lnTo>
                  <a:lnTo>
                    <a:pt x="263829" y="539534"/>
                  </a:lnTo>
                  <a:lnTo>
                    <a:pt x="261772" y="549719"/>
                  </a:lnTo>
                  <a:lnTo>
                    <a:pt x="263829" y="559904"/>
                  </a:lnTo>
                  <a:lnTo>
                    <a:pt x="269443" y="568236"/>
                  </a:lnTo>
                  <a:lnTo>
                    <a:pt x="277761" y="573836"/>
                  </a:lnTo>
                  <a:lnTo>
                    <a:pt x="287959" y="575894"/>
                  </a:lnTo>
                  <a:lnTo>
                    <a:pt x="298145" y="573836"/>
                  </a:lnTo>
                  <a:lnTo>
                    <a:pt x="306463" y="568236"/>
                  </a:lnTo>
                  <a:lnTo>
                    <a:pt x="312077" y="559904"/>
                  </a:lnTo>
                  <a:lnTo>
                    <a:pt x="314134" y="549719"/>
                  </a:lnTo>
                  <a:close/>
                </a:path>
                <a:path w="1885314" h="575945">
                  <a:moveTo>
                    <a:pt x="314134" y="287947"/>
                  </a:moveTo>
                  <a:lnTo>
                    <a:pt x="312077" y="277761"/>
                  </a:lnTo>
                  <a:lnTo>
                    <a:pt x="306463" y="269430"/>
                  </a:lnTo>
                  <a:lnTo>
                    <a:pt x="298145" y="263829"/>
                  </a:lnTo>
                  <a:lnTo>
                    <a:pt x="287959" y="261772"/>
                  </a:lnTo>
                  <a:lnTo>
                    <a:pt x="277761" y="263829"/>
                  </a:lnTo>
                  <a:lnTo>
                    <a:pt x="269443" y="269430"/>
                  </a:lnTo>
                  <a:lnTo>
                    <a:pt x="263829" y="277761"/>
                  </a:lnTo>
                  <a:lnTo>
                    <a:pt x="261772" y="287947"/>
                  </a:lnTo>
                  <a:lnTo>
                    <a:pt x="263829" y="298132"/>
                  </a:lnTo>
                  <a:lnTo>
                    <a:pt x="269443" y="306463"/>
                  </a:lnTo>
                  <a:lnTo>
                    <a:pt x="277761" y="312064"/>
                  </a:lnTo>
                  <a:lnTo>
                    <a:pt x="287959" y="314121"/>
                  </a:lnTo>
                  <a:lnTo>
                    <a:pt x="298145" y="312064"/>
                  </a:lnTo>
                  <a:lnTo>
                    <a:pt x="306463" y="306463"/>
                  </a:lnTo>
                  <a:lnTo>
                    <a:pt x="312077" y="298132"/>
                  </a:lnTo>
                  <a:lnTo>
                    <a:pt x="314134" y="287947"/>
                  </a:lnTo>
                  <a:close/>
                </a:path>
                <a:path w="1885314" h="575945">
                  <a:moveTo>
                    <a:pt x="314134" y="26174"/>
                  </a:moveTo>
                  <a:lnTo>
                    <a:pt x="312077" y="15989"/>
                  </a:lnTo>
                  <a:lnTo>
                    <a:pt x="306463" y="7658"/>
                  </a:lnTo>
                  <a:lnTo>
                    <a:pt x="298145" y="2057"/>
                  </a:lnTo>
                  <a:lnTo>
                    <a:pt x="287959" y="0"/>
                  </a:lnTo>
                  <a:lnTo>
                    <a:pt x="277761" y="2057"/>
                  </a:lnTo>
                  <a:lnTo>
                    <a:pt x="269443" y="7658"/>
                  </a:lnTo>
                  <a:lnTo>
                    <a:pt x="263829" y="15989"/>
                  </a:lnTo>
                  <a:lnTo>
                    <a:pt x="261772" y="26174"/>
                  </a:lnTo>
                  <a:lnTo>
                    <a:pt x="263829" y="36360"/>
                  </a:lnTo>
                  <a:lnTo>
                    <a:pt x="269443" y="44691"/>
                  </a:lnTo>
                  <a:lnTo>
                    <a:pt x="277761" y="50292"/>
                  </a:lnTo>
                  <a:lnTo>
                    <a:pt x="287959" y="52349"/>
                  </a:lnTo>
                  <a:lnTo>
                    <a:pt x="298145" y="50292"/>
                  </a:lnTo>
                  <a:lnTo>
                    <a:pt x="306463" y="44691"/>
                  </a:lnTo>
                  <a:lnTo>
                    <a:pt x="312077" y="36360"/>
                  </a:lnTo>
                  <a:lnTo>
                    <a:pt x="314134" y="26174"/>
                  </a:lnTo>
                  <a:close/>
                </a:path>
                <a:path w="1885314" h="575945">
                  <a:moveTo>
                    <a:pt x="575906" y="549719"/>
                  </a:moveTo>
                  <a:lnTo>
                    <a:pt x="573849" y="539534"/>
                  </a:lnTo>
                  <a:lnTo>
                    <a:pt x="568236" y="531202"/>
                  </a:lnTo>
                  <a:lnTo>
                    <a:pt x="559917" y="525602"/>
                  </a:lnTo>
                  <a:lnTo>
                    <a:pt x="549732" y="523544"/>
                  </a:lnTo>
                  <a:lnTo>
                    <a:pt x="539534" y="525602"/>
                  </a:lnTo>
                  <a:lnTo>
                    <a:pt x="531215" y="531202"/>
                  </a:lnTo>
                  <a:lnTo>
                    <a:pt x="525602" y="539534"/>
                  </a:lnTo>
                  <a:lnTo>
                    <a:pt x="523544" y="549719"/>
                  </a:lnTo>
                  <a:lnTo>
                    <a:pt x="525602" y="559904"/>
                  </a:lnTo>
                  <a:lnTo>
                    <a:pt x="531215" y="568236"/>
                  </a:lnTo>
                  <a:lnTo>
                    <a:pt x="539534" y="573836"/>
                  </a:lnTo>
                  <a:lnTo>
                    <a:pt x="549732" y="575894"/>
                  </a:lnTo>
                  <a:lnTo>
                    <a:pt x="559917" y="573836"/>
                  </a:lnTo>
                  <a:lnTo>
                    <a:pt x="568236" y="568236"/>
                  </a:lnTo>
                  <a:lnTo>
                    <a:pt x="573849" y="559904"/>
                  </a:lnTo>
                  <a:lnTo>
                    <a:pt x="575906" y="549719"/>
                  </a:lnTo>
                  <a:close/>
                </a:path>
                <a:path w="1885314" h="575945">
                  <a:moveTo>
                    <a:pt x="575906" y="287947"/>
                  </a:moveTo>
                  <a:lnTo>
                    <a:pt x="573849" y="277761"/>
                  </a:lnTo>
                  <a:lnTo>
                    <a:pt x="568236" y="269430"/>
                  </a:lnTo>
                  <a:lnTo>
                    <a:pt x="559917" y="263829"/>
                  </a:lnTo>
                  <a:lnTo>
                    <a:pt x="549732" y="261772"/>
                  </a:lnTo>
                  <a:lnTo>
                    <a:pt x="539534" y="263829"/>
                  </a:lnTo>
                  <a:lnTo>
                    <a:pt x="531215" y="269430"/>
                  </a:lnTo>
                  <a:lnTo>
                    <a:pt x="525602" y="277761"/>
                  </a:lnTo>
                  <a:lnTo>
                    <a:pt x="523544" y="287947"/>
                  </a:lnTo>
                  <a:lnTo>
                    <a:pt x="525602" y="298132"/>
                  </a:lnTo>
                  <a:lnTo>
                    <a:pt x="531215" y="306463"/>
                  </a:lnTo>
                  <a:lnTo>
                    <a:pt x="539534" y="312064"/>
                  </a:lnTo>
                  <a:lnTo>
                    <a:pt x="549732" y="314121"/>
                  </a:lnTo>
                  <a:lnTo>
                    <a:pt x="559917" y="312064"/>
                  </a:lnTo>
                  <a:lnTo>
                    <a:pt x="568236" y="306463"/>
                  </a:lnTo>
                  <a:lnTo>
                    <a:pt x="573849" y="298132"/>
                  </a:lnTo>
                  <a:lnTo>
                    <a:pt x="575906" y="287947"/>
                  </a:lnTo>
                  <a:close/>
                </a:path>
                <a:path w="1885314" h="575945">
                  <a:moveTo>
                    <a:pt x="575906" y="26174"/>
                  </a:moveTo>
                  <a:lnTo>
                    <a:pt x="573849" y="15989"/>
                  </a:lnTo>
                  <a:lnTo>
                    <a:pt x="568236" y="7658"/>
                  </a:lnTo>
                  <a:lnTo>
                    <a:pt x="559917" y="2057"/>
                  </a:lnTo>
                  <a:lnTo>
                    <a:pt x="549732" y="0"/>
                  </a:lnTo>
                  <a:lnTo>
                    <a:pt x="539534" y="2057"/>
                  </a:lnTo>
                  <a:lnTo>
                    <a:pt x="531215" y="7658"/>
                  </a:lnTo>
                  <a:lnTo>
                    <a:pt x="525602" y="15989"/>
                  </a:lnTo>
                  <a:lnTo>
                    <a:pt x="523544" y="26174"/>
                  </a:lnTo>
                  <a:lnTo>
                    <a:pt x="525602" y="36360"/>
                  </a:lnTo>
                  <a:lnTo>
                    <a:pt x="531215" y="44691"/>
                  </a:lnTo>
                  <a:lnTo>
                    <a:pt x="539534" y="50292"/>
                  </a:lnTo>
                  <a:lnTo>
                    <a:pt x="549732" y="52349"/>
                  </a:lnTo>
                  <a:lnTo>
                    <a:pt x="559917" y="50292"/>
                  </a:lnTo>
                  <a:lnTo>
                    <a:pt x="568236" y="44691"/>
                  </a:lnTo>
                  <a:lnTo>
                    <a:pt x="573849" y="36360"/>
                  </a:lnTo>
                  <a:lnTo>
                    <a:pt x="575906" y="26174"/>
                  </a:lnTo>
                  <a:close/>
                </a:path>
                <a:path w="1885314" h="575945">
                  <a:moveTo>
                    <a:pt x="837679" y="549719"/>
                  </a:moveTo>
                  <a:lnTo>
                    <a:pt x="835621" y="539534"/>
                  </a:lnTo>
                  <a:lnTo>
                    <a:pt x="830008" y="531202"/>
                  </a:lnTo>
                  <a:lnTo>
                    <a:pt x="821690" y="525602"/>
                  </a:lnTo>
                  <a:lnTo>
                    <a:pt x="811504" y="523544"/>
                  </a:lnTo>
                  <a:lnTo>
                    <a:pt x="801306" y="525602"/>
                  </a:lnTo>
                  <a:lnTo>
                    <a:pt x="792988" y="531202"/>
                  </a:lnTo>
                  <a:lnTo>
                    <a:pt x="787374" y="539534"/>
                  </a:lnTo>
                  <a:lnTo>
                    <a:pt x="785317" y="549719"/>
                  </a:lnTo>
                  <a:lnTo>
                    <a:pt x="787374" y="559904"/>
                  </a:lnTo>
                  <a:lnTo>
                    <a:pt x="792988" y="568236"/>
                  </a:lnTo>
                  <a:lnTo>
                    <a:pt x="801306" y="573836"/>
                  </a:lnTo>
                  <a:lnTo>
                    <a:pt x="811504" y="575894"/>
                  </a:lnTo>
                  <a:lnTo>
                    <a:pt x="821690" y="573836"/>
                  </a:lnTo>
                  <a:lnTo>
                    <a:pt x="830008" y="568236"/>
                  </a:lnTo>
                  <a:lnTo>
                    <a:pt x="835621" y="559904"/>
                  </a:lnTo>
                  <a:lnTo>
                    <a:pt x="837679" y="549719"/>
                  </a:lnTo>
                  <a:close/>
                </a:path>
                <a:path w="1885314" h="575945">
                  <a:moveTo>
                    <a:pt x="837679" y="287947"/>
                  </a:moveTo>
                  <a:lnTo>
                    <a:pt x="835621" y="277761"/>
                  </a:lnTo>
                  <a:lnTo>
                    <a:pt x="830008" y="269430"/>
                  </a:lnTo>
                  <a:lnTo>
                    <a:pt x="821690" y="263829"/>
                  </a:lnTo>
                  <a:lnTo>
                    <a:pt x="811504" y="261772"/>
                  </a:lnTo>
                  <a:lnTo>
                    <a:pt x="801306" y="263829"/>
                  </a:lnTo>
                  <a:lnTo>
                    <a:pt x="792988" y="269430"/>
                  </a:lnTo>
                  <a:lnTo>
                    <a:pt x="787374" y="277761"/>
                  </a:lnTo>
                  <a:lnTo>
                    <a:pt x="785317" y="287947"/>
                  </a:lnTo>
                  <a:lnTo>
                    <a:pt x="787374" y="298132"/>
                  </a:lnTo>
                  <a:lnTo>
                    <a:pt x="792988" y="306463"/>
                  </a:lnTo>
                  <a:lnTo>
                    <a:pt x="801306" y="312064"/>
                  </a:lnTo>
                  <a:lnTo>
                    <a:pt x="811504" y="314121"/>
                  </a:lnTo>
                  <a:lnTo>
                    <a:pt x="821690" y="312064"/>
                  </a:lnTo>
                  <a:lnTo>
                    <a:pt x="830008" y="306463"/>
                  </a:lnTo>
                  <a:lnTo>
                    <a:pt x="835621" y="298132"/>
                  </a:lnTo>
                  <a:lnTo>
                    <a:pt x="837679" y="287947"/>
                  </a:lnTo>
                  <a:close/>
                </a:path>
                <a:path w="1885314" h="575945">
                  <a:moveTo>
                    <a:pt x="837679" y="26174"/>
                  </a:moveTo>
                  <a:lnTo>
                    <a:pt x="835621" y="15989"/>
                  </a:lnTo>
                  <a:lnTo>
                    <a:pt x="830008" y="7658"/>
                  </a:lnTo>
                  <a:lnTo>
                    <a:pt x="821690" y="2057"/>
                  </a:lnTo>
                  <a:lnTo>
                    <a:pt x="811504" y="0"/>
                  </a:lnTo>
                  <a:lnTo>
                    <a:pt x="801306" y="2057"/>
                  </a:lnTo>
                  <a:lnTo>
                    <a:pt x="792988" y="7658"/>
                  </a:lnTo>
                  <a:lnTo>
                    <a:pt x="787374" y="15989"/>
                  </a:lnTo>
                  <a:lnTo>
                    <a:pt x="785317" y="26174"/>
                  </a:lnTo>
                  <a:lnTo>
                    <a:pt x="787374" y="36360"/>
                  </a:lnTo>
                  <a:lnTo>
                    <a:pt x="792988" y="44691"/>
                  </a:lnTo>
                  <a:lnTo>
                    <a:pt x="801306" y="50292"/>
                  </a:lnTo>
                  <a:lnTo>
                    <a:pt x="811504" y="52349"/>
                  </a:lnTo>
                  <a:lnTo>
                    <a:pt x="821690" y="50292"/>
                  </a:lnTo>
                  <a:lnTo>
                    <a:pt x="830008" y="44691"/>
                  </a:lnTo>
                  <a:lnTo>
                    <a:pt x="835621" y="36360"/>
                  </a:lnTo>
                  <a:lnTo>
                    <a:pt x="837679" y="26174"/>
                  </a:lnTo>
                  <a:close/>
                </a:path>
                <a:path w="1885314" h="575945">
                  <a:moveTo>
                    <a:pt x="1099451" y="549719"/>
                  </a:moveTo>
                  <a:lnTo>
                    <a:pt x="1097394" y="539534"/>
                  </a:lnTo>
                  <a:lnTo>
                    <a:pt x="1091780" y="531202"/>
                  </a:lnTo>
                  <a:lnTo>
                    <a:pt x="1083462" y="525602"/>
                  </a:lnTo>
                  <a:lnTo>
                    <a:pt x="1073277" y="523544"/>
                  </a:lnTo>
                  <a:lnTo>
                    <a:pt x="1063078" y="525602"/>
                  </a:lnTo>
                  <a:lnTo>
                    <a:pt x="1054760" y="531202"/>
                  </a:lnTo>
                  <a:lnTo>
                    <a:pt x="1049147" y="539534"/>
                  </a:lnTo>
                  <a:lnTo>
                    <a:pt x="1047089" y="549719"/>
                  </a:lnTo>
                  <a:lnTo>
                    <a:pt x="1049147" y="559904"/>
                  </a:lnTo>
                  <a:lnTo>
                    <a:pt x="1054760" y="568236"/>
                  </a:lnTo>
                  <a:lnTo>
                    <a:pt x="1063078" y="573836"/>
                  </a:lnTo>
                  <a:lnTo>
                    <a:pt x="1073277" y="575894"/>
                  </a:lnTo>
                  <a:lnTo>
                    <a:pt x="1083462" y="573836"/>
                  </a:lnTo>
                  <a:lnTo>
                    <a:pt x="1091780" y="568236"/>
                  </a:lnTo>
                  <a:lnTo>
                    <a:pt x="1097394" y="559904"/>
                  </a:lnTo>
                  <a:lnTo>
                    <a:pt x="1099451" y="549719"/>
                  </a:lnTo>
                  <a:close/>
                </a:path>
                <a:path w="1885314" h="575945">
                  <a:moveTo>
                    <a:pt x="1099451" y="287947"/>
                  </a:moveTo>
                  <a:lnTo>
                    <a:pt x="1097394" y="277761"/>
                  </a:lnTo>
                  <a:lnTo>
                    <a:pt x="1091780" y="269430"/>
                  </a:lnTo>
                  <a:lnTo>
                    <a:pt x="1083462" y="263829"/>
                  </a:lnTo>
                  <a:lnTo>
                    <a:pt x="1073277" y="261772"/>
                  </a:lnTo>
                  <a:lnTo>
                    <a:pt x="1063078" y="263829"/>
                  </a:lnTo>
                  <a:lnTo>
                    <a:pt x="1054760" y="269430"/>
                  </a:lnTo>
                  <a:lnTo>
                    <a:pt x="1049147" y="277761"/>
                  </a:lnTo>
                  <a:lnTo>
                    <a:pt x="1047089" y="287947"/>
                  </a:lnTo>
                  <a:lnTo>
                    <a:pt x="1049147" y="298132"/>
                  </a:lnTo>
                  <a:lnTo>
                    <a:pt x="1054760" y="306463"/>
                  </a:lnTo>
                  <a:lnTo>
                    <a:pt x="1063078" y="312064"/>
                  </a:lnTo>
                  <a:lnTo>
                    <a:pt x="1073277" y="314121"/>
                  </a:lnTo>
                  <a:lnTo>
                    <a:pt x="1083462" y="312064"/>
                  </a:lnTo>
                  <a:lnTo>
                    <a:pt x="1091780" y="306463"/>
                  </a:lnTo>
                  <a:lnTo>
                    <a:pt x="1097394" y="298132"/>
                  </a:lnTo>
                  <a:lnTo>
                    <a:pt x="1099451" y="287947"/>
                  </a:lnTo>
                  <a:close/>
                </a:path>
                <a:path w="1885314" h="575945">
                  <a:moveTo>
                    <a:pt x="1099451" y="26174"/>
                  </a:moveTo>
                  <a:lnTo>
                    <a:pt x="1097394" y="15989"/>
                  </a:lnTo>
                  <a:lnTo>
                    <a:pt x="1091780" y="7658"/>
                  </a:lnTo>
                  <a:lnTo>
                    <a:pt x="1083462" y="2057"/>
                  </a:lnTo>
                  <a:lnTo>
                    <a:pt x="1073277" y="0"/>
                  </a:lnTo>
                  <a:lnTo>
                    <a:pt x="1063078" y="2057"/>
                  </a:lnTo>
                  <a:lnTo>
                    <a:pt x="1054760" y="7658"/>
                  </a:lnTo>
                  <a:lnTo>
                    <a:pt x="1049147" y="15989"/>
                  </a:lnTo>
                  <a:lnTo>
                    <a:pt x="1047089" y="26174"/>
                  </a:lnTo>
                  <a:lnTo>
                    <a:pt x="1049147" y="36360"/>
                  </a:lnTo>
                  <a:lnTo>
                    <a:pt x="1054760" y="44691"/>
                  </a:lnTo>
                  <a:lnTo>
                    <a:pt x="1063078" y="50292"/>
                  </a:lnTo>
                  <a:lnTo>
                    <a:pt x="1073277" y="52349"/>
                  </a:lnTo>
                  <a:lnTo>
                    <a:pt x="1083462" y="50292"/>
                  </a:lnTo>
                  <a:lnTo>
                    <a:pt x="1091780" y="44691"/>
                  </a:lnTo>
                  <a:lnTo>
                    <a:pt x="1097394" y="36360"/>
                  </a:lnTo>
                  <a:lnTo>
                    <a:pt x="1099451" y="26174"/>
                  </a:lnTo>
                  <a:close/>
                </a:path>
                <a:path w="1885314" h="575945">
                  <a:moveTo>
                    <a:pt x="1361224" y="549719"/>
                  </a:moveTo>
                  <a:lnTo>
                    <a:pt x="1359166" y="539534"/>
                  </a:lnTo>
                  <a:lnTo>
                    <a:pt x="1353553" y="531202"/>
                  </a:lnTo>
                  <a:lnTo>
                    <a:pt x="1345234" y="525602"/>
                  </a:lnTo>
                  <a:lnTo>
                    <a:pt x="1335049" y="523544"/>
                  </a:lnTo>
                  <a:lnTo>
                    <a:pt x="1324851" y="525602"/>
                  </a:lnTo>
                  <a:lnTo>
                    <a:pt x="1316532" y="531202"/>
                  </a:lnTo>
                  <a:lnTo>
                    <a:pt x="1310919" y="539534"/>
                  </a:lnTo>
                  <a:lnTo>
                    <a:pt x="1308862" y="549719"/>
                  </a:lnTo>
                  <a:lnTo>
                    <a:pt x="1310919" y="559904"/>
                  </a:lnTo>
                  <a:lnTo>
                    <a:pt x="1316532" y="568236"/>
                  </a:lnTo>
                  <a:lnTo>
                    <a:pt x="1324851" y="573836"/>
                  </a:lnTo>
                  <a:lnTo>
                    <a:pt x="1335049" y="575894"/>
                  </a:lnTo>
                  <a:lnTo>
                    <a:pt x="1345234" y="573836"/>
                  </a:lnTo>
                  <a:lnTo>
                    <a:pt x="1353553" y="568236"/>
                  </a:lnTo>
                  <a:lnTo>
                    <a:pt x="1359166" y="559904"/>
                  </a:lnTo>
                  <a:lnTo>
                    <a:pt x="1361224" y="549719"/>
                  </a:lnTo>
                  <a:close/>
                </a:path>
                <a:path w="1885314" h="575945">
                  <a:moveTo>
                    <a:pt x="1361224" y="287947"/>
                  </a:moveTo>
                  <a:lnTo>
                    <a:pt x="1359166" y="277761"/>
                  </a:lnTo>
                  <a:lnTo>
                    <a:pt x="1353553" y="269430"/>
                  </a:lnTo>
                  <a:lnTo>
                    <a:pt x="1345234" y="263829"/>
                  </a:lnTo>
                  <a:lnTo>
                    <a:pt x="1335049" y="261772"/>
                  </a:lnTo>
                  <a:lnTo>
                    <a:pt x="1324851" y="263829"/>
                  </a:lnTo>
                  <a:lnTo>
                    <a:pt x="1316532" y="269430"/>
                  </a:lnTo>
                  <a:lnTo>
                    <a:pt x="1310919" y="277761"/>
                  </a:lnTo>
                  <a:lnTo>
                    <a:pt x="1308862" y="287947"/>
                  </a:lnTo>
                  <a:lnTo>
                    <a:pt x="1310919" y="298132"/>
                  </a:lnTo>
                  <a:lnTo>
                    <a:pt x="1316532" y="306463"/>
                  </a:lnTo>
                  <a:lnTo>
                    <a:pt x="1324851" y="312064"/>
                  </a:lnTo>
                  <a:lnTo>
                    <a:pt x="1335049" y="314121"/>
                  </a:lnTo>
                  <a:lnTo>
                    <a:pt x="1345234" y="312064"/>
                  </a:lnTo>
                  <a:lnTo>
                    <a:pt x="1353553" y="306463"/>
                  </a:lnTo>
                  <a:lnTo>
                    <a:pt x="1359166" y="298132"/>
                  </a:lnTo>
                  <a:lnTo>
                    <a:pt x="1361224" y="287947"/>
                  </a:lnTo>
                  <a:close/>
                </a:path>
                <a:path w="1885314" h="575945">
                  <a:moveTo>
                    <a:pt x="1361224" y="26174"/>
                  </a:moveTo>
                  <a:lnTo>
                    <a:pt x="1359166" y="15989"/>
                  </a:lnTo>
                  <a:lnTo>
                    <a:pt x="1353553" y="7658"/>
                  </a:lnTo>
                  <a:lnTo>
                    <a:pt x="1345234" y="2057"/>
                  </a:lnTo>
                  <a:lnTo>
                    <a:pt x="1335049" y="0"/>
                  </a:lnTo>
                  <a:lnTo>
                    <a:pt x="1324851" y="2057"/>
                  </a:lnTo>
                  <a:lnTo>
                    <a:pt x="1316532" y="7658"/>
                  </a:lnTo>
                  <a:lnTo>
                    <a:pt x="1310919" y="15989"/>
                  </a:lnTo>
                  <a:lnTo>
                    <a:pt x="1308862" y="26174"/>
                  </a:lnTo>
                  <a:lnTo>
                    <a:pt x="1310919" y="36360"/>
                  </a:lnTo>
                  <a:lnTo>
                    <a:pt x="1316532" y="44691"/>
                  </a:lnTo>
                  <a:lnTo>
                    <a:pt x="1324851" y="50292"/>
                  </a:lnTo>
                  <a:lnTo>
                    <a:pt x="1335049" y="52349"/>
                  </a:lnTo>
                  <a:lnTo>
                    <a:pt x="1345234" y="50292"/>
                  </a:lnTo>
                  <a:lnTo>
                    <a:pt x="1353553" y="44691"/>
                  </a:lnTo>
                  <a:lnTo>
                    <a:pt x="1359166" y="36360"/>
                  </a:lnTo>
                  <a:lnTo>
                    <a:pt x="1361224" y="26174"/>
                  </a:lnTo>
                  <a:close/>
                </a:path>
                <a:path w="1885314" h="575945">
                  <a:moveTo>
                    <a:pt x="1622996" y="549719"/>
                  </a:moveTo>
                  <a:lnTo>
                    <a:pt x="1620939" y="539534"/>
                  </a:lnTo>
                  <a:lnTo>
                    <a:pt x="1615325" y="531202"/>
                  </a:lnTo>
                  <a:lnTo>
                    <a:pt x="1607007" y="525602"/>
                  </a:lnTo>
                  <a:lnTo>
                    <a:pt x="1596809" y="523544"/>
                  </a:lnTo>
                  <a:lnTo>
                    <a:pt x="1586623" y="525602"/>
                  </a:lnTo>
                  <a:lnTo>
                    <a:pt x="1578305" y="531202"/>
                  </a:lnTo>
                  <a:lnTo>
                    <a:pt x="1572691" y="539534"/>
                  </a:lnTo>
                  <a:lnTo>
                    <a:pt x="1570634" y="549719"/>
                  </a:lnTo>
                  <a:lnTo>
                    <a:pt x="1572691" y="559904"/>
                  </a:lnTo>
                  <a:lnTo>
                    <a:pt x="1578305" y="568236"/>
                  </a:lnTo>
                  <a:lnTo>
                    <a:pt x="1586623" y="573836"/>
                  </a:lnTo>
                  <a:lnTo>
                    <a:pt x="1596809" y="575894"/>
                  </a:lnTo>
                  <a:lnTo>
                    <a:pt x="1607007" y="573836"/>
                  </a:lnTo>
                  <a:lnTo>
                    <a:pt x="1615325" y="568236"/>
                  </a:lnTo>
                  <a:lnTo>
                    <a:pt x="1620939" y="559904"/>
                  </a:lnTo>
                  <a:lnTo>
                    <a:pt x="1622996" y="549719"/>
                  </a:lnTo>
                  <a:close/>
                </a:path>
                <a:path w="1885314" h="575945">
                  <a:moveTo>
                    <a:pt x="1622996" y="287947"/>
                  </a:moveTo>
                  <a:lnTo>
                    <a:pt x="1620939" y="277761"/>
                  </a:lnTo>
                  <a:lnTo>
                    <a:pt x="1615325" y="269430"/>
                  </a:lnTo>
                  <a:lnTo>
                    <a:pt x="1607007" y="263829"/>
                  </a:lnTo>
                  <a:lnTo>
                    <a:pt x="1596809" y="261772"/>
                  </a:lnTo>
                  <a:lnTo>
                    <a:pt x="1586623" y="263829"/>
                  </a:lnTo>
                  <a:lnTo>
                    <a:pt x="1578305" y="269430"/>
                  </a:lnTo>
                  <a:lnTo>
                    <a:pt x="1572691" y="277761"/>
                  </a:lnTo>
                  <a:lnTo>
                    <a:pt x="1570634" y="287947"/>
                  </a:lnTo>
                  <a:lnTo>
                    <a:pt x="1572691" y="298132"/>
                  </a:lnTo>
                  <a:lnTo>
                    <a:pt x="1578305" y="306463"/>
                  </a:lnTo>
                  <a:lnTo>
                    <a:pt x="1586623" y="312064"/>
                  </a:lnTo>
                  <a:lnTo>
                    <a:pt x="1596809" y="314121"/>
                  </a:lnTo>
                  <a:lnTo>
                    <a:pt x="1607007" y="312064"/>
                  </a:lnTo>
                  <a:lnTo>
                    <a:pt x="1615325" y="306463"/>
                  </a:lnTo>
                  <a:lnTo>
                    <a:pt x="1620939" y="298132"/>
                  </a:lnTo>
                  <a:lnTo>
                    <a:pt x="1622996" y="287947"/>
                  </a:lnTo>
                  <a:close/>
                </a:path>
                <a:path w="1885314" h="575945">
                  <a:moveTo>
                    <a:pt x="1622996" y="26174"/>
                  </a:moveTo>
                  <a:lnTo>
                    <a:pt x="1620939" y="15989"/>
                  </a:lnTo>
                  <a:lnTo>
                    <a:pt x="1615325" y="7658"/>
                  </a:lnTo>
                  <a:lnTo>
                    <a:pt x="1607007" y="2057"/>
                  </a:lnTo>
                  <a:lnTo>
                    <a:pt x="1596809" y="0"/>
                  </a:lnTo>
                  <a:lnTo>
                    <a:pt x="1586623" y="2057"/>
                  </a:lnTo>
                  <a:lnTo>
                    <a:pt x="1578305" y="7658"/>
                  </a:lnTo>
                  <a:lnTo>
                    <a:pt x="1572691" y="15989"/>
                  </a:lnTo>
                  <a:lnTo>
                    <a:pt x="1570634" y="26174"/>
                  </a:lnTo>
                  <a:lnTo>
                    <a:pt x="1572691" y="36360"/>
                  </a:lnTo>
                  <a:lnTo>
                    <a:pt x="1578305" y="44691"/>
                  </a:lnTo>
                  <a:lnTo>
                    <a:pt x="1586623" y="50292"/>
                  </a:lnTo>
                  <a:lnTo>
                    <a:pt x="1596809" y="52349"/>
                  </a:lnTo>
                  <a:lnTo>
                    <a:pt x="1607007" y="50292"/>
                  </a:lnTo>
                  <a:lnTo>
                    <a:pt x="1615325" y="44691"/>
                  </a:lnTo>
                  <a:lnTo>
                    <a:pt x="1620939" y="36360"/>
                  </a:lnTo>
                  <a:lnTo>
                    <a:pt x="1622996" y="26174"/>
                  </a:lnTo>
                  <a:close/>
                </a:path>
                <a:path w="1885314" h="575945">
                  <a:moveTo>
                    <a:pt x="1884768" y="549719"/>
                  </a:moveTo>
                  <a:lnTo>
                    <a:pt x="1882711" y="539534"/>
                  </a:lnTo>
                  <a:lnTo>
                    <a:pt x="1877098" y="531202"/>
                  </a:lnTo>
                  <a:lnTo>
                    <a:pt x="1868779" y="525602"/>
                  </a:lnTo>
                  <a:lnTo>
                    <a:pt x="1858581" y="523544"/>
                  </a:lnTo>
                  <a:lnTo>
                    <a:pt x="1848396" y="525602"/>
                  </a:lnTo>
                  <a:lnTo>
                    <a:pt x="1840077" y="531202"/>
                  </a:lnTo>
                  <a:lnTo>
                    <a:pt x="1834464" y="539534"/>
                  </a:lnTo>
                  <a:lnTo>
                    <a:pt x="1832406" y="549719"/>
                  </a:lnTo>
                  <a:lnTo>
                    <a:pt x="1834464" y="559904"/>
                  </a:lnTo>
                  <a:lnTo>
                    <a:pt x="1840077" y="568236"/>
                  </a:lnTo>
                  <a:lnTo>
                    <a:pt x="1848396" y="573836"/>
                  </a:lnTo>
                  <a:lnTo>
                    <a:pt x="1858581" y="575894"/>
                  </a:lnTo>
                  <a:lnTo>
                    <a:pt x="1868779" y="573836"/>
                  </a:lnTo>
                  <a:lnTo>
                    <a:pt x="1877098" y="568236"/>
                  </a:lnTo>
                  <a:lnTo>
                    <a:pt x="1882711" y="559904"/>
                  </a:lnTo>
                  <a:lnTo>
                    <a:pt x="1884768" y="549719"/>
                  </a:lnTo>
                  <a:close/>
                </a:path>
                <a:path w="1885314" h="575945">
                  <a:moveTo>
                    <a:pt x="1884768" y="287947"/>
                  </a:moveTo>
                  <a:lnTo>
                    <a:pt x="1882711" y="277761"/>
                  </a:lnTo>
                  <a:lnTo>
                    <a:pt x="1877098" y="269430"/>
                  </a:lnTo>
                  <a:lnTo>
                    <a:pt x="1868779" y="263829"/>
                  </a:lnTo>
                  <a:lnTo>
                    <a:pt x="1858581" y="261772"/>
                  </a:lnTo>
                  <a:lnTo>
                    <a:pt x="1848396" y="263829"/>
                  </a:lnTo>
                  <a:lnTo>
                    <a:pt x="1840077" y="269430"/>
                  </a:lnTo>
                  <a:lnTo>
                    <a:pt x="1834464" y="277761"/>
                  </a:lnTo>
                  <a:lnTo>
                    <a:pt x="1832406" y="287947"/>
                  </a:lnTo>
                  <a:lnTo>
                    <a:pt x="1834464" y="298132"/>
                  </a:lnTo>
                  <a:lnTo>
                    <a:pt x="1840077" y="306463"/>
                  </a:lnTo>
                  <a:lnTo>
                    <a:pt x="1848396" y="312064"/>
                  </a:lnTo>
                  <a:lnTo>
                    <a:pt x="1858581" y="314121"/>
                  </a:lnTo>
                  <a:lnTo>
                    <a:pt x="1868779" y="312064"/>
                  </a:lnTo>
                  <a:lnTo>
                    <a:pt x="1877098" y="306463"/>
                  </a:lnTo>
                  <a:lnTo>
                    <a:pt x="1882711" y="298132"/>
                  </a:lnTo>
                  <a:lnTo>
                    <a:pt x="1884768" y="287947"/>
                  </a:lnTo>
                  <a:close/>
                </a:path>
                <a:path w="1885314" h="575945">
                  <a:moveTo>
                    <a:pt x="1884768" y="26174"/>
                  </a:moveTo>
                  <a:lnTo>
                    <a:pt x="1882711" y="15989"/>
                  </a:lnTo>
                  <a:lnTo>
                    <a:pt x="1877098" y="7658"/>
                  </a:lnTo>
                  <a:lnTo>
                    <a:pt x="1868779" y="2057"/>
                  </a:lnTo>
                  <a:lnTo>
                    <a:pt x="1858581" y="0"/>
                  </a:lnTo>
                  <a:lnTo>
                    <a:pt x="1848396" y="2057"/>
                  </a:lnTo>
                  <a:lnTo>
                    <a:pt x="1840077" y="7658"/>
                  </a:lnTo>
                  <a:lnTo>
                    <a:pt x="1834464" y="15989"/>
                  </a:lnTo>
                  <a:lnTo>
                    <a:pt x="1832406" y="26174"/>
                  </a:lnTo>
                  <a:lnTo>
                    <a:pt x="1834464" y="36360"/>
                  </a:lnTo>
                  <a:lnTo>
                    <a:pt x="1840077" y="44691"/>
                  </a:lnTo>
                  <a:lnTo>
                    <a:pt x="1848396" y="50292"/>
                  </a:lnTo>
                  <a:lnTo>
                    <a:pt x="1858581" y="52349"/>
                  </a:lnTo>
                  <a:lnTo>
                    <a:pt x="1868779" y="50292"/>
                  </a:lnTo>
                  <a:lnTo>
                    <a:pt x="1877098" y="44691"/>
                  </a:lnTo>
                  <a:lnTo>
                    <a:pt x="1882711" y="36360"/>
                  </a:lnTo>
                  <a:lnTo>
                    <a:pt x="1884768" y="26174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047088" y="6282531"/>
              <a:ext cx="9005570" cy="3979545"/>
            </a:xfrm>
            <a:custGeom>
              <a:avLst/>
              <a:gdLst/>
              <a:ahLst/>
              <a:cxnLst/>
              <a:rect l="l" t="t" r="r" b="b"/>
              <a:pathLst>
                <a:path w="9005570" h="3979545">
                  <a:moveTo>
                    <a:pt x="9004961" y="0"/>
                  </a:moveTo>
                  <a:lnTo>
                    <a:pt x="0" y="0"/>
                  </a:lnTo>
                  <a:lnTo>
                    <a:pt x="0" y="3978936"/>
                  </a:lnTo>
                  <a:lnTo>
                    <a:pt x="9004961" y="3978936"/>
                  </a:lnTo>
                  <a:lnTo>
                    <a:pt x="9004961" y="0"/>
                  </a:lnTo>
                  <a:close/>
                </a:path>
              </a:pathLst>
            </a:custGeom>
            <a:solidFill>
              <a:srgbClr val="C127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47088" y="1047088"/>
              <a:ext cx="18009922" cy="5235442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10707789" y="7043096"/>
            <a:ext cx="7820659" cy="26638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6034">
              <a:lnSpc>
                <a:spcPct val="100000"/>
              </a:lnSpc>
              <a:spcBef>
                <a:spcPts val="125"/>
              </a:spcBef>
            </a:pPr>
            <a:r>
              <a:rPr sz="3600" b="0" spc="15" dirty="0">
                <a:solidFill>
                  <a:srgbClr val="FFFFFF"/>
                </a:solidFill>
                <a:latin typeface="Montserrat Light"/>
                <a:cs typeface="Montserrat Light"/>
              </a:rPr>
              <a:t>DUIS</a:t>
            </a:r>
            <a:r>
              <a:rPr sz="3600" b="0" spc="-5" dirty="0">
                <a:solidFill>
                  <a:srgbClr val="FFFFFF"/>
                </a:solidFill>
                <a:latin typeface="Montserrat Light"/>
                <a:cs typeface="Montserrat Light"/>
              </a:rPr>
              <a:t> </a:t>
            </a:r>
            <a:r>
              <a:rPr sz="3600" b="0" spc="-10" dirty="0">
                <a:solidFill>
                  <a:srgbClr val="FFFFFF"/>
                </a:solidFill>
                <a:latin typeface="Montserrat Light"/>
                <a:cs typeface="Montserrat Light"/>
              </a:rPr>
              <a:t>AUTE</a:t>
            </a:r>
            <a:r>
              <a:rPr sz="3600" b="0" spc="120" dirty="0">
                <a:solidFill>
                  <a:srgbClr val="FFFFFF"/>
                </a:solidFill>
                <a:latin typeface="Montserrat Light"/>
                <a:cs typeface="Montserrat Light"/>
              </a:rPr>
              <a:t> </a:t>
            </a:r>
            <a:r>
              <a:rPr sz="3600" b="1" spc="15" dirty="0">
                <a:solidFill>
                  <a:srgbClr val="FFFFFF"/>
                </a:solidFill>
                <a:latin typeface="Montserrat ExtraBold"/>
                <a:cs typeface="Montserrat ExtraBold"/>
              </a:rPr>
              <a:t>IRURE</a:t>
            </a:r>
            <a:r>
              <a:rPr sz="3600" b="1" spc="-5" dirty="0">
                <a:solidFill>
                  <a:srgbClr val="FFFFFF"/>
                </a:solidFill>
                <a:latin typeface="Montserrat ExtraBold"/>
                <a:cs typeface="Montserrat ExtraBold"/>
              </a:rPr>
              <a:t> </a:t>
            </a:r>
            <a:r>
              <a:rPr sz="3600" b="1" spc="10" dirty="0">
                <a:solidFill>
                  <a:srgbClr val="FFFFFF"/>
                </a:solidFill>
                <a:latin typeface="Montserrat ExtraBold"/>
                <a:cs typeface="Montserrat ExtraBold"/>
              </a:rPr>
              <a:t>DOLOR</a:t>
            </a:r>
            <a:r>
              <a:rPr sz="3600" b="1" spc="-5" dirty="0">
                <a:solidFill>
                  <a:srgbClr val="FFFFFF"/>
                </a:solidFill>
                <a:latin typeface="Montserrat ExtraBold"/>
                <a:cs typeface="Montserrat ExtraBold"/>
              </a:rPr>
              <a:t> </a:t>
            </a:r>
            <a:r>
              <a:rPr sz="3600" b="1" spc="15" dirty="0">
                <a:solidFill>
                  <a:srgbClr val="FFFFFF"/>
                </a:solidFill>
                <a:latin typeface="Montserrat ExtraBold"/>
                <a:cs typeface="Montserrat ExtraBold"/>
              </a:rPr>
              <a:t>IN</a:t>
            </a:r>
            <a:endParaRPr sz="3600">
              <a:latin typeface="Montserrat ExtraBold"/>
              <a:cs typeface="Montserrat ExtraBold"/>
            </a:endParaRPr>
          </a:p>
          <a:p>
            <a:pPr marL="12700" marR="231140">
              <a:lnSpc>
                <a:spcPct val="100400"/>
              </a:lnSpc>
              <a:spcBef>
                <a:spcPts val="2575"/>
              </a:spcBef>
            </a:pPr>
            <a:r>
              <a:rPr sz="2300" spc="-10" dirty="0">
                <a:solidFill>
                  <a:srgbClr val="FFFFFF"/>
                </a:solidFill>
                <a:latin typeface="Montserrat"/>
                <a:cs typeface="Montserrat"/>
              </a:rPr>
              <a:t>Lorem</a:t>
            </a:r>
            <a:r>
              <a:rPr sz="2300" spc="10" dirty="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sz="2300" spc="5" dirty="0">
                <a:solidFill>
                  <a:srgbClr val="FFFFFF"/>
                </a:solidFill>
                <a:latin typeface="Montserrat"/>
                <a:cs typeface="Montserrat"/>
              </a:rPr>
              <a:t>ipsum</a:t>
            </a:r>
            <a:r>
              <a:rPr sz="2300" spc="10" dirty="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sz="2300" dirty="0">
                <a:solidFill>
                  <a:srgbClr val="FFFFFF"/>
                </a:solidFill>
                <a:latin typeface="Montserrat"/>
                <a:cs typeface="Montserrat"/>
              </a:rPr>
              <a:t>dolor</a:t>
            </a:r>
            <a:r>
              <a:rPr sz="2300" spc="10" dirty="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sz="2300" dirty="0">
                <a:solidFill>
                  <a:srgbClr val="FFFFFF"/>
                </a:solidFill>
                <a:latin typeface="Montserrat"/>
                <a:cs typeface="Montserrat"/>
              </a:rPr>
              <a:t>sit</a:t>
            </a:r>
            <a:r>
              <a:rPr sz="2300" spc="10" dirty="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sz="2300" spc="5" dirty="0">
                <a:solidFill>
                  <a:srgbClr val="FFFFFF"/>
                </a:solidFill>
                <a:latin typeface="Montserrat"/>
                <a:cs typeface="Montserrat"/>
              </a:rPr>
              <a:t>amet,</a:t>
            </a:r>
            <a:r>
              <a:rPr sz="2300" spc="15" dirty="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sz="2300" spc="-5" dirty="0">
                <a:solidFill>
                  <a:srgbClr val="FFFFFF"/>
                </a:solidFill>
                <a:latin typeface="Montserrat"/>
                <a:cs typeface="Montserrat"/>
              </a:rPr>
              <a:t>consectetur</a:t>
            </a:r>
            <a:r>
              <a:rPr sz="2300" spc="10" dirty="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sz="2300" dirty="0">
                <a:solidFill>
                  <a:srgbClr val="FFFFFF"/>
                </a:solidFill>
                <a:latin typeface="Montserrat"/>
                <a:cs typeface="Montserrat"/>
              </a:rPr>
              <a:t>adipiscing </a:t>
            </a:r>
            <a:r>
              <a:rPr sz="2300" spc="-590" dirty="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sz="2300" spc="5" dirty="0">
                <a:solidFill>
                  <a:srgbClr val="FFFFFF"/>
                </a:solidFill>
                <a:latin typeface="Montserrat"/>
                <a:cs typeface="Montserrat"/>
              </a:rPr>
              <a:t>elit,</a:t>
            </a:r>
            <a:r>
              <a:rPr sz="2300" dirty="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sz="2300" spc="5" dirty="0">
                <a:solidFill>
                  <a:srgbClr val="FFFFFF"/>
                </a:solidFill>
                <a:latin typeface="Montserrat"/>
                <a:cs typeface="Montserrat"/>
              </a:rPr>
              <a:t>sed</a:t>
            </a:r>
            <a:r>
              <a:rPr sz="2300" dirty="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sz="2300" spc="5" dirty="0">
                <a:solidFill>
                  <a:srgbClr val="FFFFFF"/>
                </a:solidFill>
                <a:latin typeface="Montserrat"/>
                <a:cs typeface="Montserrat"/>
              </a:rPr>
              <a:t>do</a:t>
            </a:r>
            <a:r>
              <a:rPr sz="2300" dirty="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sz="2300" spc="5" dirty="0">
                <a:solidFill>
                  <a:srgbClr val="FFFFFF"/>
                </a:solidFill>
                <a:latin typeface="Montserrat"/>
                <a:cs typeface="Montserrat"/>
              </a:rPr>
              <a:t>eiusmod</a:t>
            </a:r>
            <a:r>
              <a:rPr sz="2300" dirty="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sz="2300" spc="-5" dirty="0">
                <a:solidFill>
                  <a:srgbClr val="FFFFFF"/>
                </a:solidFill>
                <a:latin typeface="Montserrat"/>
                <a:cs typeface="Montserrat"/>
              </a:rPr>
              <a:t>tempor</a:t>
            </a:r>
            <a:r>
              <a:rPr sz="2300" dirty="0">
                <a:solidFill>
                  <a:srgbClr val="FFFFFF"/>
                </a:solidFill>
                <a:latin typeface="Montserrat"/>
                <a:cs typeface="Montserrat"/>
              </a:rPr>
              <a:t> incididunt</a:t>
            </a:r>
            <a:r>
              <a:rPr sz="2300" spc="5" dirty="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sz="2300" dirty="0">
                <a:solidFill>
                  <a:srgbClr val="FFFFFF"/>
                </a:solidFill>
                <a:latin typeface="Montserrat"/>
                <a:cs typeface="Montserrat"/>
              </a:rPr>
              <a:t>ut </a:t>
            </a:r>
            <a:r>
              <a:rPr sz="2300" spc="-5" dirty="0">
                <a:solidFill>
                  <a:srgbClr val="FFFFFF"/>
                </a:solidFill>
                <a:latin typeface="Montserrat"/>
                <a:cs typeface="Montserrat"/>
              </a:rPr>
              <a:t>labore</a:t>
            </a:r>
            <a:endParaRPr sz="2300">
              <a:latin typeface="Montserrat"/>
              <a:cs typeface="Montserrat"/>
            </a:endParaRPr>
          </a:p>
          <a:p>
            <a:pPr marL="12700" marR="5080">
              <a:lnSpc>
                <a:spcPct val="100400"/>
              </a:lnSpc>
            </a:pPr>
            <a:r>
              <a:rPr sz="2300" dirty="0">
                <a:solidFill>
                  <a:srgbClr val="FFFFFF"/>
                </a:solidFill>
                <a:latin typeface="Montserrat"/>
                <a:cs typeface="Montserrat"/>
              </a:rPr>
              <a:t>et </a:t>
            </a:r>
            <a:r>
              <a:rPr sz="2300" spc="-5" dirty="0">
                <a:solidFill>
                  <a:srgbClr val="FFFFFF"/>
                </a:solidFill>
                <a:latin typeface="Montserrat"/>
                <a:cs typeface="Montserrat"/>
              </a:rPr>
              <a:t>dolore </a:t>
            </a:r>
            <a:r>
              <a:rPr sz="2300" spc="5" dirty="0">
                <a:solidFill>
                  <a:srgbClr val="FFFFFF"/>
                </a:solidFill>
                <a:latin typeface="Montserrat"/>
                <a:cs typeface="Montserrat"/>
              </a:rPr>
              <a:t>magna </a:t>
            </a:r>
            <a:r>
              <a:rPr sz="2300" dirty="0">
                <a:solidFill>
                  <a:srgbClr val="FFFFFF"/>
                </a:solidFill>
                <a:latin typeface="Montserrat"/>
                <a:cs typeface="Montserrat"/>
              </a:rPr>
              <a:t>aliqua. </a:t>
            </a:r>
            <a:r>
              <a:rPr sz="2300" spc="5" dirty="0">
                <a:solidFill>
                  <a:srgbClr val="FFFFFF"/>
                </a:solidFill>
                <a:latin typeface="Montserrat"/>
                <a:cs typeface="Montserrat"/>
              </a:rPr>
              <a:t>Ut enim ad minim </a:t>
            </a:r>
            <a:r>
              <a:rPr sz="2300" spc="-5" dirty="0">
                <a:solidFill>
                  <a:srgbClr val="FFFFFF"/>
                </a:solidFill>
                <a:latin typeface="Montserrat"/>
                <a:cs typeface="Montserrat"/>
              </a:rPr>
              <a:t>veniam, </a:t>
            </a:r>
            <a:r>
              <a:rPr sz="2300" dirty="0">
                <a:solidFill>
                  <a:srgbClr val="FFFFFF"/>
                </a:solidFill>
                <a:latin typeface="Montserrat"/>
                <a:cs typeface="Montserrat"/>
              </a:rPr>
              <a:t> quis strud </a:t>
            </a:r>
            <a:r>
              <a:rPr sz="2300" spc="-5" dirty="0">
                <a:solidFill>
                  <a:srgbClr val="FFFFFF"/>
                </a:solidFill>
                <a:latin typeface="Montserrat"/>
                <a:cs typeface="Montserrat"/>
              </a:rPr>
              <a:t>exercitation</a:t>
            </a:r>
            <a:r>
              <a:rPr sz="2300" dirty="0">
                <a:solidFill>
                  <a:srgbClr val="FFFFFF"/>
                </a:solidFill>
                <a:latin typeface="Montserrat"/>
                <a:cs typeface="Montserrat"/>
              </a:rPr>
              <a:t> ullamco laboris</a:t>
            </a:r>
            <a:r>
              <a:rPr sz="2300" spc="5" dirty="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sz="2300" dirty="0">
                <a:solidFill>
                  <a:srgbClr val="FFFFFF"/>
                </a:solidFill>
                <a:latin typeface="Montserrat"/>
                <a:cs typeface="Montserrat"/>
              </a:rPr>
              <a:t>nisi ut iquip </a:t>
            </a:r>
            <a:r>
              <a:rPr sz="2300" spc="-15" dirty="0">
                <a:solidFill>
                  <a:srgbClr val="FFFFFF"/>
                </a:solidFill>
                <a:latin typeface="Montserrat"/>
                <a:cs typeface="Montserrat"/>
              </a:rPr>
              <a:t>ex </a:t>
            </a:r>
            <a:r>
              <a:rPr sz="2300" spc="-585" dirty="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sz="2300" spc="-15" dirty="0">
                <a:solidFill>
                  <a:srgbClr val="FFFFFF"/>
                </a:solidFill>
                <a:latin typeface="Montserrat"/>
                <a:cs typeface="Montserrat"/>
              </a:rPr>
              <a:t>ea</a:t>
            </a:r>
            <a:r>
              <a:rPr sz="2300" spc="-5" dirty="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sz="2300" spc="5" dirty="0">
                <a:solidFill>
                  <a:srgbClr val="FFFFFF"/>
                </a:solidFill>
                <a:latin typeface="Montserrat"/>
                <a:cs typeface="Montserrat"/>
              </a:rPr>
              <a:t>modo</a:t>
            </a:r>
            <a:r>
              <a:rPr sz="2300" dirty="0">
                <a:solidFill>
                  <a:srgbClr val="FFFFFF"/>
                </a:solidFill>
                <a:latin typeface="Montserrat"/>
                <a:cs typeface="Montserrat"/>
              </a:rPr>
              <a:t> consequat.</a:t>
            </a:r>
            <a:endParaRPr sz="2300">
              <a:latin typeface="Montserrat"/>
              <a:cs typeface="Montserra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113636" y="6717911"/>
            <a:ext cx="5887720" cy="955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100" b="1" spc="-15" dirty="0">
                <a:solidFill>
                  <a:srgbClr val="FFFFFF"/>
                </a:solidFill>
                <a:latin typeface="Montserrat ExtraBold"/>
                <a:cs typeface="Montserrat ExtraBold"/>
              </a:rPr>
              <a:t>LOREM</a:t>
            </a:r>
            <a:r>
              <a:rPr sz="6100" b="1" spc="-85" dirty="0">
                <a:solidFill>
                  <a:srgbClr val="FFFFFF"/>
                </a:solidFill>
                <a:latin typeface="Montserrat ExtraBold"/>
                <a:cs typeface="Montserrat ExtraBold"/>
              </a:rPr>
              <a:t> </a:t>
            </a:r>
            <a:r>
              <a:rPr sz="6100" b="1" dirty="0">
                <a:solidFill>
                  <a:srgbClr val="FFFFFF"/>
                </a:solidFill>
                <a:latin typeface="Montserrat ExtraBold"/>
                <a:cs typeface="Montserrat ExtraBold"/>
              </a:rPr>
              <a:t>IPSUM</a:t>
            </a:r>
            <a:endParaRPr sz="6100">
              <a:latin typeface="Montserrat ExtraBold"/>
              <a:cs typeface="Montserrat ExtraBold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113636" y="7712813"/>
            <a:ext cx="6871970" cy="955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100" b="0" spc="-20" dirty="0">
                <a:solidFill>
                  <a:srgbClr val="FFFFFF"/>
                </a:solidFill>
                <a:latin typeface="Montserrat Light"/>
                <a:cs typeface="Montserrat Light"/>
              </a:rPr>
              <a:t>DOLOR</a:t>
            </a:r>
            <a:r>
              <a:rPr sz="6100" b="0" spc="-35" dirty="0">
                <a:solidFill>
                  <a:srgbClr val="FFFFFF"/>
                </a:solidFill>
                <a:latin typeface="Montserrat Light"/>
                <a:cs typeface="Montserrat Light"/>
              </a:rPr>
              <a:t> </a:t>
            </a:r>
            <a:r>
              <a:rPr sz="6100" b="0" dirty="0">
                <a:solidFill>
                  <a:srgbClr val="FFFFFF"/>
                </a:solidFill>
                <a:latin typeface="Montserrat Light"/>
                <a:cs typeface="Montserrat Light"/>
              </a:rPr>
              <a:t>SIT</a:t>
            </a:r>
            <a:r>
              <a:rPr sz="6100" b="0" spc="-35" dirty="0">
                <a:solidFill>
                  <a:srgbClr val="FFFFFF"/>
                </a:solidFill>
                <a:latin typeface="Montserrat Light"/>
                <a:cs typeface="Montserrat Light"/>
              </a:rPr>
              <a:t> </a:t>
            </a:r>
            <a:r>
              <a:rPr sz="6100" b="0" spc="-40" dirty="0">
                <a:solidFill>
                  <a:srgbClr val="FFFFFF"/>
                </a:solidFill>
                <a:latin typeface="Montserrat Light"/>
                <a:cs typeface="Montserrat Light"/>
              </a:rPr>
              <a:t>AMET,</a:t>
            </a:r>
            <a:endParaRPr sz="6100">
              <a:latin typeface="Montserrat Light"/>
              <a:cs typeface="Montserrat Ligh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113636" y="8707715"/>
            <a:ext cx="5935980" cy="955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100" b="0" spc="-95" dirty="0">
                <a:solidFill>
                  <a:srgbClr val="FFFFFF"/>
                </a:solidFill>
                <a:latin typeface="Montserrat Light"/>
                <a:cs typeface="Montserrat Light"/>
              </a:rPr>
              <a:t>C</a:t>
            </a:r>
            <a:r>
              <a:rPr sz="6100" b="0" dirty="0">
                <a:solidFill>
                  <a:srgbClr val="FFFFFF"/>
                </a:solidFill>
                <a:latin typeface="Montserrat Light"/>
                <a:cs typeface="Montserrat Light"/>
              </a:rPr>
              <a:t>ONS</a:t>
            </a:r>
            <a:r>
              <a:rPr sz="6100" b="0" spc="-25" dirty="0">
                <a:solidFill>
                  <a:srgbClr val="FFFFFF"/>
                </a:solidFill>
                <a:latin typeface="Montserrat Light"/>
                <a:cs typeface="Montserrat Light"/>
              </a:rPr>
              <a:t>E</a:t>
            </a:r>
            <a:r>
              <a:rPr sz="6100" b="0" spc="-55" dirty="0">
                <a:solidFill>
                  <a:srgbClr val="FFFFFF"/>
                </a:solidFill>
                <a:latin typeface="Montserrat Light"/>
                <a:cs typeface="Montserrat Light"/>
              </a:rPr>
              <a:t>C</a:t>
            </a:r>
            <a:r>
              <a:rPr sz="6100" b="0" dirty="0">
                <a:solidFill>
                  <a:srgbClr val="FFFFFF"/>
                </a:solidFill>
                <a:latin typeface="Montserrat Light"/>
                <a:cs typeface="Montserrat Light"/>
              </a:rPr>
              <a:t>TE</a:t>
            </a:r>
            <a:r>
              <a:rPr sz="6100" b="0" spc="-90" dirty="0">
                <a:solidFill>
                  <a:srgbClr val="FFFFFF"/>
                </a:solidFill>
                <a:latin typeface="Montserrat Light"/>
                <a:cs typeface="Montserrat Light"/>
              </a:rPr>
              <a:t>T</a:t>
            </a:r>
            <a:r>
              <a:rPr sz="6100" b="0" dirty="0">
                <a:solidFill>
                  <a:srgbClr val="FFFFFF"/>
                </a:solidFill>
                <a:latin typeface="Montserrat Light"/>
                <a:cs typeface="Montserrat Light"/>
              </a:rPr>
              <a:t>UR</a:t>
            </a:r>
            <a:endParaRPr sz="6100">
              <a:latin typeface="Montserrat Light"/>
              <a:cs typeface="Montserrat Ligh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771166" y="1637803"/>
            <a:ext cx="5943600" cy="1118870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 marR="5080">
              <a:lnSpc>
                <a:spcPts val="2870"/>
              </a:lnSpc>
              <a:spcBef>
                <a:spcPts val="195"/>
              </a:spcBef>
            </a:pPr>
            <a:r>
              <a:rPr sz="2400" spc="-20" dirty="0">
                <a:solidFill>
                  <a:srgbClr val="FFFFFF"/>
                </a:solidFill>
                <a:latin typeface="Montserrat"/>
                <a:cs typeface="Montserrat"/>
              </a:rPr>
              <a:t>Lorem</a:t>
            </a:r>
            <a:r>
              <a:rPr sz="2400" spc="-10" dirty="0">
                <a:solidFill>
                  <a:srgbClr val="FFFFFF"/>
                </a:solidFill>
                <a:latin typeface="Montserrat"/>
                <a:cs typeface="Montserrat"/>
              </a:rPr>
              <a:t> ipsum </a:t>
            </a:r>
            <a:r>
              <a:rPr sz="2400" spc="-5" dirty="0">
                <a:solidFill>
                  <a:srgbClr val="FFFFFF"/>
                </a:solidFill>
                <a:latin typeface="Montserrat"/>
                <a:cs typeface="Montserrat"/>
              </a:rPr>
              <a:t>dolor</a:t>
            </a:r>
            <a:r>
              <a:rPr sz="2400" spc="-10" dirty="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Montserrat"/>
                <a:cs typeface="Montserrat"/>
              </a:rPr>
              <a:t>sit amet,</a:t>
            </a:r>
            <a:r>
              <a:rPr sz="2400" spc="-10" dirty="0">
                <a:solidFill>
                  <a:srgbClr val="FFFFFF"/>
                </a:solidFill>
                <a:latin typeface="Montserrat"/>
                <a:cs typeface="Montserrat"/>
              </a:rPr>
              <a:t> consecur </a:t>
            </a:r>
            <a:r>
              <a:rPr sz="2400" spc="-5" dirty="0">
                <a:solidFill>
                  <a:srgbClr val="FFFFFF"/>
                </a:solidFill>
                <a:latin typeface="Montserrat"/>
                <a:cs typeface="Montserrat"/>
              </a:rPr>
              <a:t> adipiscing </a:t>
            </a:r>
            <a:r>
              <a:rPr sz="2400" dirty="0">
                <a:solidFill>
                  <a:srgbClr val="FFFFFF"/>
                </a:solidFill>
                <a:latin typeface="Montserrat"/>
                <a:cs typeface="Montserrat"/>
              </a:rPr>
              <a:t>elit, </a:t>
            </a:r>
            <a:r>
              <a:rPr sz="2400" spc="-10" dirty="0">
                <a:solidFill>
                  <a:srgbClr val="FFFFFF"/>
                </a:solidFill>
                <a:latin typeface="Montserrat"/>
                <a:cs typeface="Montserrat"/>
              </a:rPr>
              <a:t>sed do eiusmod </a:t>
            </a:r>
            <a:r>
              <a:rPr sz="2400" spc="-15" dirty="0">
                <a:solidFill>
                  <a:srgbClr val="FFFFFF"/>
                </a:solidFill>
                <a:latin typeface="Montserrat"/>
                <a:cs typeface="Montserrat"/>
              </a:rPr>
              <a:t>tempor </a:t>
            </a:r>
            <a:r>
              <a:rPr sz="2400" spc="-615" dirty="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Montserrat"/>
                <a:cs typeface="Montserrat"/>
              </a:rPr>
              <a:t>incididunt</a:t>
            </a:r>
            <a:r>
              <a:rPr sz="2400" spc="-15" dirty="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Montserrat"/>
                <a:cs typeface="Montserrat"/>
              </a:rPr>
              <a:t>ut</a:t>
            </a:r>
            <a:r>
              <a:rPr sz="2400" spc="-10" dirty="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sz="2400" spc="-15" dirty="0">
                <a:solidFill>
                  <a:srgbClr val="FFFFFF"/>
                </a:solidFill>
                <a:latin typeface="Montserrat"/>
                <a:cs typeface="Montserrat"/>
              </a:rPr>
              <a:t>labore</a:t>
            </a:r>
            <a:r>
              <a:rPr sz="2400" spc="-10" dirty="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Montserrat"/>
                <a:cs typeface="Montserrat"/>
              </a:rPr>
              <a:t>et</a:t>
            </a:r>
            <a:r>
              <a:rPr sz="2400" spc="-10" dirty="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sz="2400" spc="-15" dirty="0">
                <a:solidFill>
                  <a:srgbClr val="FFFFFF"/>
                </a:solidFill>
                <a:latin typeface="Montserrat"/>
                <a:cs typeface="Montserrat"/>
              </a:rPr>
              <a:t>dolore</a:t>
            </a:r>
            <a:r>
              <a:rPr sz="2400" spc="-10" dirty="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Montserrat"/>
                <a:cs typeface="Montserrat"/>
              </a:rPr>
              <a:t>magna.</a:t>
            </a:r>
            <a:endParaRPr sz="2400">
              <a:latin typeface="Montserrat"/>
              <a:cs typeface="Montserra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771177" y="964665"/>
            <a:ext cx="5276850" cy="5029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100" spc="20" dirty="0">
                <a:solidFill>
                  <a:srgbClr val="F1F1F1"/>
                </a:solidFill>
              </a:rPr>
              <a:t>DUIS</a:t>
            </a:r>
            <a:r>
              <a:rPr sz="3100" spc="-15" dirty="0">
                <a:solidFill>
                  <a:srgbClr val="F1F1F1"/>
                </a:solidFill>
              </a:rPr>
              <a:t> </a:t>
            </a:r>
            <a:r>
              <a:rPr sz="3100" spc="-5" dirty="0">
                <a:solidFill>
                  <a:srgbClr val="F1F1F1"/>
                </a:solidFill>
              </a:rPr>
              <a:t>AUTE</a:t>
            </a:r>
            <a:r>
              <a:rPr sz="3100" spc="100" dirty="0">
                <a:solidFill>
                  <a:srgbClr val="F1F1F1"/>
                </a:solidFill>
              </a:rPr>
              <a:t> </a:t>
            </a:r>
            <a:r>
              <a:rPr sz="3100" b="1" spc="20" dirty="0">
                <a:solidFill>
                  <a:srgbClr val="F1F1F1"/>
                </a:solidFill>
                <a:latin typeface="Montserrat ExtraBold"/>
                <a:cs typeface="Montserrat ExtraBold"/>
              </a:rPr>
              <a:t>IRURE</a:t>
            </a:r>
            <a:r>
              <a:rPr sz="3100" b="1" spc="-15" dirty="0">
                <a:solidFill>
                  <a:srgbClr val="F1F1F1"/>
                </a:solidFill>
                <a:latin typeface="Montserrat ExtraBold"/>
                <a:cs typeface="Montserrat ExtraBold"/>
              </a:rPr>
              <a:t> </a:t>
            </a:r>
            <a:r>
              <a:rPr sz="3100" b="1" spc="15" dirty="0">
                <a:solidFill>
                  <a:srgbClr val="F1F1F1"/>
                </a:solidFill>
                <a:latin typeface="Montserrat ExtraBold"/>
                <a:cs typeface="Montserrat ExtraBold"/>
              </a:rPr>
              <a:t>DOLOR</a:t>
            </a:r>
            <a:endParaRPr sz="3100">
              <a:latin typeface="Montserrat ExtraBold"/>
              <a:cs typeface="Montserrat ExtraBold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632064" y="1057119"/>
            <a:ext cx="628650" cy="628650"/>
          </a:xfrm>
          <a:prstGeom prst="rect">
            <a:avLst/>
          </a:prstGeom>
          <a:solidFill>
            <a:srgbClr val="C1272C"/>
          </a:solidFill>
        </p:spPr>
        <p:txBody>
          <a:bodyPr vert="horz" wrap="square" lIns="0" tIns="120650" rIns="0" bIns="0" rtlCol="0">
            <a:spAutoFit/>
          </a:bodyPr>
          <a:lstStyle/>
          <a:p>
            <a:pPr marL="170180">
              <a:lnSpc>
                <a:spcPct val="100000"/>
              </a:lnSpc>
              <a:spcBef>
                <a:spcPts val="950"/>
              </a:spcBef>
            </a:pPr>
            <a:r>
              <a:rPr sz="2150" b="1" spc="-15" dirty="0">
                <a:solidFill>
                  <a:srgbClr val="F1F1F1"/>
                </a:solidFill>
                <a:latin typeface="Montserrat SemiBold"/>
                <a:cs typeface="Montserrat SemiBold"/>
              </a:rPr>
              <a:t>01</a:t>
            </a:r>
            <a:endParaRPr sz="2150">
              <a:latin typeface="Montserrat SemiBold"/>
              <a:cs typeface="Montserrat SemiBold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771166" y="3954251"/>
            <a:ext cx="5943600" cy="2048510"/>
          </a:xfrm>
          <a:prstGeom prst="rect">
            <a:avLst/>
          </a:prstGeom>
        </p:spPr>
        <p:txBody>
          <a:bodyPr vert="horz" wrap="square" lIns="0" tIns="273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150"/>
              </a:spcBef>
            </a:pPr>
            <a:r>
              <a:rPr sz="3100" b="0" spc="20" dirty="0">
                <a:solidFill>
                  <a:srgbClr val="F1F1F1"/>
                </a:solidFill>
                <a:latin typeface="Montserrat Light"/>
                <a:cs typeface="Montserrat Light"/>
              </a:rPr>
              <a:t>DUIS</a:t>
            </a:r>
            <a:r>
              <a:rPr sz="3100" b="0" spc="-10" dirty="0">
                <a:solidFill>
                  <a:srgbClr val="F1F1F1"/>
                </a:solidFill>
                <a:latin typeface="Montserrat Light"/>
                <a:cs typeface="Montserrat Light"/>
              </a:rPr>
              <a:t> </a:t>
            </a:r>
            <a:r>
              <a:rPr sz="3100" b="0" spc="-5" dirty="0">
                <a:solidFill>
                  <a:srgbClr val="F1F1F1"/>
                </a:solidFill>
                <a:latin typeface="Montserrat Light"/>
                <a:cs typeface="Montserrat Light"/>
              </a:rPr>
              <a:t>AUTE</a:t>
            </a:r>
            <a:r>
              <a:rPr sz="3100" b="0" spc="100" dirty="0">
                <a:solidFill>
                  <a:srgbClr val="F1F1F1"/>
                </a:solidFill>
                <a:latin typeface="Montserrat Light"/>
                <a:cs typeface="Montserrat Light"/>
              </a:rPr>
              <a:t> </a:t>
            </a:r>
            <a:r>
              <a:rPr sz="3100" b="1" spc="20" dirty="0">
                <a:solidFill>
                  <a:srgbClr val="F1F1F1"/>
                </a:solidFill>
                <a:latin typeface="Montserrat ExtraBold"/>
                <a:cs typeface="Montserrat ExtraBold"/>
              </a:rPr>
              <a:t>IRURE</a:t>
            </a:r>
            <a:r>
              <a:rPr sz="3100" b="1" spc="-5" dirty="0">
                <a:solidFill>
                  <a:srgbClr val="F1F1F1"/>
                </a:solidFill>
                <a:latin typeface="Montserrat ExtraBold"/>
                <a:cs typeface="Montserrat ExtraBold"/>
              </a:rPr>
              <a:t> </a:t>
            </a:r>
            <a:r>
              <a:rPr sz="3100" b="1" spc="15" dirty="0">
                <a:solidFill>
                  <a:srgbClr val="F1F1F1"/>
                </a:solidFill>
                <a:latin typeface="Montserrat ExtraBold"/>
                <a:cs typeface="Montserrat ExtraBold"/>
              </a:rPr>
              <a:t>DOLOR</a:t>
            </a:r>
            <a:endParaRPr sz="3100">
              <a:latin typeface="Montserrat ExtraBold"/>
              <a:cs typeface="Montserrat ExtraBold"/>
            </a:endParaRPr>
          </a:p>
          <a:p>
            <a:pPr marL="12700" marR="5080">
              <a:lnSpc>
                <a:spcPts val="2870"/>
              </a:lnSpc>
              <a:spcBef>
                <a:spcPts val="1645"/>
              </a:spcBef>
            </a:pPr>
            <a:r>
              <a:rPr sz="2400" spc="-20" dirty="0">
                <a:solidFill>
                  <a:srgbClr val="FFFFFF"/>
                </a:solidFill>
                <a:latin typeface="Montserrat"/>
                <a:cs typeface="Montserrat"/>
              </a:rPr>
              <a:t>Lorem</a:t>
            </a:r>
            <a:r>
              <a:rPr sz="2400" spc="-10" dirty="0">
                <a:solidFill>
                  <a:srgbClr val="FFFFFF"/>
                </a:solidFill>
                <a:latin typeface="Montserrat"/>
                <a:cs typeface="Montserrat"/>
              </a:rPr>
              <a:t> ipsum </a:t>
            </a:r>
            <a:r>
              <a:rPr sz="2400" spc="-5" dirty="0">
                <a:solidFill>
                  <a:srgbClr val="FFFFFF"/>
                </a:solidFill>
                <a:latin typeface="Montserrat"/>
                <a:cs typeface="Montserrat"/>
              </a:rPr>
              <a:t>dolor</a:t>
            </a:r>
            <a:r>
              <a:rPr sz="2400" spc="-10" dirty="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Montserrat"/>
                <a:cs typeface="Montserrat"/>
              </a:rPr>
              <a:t>sit amet,</a:t>
            </a:r>
            <a:r>
              <a:rPr sz="2400" spc="-10" dirty="0">
                <a:solidFill>
                  <a:srgbClr val="FFFFFF"/>
                </a:solidFill>
                <a:latin typeface="Montserrat"/>
                <a:cs typeface="Montserrat"/>
              </a:rPr>
              <a:t> consecur </a:t>
            </a:r>
            <a:r>
              <a:rPr sz="2400" spc="-5" dirty="0">
                <a:solidFill>
                  <a:srgbClr val="FFFFFF"/>
                </a:solidFill>
                <a:latin typeface="Montserrat"/>
                <a:cs typeface="Montserrat"/>
              </a:rPr>
              <a:t> adipiscing </a:t>
            </a:r>
            <a:r>
              <a:rPr sz="2400" dirty="0">
                <a:solidFill>
                  <a:srgbClr val="FFFFFF"/>
                </a:solidFill>
                <a:latin typeface="Montserrat"/>
                <a:cs typeface="Montserrat"/>
              </a:rPr>
              <a:t>elit, </a:t>
            </a:r>
            <a:r>
              <a:rPr sz="2400" spc="-10" dirty="0">
                <a:solidFill>
                  <a:srgbClr val="FFFFFF"/>
                </a:solidFill>
                <a:latin typeface="Montserrat"/>
                <a:cs typeface="Montserrat"/>
              </a:rPr>
              <a:t>sed do eiusmod </a:t>
            </a:r>
            <a:r>
              <a:rPr sz="2400" spc="-15" dirty="0">
                <a:solidFill>
                  <a:srgbClr val="FFFFFF"/>
                </a:solidFill>
                <a:latin typeface="Montserrat"/>
                <a:cs typeface="Montserrat"/>
              </a:rPr>
              <a:t>tempor </a:t>
            </a:r>
            <a:r>
              <a:rPr sz="2400" spc="-615" dirty="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Montserrat"/>
                <a:cs typeface="Montserrat"/>
              </a:rPr>
              <a:t>incididunt</a:t>
            </a:r>
            <a:r>
              <a:rPr sz="2400" spc="-15" dirty="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Montserrat"/>
                <a:cs typeface="Montserrat"/>
              </a:rPr>
              <a:t>ut</a:t>
            </a:r>
            <a:r>
              <a:rPr sz="2400" spc="-10" dirty="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sz="2400" spc="-15" dirty="0">
                <a:solidFill>
                  <a:srgbClr val="FFFFFF"/>
                </a:solidFill>
                <a:latin typeface="Montserrat"/>
                <a:cs typeface="Montserrat"/>
              </a:rPr>
              <a:t>labore</a:t>
            </a:r>
            <a:r>
              <a:rPr sz="2400" spc="-10" dirty="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Montserrat"/>
                <a:cs typeface="Montserrat"/>
              </a:rPr>
              <a:t>et</a:t>
            </a:r>
            <a:r>
              <a:rPr sz="2400" spc="-10" dirty="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sz="2400" spc="-15" dirty="0">
                <a:solidFill>
                  <a:srgbClr val="FFFFFF"/>
                </a:solidFill>
                <a:latin typeface="Montserrat"/>
                <a:cs typeface="Montserrat"/>
              </a:rPr>
              <a:t>dolore</a:t>
            </a:r>
            <a:r>
              <a:rPr sz="2400" spc="-10" dirty="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Montserrat"/>
                <a:cs typeface="Montserrat"/>
              </a:rPr>
              <a:t>magna.</a:t>
            </a:r>
            <a:endParaRPr sz="2400">
              <a:latin typeface="Montserrat"/>
              <a:cs typeface="Montserra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632064" y="4303094"/>
            <a:ext cx="628650" cy="628650"/>
          </a:xfrm>
          <a:prstGeom prst="rect">
            <a:avLst/>
          </a:prstGeom>
          <a:solidFill>
            <a:srgbClr val="C1272C"/>
          </a:solidFill>
        </p:spPr>
        <p:txBody>
          <a:bodyPr vert="horz" wrap="square" lIns="0" tIns="120650" rIns="0" bIns="0" rtlCol="0">
            <a:spAutoFit/>
          </a:bodyPr>
          <a:lstStyle/>
          <a:p>
            <a:pPr marL="142875">
              <a:lnSpc>
                <a:spcPct val="100000"/>
              </a:lnSpc>
              <a:spcBef>
                <a:spcPts val="950"/>
              </a:spcBef>
            </a:pPr>
            <a:r>
              <a:rPr sz="2150" b="1" spc="-15" dirty="0">
                <a:solidFill>
                  <a:srgbClr val="F1F1F1"/>
                </a:solidFill>
                <a:latin typeface="Montserrat SemiBold"/>
                <a:cs typeface="Montserrat SemiBold"/>
              </a:rPr>
              <a:t>02</a:t>
            </a:r>
            <a:endParaRPr sz="2150">
              <a:latin typeface="Montserrat SemiBold"/>
              <a:cs typeface="Montserrat SemiBold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771166" y="7200232"/>
            <a:ext cx="5943600" cy="2048510"/>
          </a:xfrm>
          <a:prstGeom prst="rect">
            <a:avLst/>
          </a:prstGeom>
        </p:spPr>
        <p:txBody>
          <a:bodyPr vert="horz" wrap="square" lIns="0" tIns="273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150"/>
              </a:spcBef>
            </a:pPr>
            <a:r>
              <a:rPr sz="3100" b="0" spc="20" dirty="0">
                <a:solidFill>
                  <a:srgbClr val="F1F1F1"/>
                </a:solidFill>
                <a:latin typeface="Montserrat Light"/>
                <a:cs typeface="Montserrat Light"/>
              </a:rPr>
              <a:t>DUIS</a:t>
            </a:r>
            <a:r>
              <a:rPr sz="3100" b="0" spc="-10" dirty="0">
                <a:solidFill>
                  <a:srgbClr val="F1F1F1"/>
                </a:solidFill>
                <a:latin typeface="Montserrat Light"/>
                <a:cs typeface="Montserrat Light"/>
              </a:rPr>
              <a:t> </a:t>
            </a:r>
            <a:r>
              <a:rPr sz="3100" b="0" spc="-5" dirty="0">
                <a:solidFill>
                  <a:srgbClr val="F1F1F1"/>
                </a:solidFill>
                <a:latin typeface="Montserrat Light"/>
                <a:cs typeface="Montserrat Light"/>
              </a:rPr>
              <a:t>AUTE</a:t>
            </a:r>
            <a:r>
              <a:rPr sz="3100" b="0" spc="100" dirty="0">
                <a:solidFill>
                  <a:srgbClr val="F1F1F1"/>
                </a:solidFill>
                <a:latin typeface="Montserrat Light"/>
                <a:cs typeface="Montserrat Light"/>
              </a:rPr>
              <a:t> </a:t>
            </a:r>
            <a:r>
              <a:rPr sz="3100" b="1" spc="20" dirty="0">
                <a:solidFill>
                  <a:srgbClr val="F1F1F1"/>
                </a:solidFill>
                <a:latin typeface="Montserrat ExtraBold"/>
                <a:cs typeface="Montserrat ExtraBold"/>
              </a:rPr>
              <a:t>IRURE</a:t>
            </a:r>
            <a:r>
              <a:rPr sz="3100" b="1" spc="-5" dirty="0">
                <a:solidFill>
                  <a:srgbClr val="F1F1F1"/>
                </a:solidFill>
                <a:latin typeface="Montserrat ExtraBold"/>
                <a:cs typeface="Montserrat ExtraBold"/>
              </a:rPr>
              <a:t> </a:t>
            </a:r>
            <a:r>
              <a:rPr sz="3100" b="1" spc="15" dirty="0">
                <a:solidFill>
                  <a:srgbClr val="F1F1F1"/>
                </a:solidFill>
                <a:latin typeface="Montserrat ExtraBold"/>
                <a:cs typeface="Montserrat ExtraBold"/>
              </a:rPr>
              <a:t>DOLOR</a:t>
            </a:r>
            <a:endParaRPr sz="3100">
              <a:latin typeface="Montserrat ExtraBold"/>
              <a:cs typeface="Montserrat ExtraBold"/>
            </a:endParaRPr>
          </a:p>
          <a:p>
            <a:pPr marL="12700" marR="5080">
              <a:lnSpc>
                <a:spcPts val="2870"/>
              </a:lnSpc>
              <a:spcBef>
                <a:spcPts val="1645"/>
              </a:spcBef>
            </a:pPr>
            <a:r>
              <a:rPr sz="2400" spc="-20" dirty="0">
                <a:solidFill>
                  <a:srgbClr val="FFFFFF"/>
                </a:solidFill>
                <a:latin typeface="Montserrat"/>
                <a:cs typeface="Montserrat"/>
              </a:rPr>
              <a:t>Lorem</a:t>
            </a:r>
            <a:r>
              <a:rPr sz="2400" spc="-10" dirty="0">
                <a:solidFill>
                  <a:srgbClr val="FFFFFF"/>
                </a:solidFill>
                <a:latin typeface="Montserrat"/>
                <a:cs typeface="Montserrat"/>
              </a:rPr>
              <a:t> ipsum </a:t>
            </a:r>
            <a:r>
              <a:rPr sz="2400" spc="-5" dirty="0">
                <a:solidFill>
                  <a:srgbClr val="FFFFFF"/>
                </a:solidFill>
                <a:latin typeface="Montserrat"/>
                <a:cs typeface="Montserrat"/>
              </a:rPr>
              <a:t>dolor</a:t>
            </a:r>
            <a:r>
              <a:rPr sz="2400" spc="-10" dirty="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Montserrat"/>
                <a:cs typeface="Montserrat"/>
              </a:rPr>
              <a:t>sit amet,</a:t>
            </a:r>
            <a:r>
              <a:rPr sz="2400" spc="-10" dirty="0">
                <a:solidFill>
                  <a:srgbClr val="FFFFFF"/>
                </a:solidFill>
                <a:latin typeface="Montserrat"/>
                <a:cs typeface="Montserrat"/>
              </a:rPr>
              <a:t> consecur </a:t>
            </a:r>
            <a:r>
              <a:rPr sz="2400" spc="-5" dirty="0">
                <a:solidFill>
                  <a:srgbClr val="FFFFFF"/>
                </a:solidFill>
                <a:latin typeface="Montserrat"/>
                <a:cs typeface="Montserrat"/>
              </a:rPr>
              <a:t> adipiscing </a:t>
            </a:r>
            <a:r>
              <a:rPr sz="2400" dirty="0">
                <a:solidFill>
                  <a:srgbClr val="FFFFFF"/>
                </a:solidFill>
                <a:latin typeface="Montserrat"/>
                <a:cs typeface="Montserrat"/>
              </a:rPr>
              <a:t>elit, </a:t>
            </a:r>
            <a:r>
              <a:rPr sz="2400" spc="-10" dirty="0">
                <a:solidFill>
                  <a:srgbClr val="FFFFFF"/>
                </a:solidFill>
                <a:latin typeface="Montserrat"/>
                <a:cs typeface="Montserrat"/>
              </a:rPr>
              <a:t>sed do eiusmod </a:t>
            </a:r>
            <a:r>
              <a:rPr sz="2400" spc="-15" dirty="0">
                <a:solidFill>
                  <a:srgbClr val="FFFFFF"/>
                </a:solidFill>
                <a:latin typeface="Montserrat"/>
                <a:cs typeface="Montserrat"/>
              </a:rPr>
              <a:t>tempor </a:t>
            </a:r>
            <a:r>
              <a:rPr sz="2400" spc="-615" dirty="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Montserrat"/>
                <a:cs typeface="Montserrat"/>
              </a:rPr>
              <a:t>incididunt</a:t>
            </a:r>
            <a:r>
              <a:rPr sz="2400" spc="-15" dirty="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Montserrat"/>
                <a:cs typeface="Montserrat"/>
              </a:rPr>
              <a:t>ut</a:t>
            </a:r>
            <a:r>
              <a:rPr sz="2400" spc="-10" dirty="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sz="2400" spc="-15" dirty="0">
                <a:solidFill>
                  <a:srgbClr val="FFFFFF"/>
                </a:solidFill>
                <a:latin typeface="Montserrat"/>
                <a:cs typeface="Montserrat"/>
              </a:rPr>
              <a:t>labore</a:t>
            </a:r>
            <a:r>
              <a:rPr sz="2400" spc="-10" dirty="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Montserrat"/>
                <a:cs typeface="Montserrat"/>
              </a:rPr>
              <a:t>et</a:t>
            </a:r>
            <a:r>
              <a:rPr sz="2400" spc="-10" dirty="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sz="2400" spc="-15" dirty="0">
                <a:solidFill>
                  <a:srgbClr val="FFFFFF"/>
                </a:solidFill>
                <a:latin typeface="Montserrat"/>
                <a:cs typeface="Montserrat"/>
              </a:rPr>
              <a:t>dolore</a:t>
            </a:r>
            <a:r>
              <a:rPr sz="2400" spc="-10" dirty="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Montserrat"/>
                <a:cs typeface="Montserrat"/>
              </a:rPr>
              <a:t>magna.</a:t>
            </a:r>
            <a:endParaRPr sz="2400">
              <a:latin typeface="Montserrat"/>
              <a:cs typeface="Montserra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632064" y="7549068"/>
            <a:ext cx="628650" cy="628650"/>
          </a:xfrm>
          <a:prstGeom prst="rect">
            <a:avLst/>
          </a:prstGeom>
          <a:solidFill>
            <a:srgbClr val="C1272C"/>
          </a:solidFill>
        </p:spPr>
        <p:txBody>
          <a:bodyPr vert="horz" wrap="square" lIns="0" tIns="120650" rIns="0" bIns="0" rtlCol="0">
            <a:spAutoFit/>
          </a:bodyPr>
          <a:lstStyle/>
          <a:p>
            <a:pPr marL="143510">
              <a:lnSpc>
                <a:spcPct val="100000"/>
              </a:lnSpc>
              <a:spcBef>
                <a:spcPts val="950"/>
              </a:spcBef>
            </a:pPr>
            <a:r>
              <a:rPr sz="2150" b="1" spc="-25" dirty="0">
                <a:solidFill>
                  <a:srgbClr val="F1F1F1"/>
                </a:solidFill>
                <a:latin typeface="Montserrat SemiBold"/>
                <a:cs typeface="Montserrat SemiBold"/>
              </a:rPr>
              <a:t>03</a:t>
            </a:r>
            <a:endParaRPr sz="2150">
              <a:latin typeface="Montserrat SemiBold"/>
              <a:cs typeface="Montserrat SemiBold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34388" y="1403567"/>
            <a:ext cx="6871970" cy="65728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7000"/>
              </a:lnSpc>
              <a:spcBef>
                <a:spcPts val="100"/>
              </a:spcBef>
            </a:pPr>
            <a:r>
              <a:rPr sz="6100" b="1" spc="-15" dirty="0">
                <a:solidFill>
                  <a:srgbClr val="333333"/>
                </a:solidFill>
                <a:latin typeface="Montserrat ExtraBold"/>
                <a:cs typeface="Montserrat ExtraBold"/>
              </a:rPr>
              <a:t>LOREM </a:t>
            </a:r>
            <a:r>
              <a:rPr sz="6100" b="1" dirty="0">
                <a:solidFill>
                  <a:srgbClr val="333333"/>
                </a:solidFill>
                <a:latin typeface="Montserrat ExtraBold"/>
                <a:cs typeface="Montserrat ExtraBold"/>
              </a:rPr>
              <a:t>IPSUM </a:t>
            </a:r>
            <a:r>
              <a:rPr sz="6100" b="1" spc="5" dirty="0">
                <a:solidFill>
                  <a:srgbClr val="333333"/>
                </a:solidFill>
                <a:latin typeface="Montserrat ExtraBold"/>
                <a:cs typeface="Montserrat ExtraBold"/>
              </a:rPr>
              <a:t> </a:t>
            </a:r>
            <a:r>
              <a:rPr sz="6100" b="0" spc="-20" dirty="0">
                <a:solidFill>
                  <a:srgbClr val="333333"/>
                </a:solidFill>
                <a:latin typeface="Montserrat Light"/>
                <a:cs typeface="Montserrat Light"/>
              </a:rPr>
              <a:t>DOLOR</a:t>
            </a:r>
            <a:r>
              <a:rPr sz="6100" b="0" spc="-35" dirty="0">
                <a:solidFill>
                  <a:srgbClr val="333333"/>
                </a:solidFill>
                <a:latin typeface="Montserrat Light"/>
                <a:cs typeface="Montserrat Light"/>
              </a:rPr>
              <a:t> </a:t>
            </a:r>
            <a:r>
              <a:rPr sz="6100" b="0" dirty="0">
                <a:solidFill>
                  <a:srgbClr val="333333"/>
                </a:solidFill>
                <a:latin typeface="Montserrat Light"/>
                <a:cs typeface="Montserrat Light"/>
              </a:rPr>
              <a:t>SIT</a:t>
            </a:r>
            <a:r>
              <a:rPr sz="6100" b="0" spc="-35" dirty="0">
                <a:solidFill>
                  <a:srgbClr val="333333"/>
                </a:solidFill>
                <a:latin typeface="Montserrat Light"/>
                <a:cs typeface="Montserrat Light"/>
              </a:rPr>
              <a:t> </a:t>
            </a:r>
            <a:r>
              <a:rPr sz="6100" b="0" spc="-40" dirty="0">
                <a:solidFill>
                  <a:srgbClr val="333333"/>
                </a:solidFill>
                <a:latin typeface="Montserrat Light"/>
                <a:cs typeface="Montserrat Light"/>
              </a:rPr>
              <a:t>AMET, </a:t>
            </a:r>
            <a:r>
              <a:rPr sz="6100" b="0" spc="-1555" dirty="0">
                <a:solidFill>
                  <a:srgbClr val="333333"/>
                </a:solidFill>
                <a:latin typeface="Montserrat Light"/>
                <a:cs typeface="Montserrat Light"/>
              </a:rPr>
              <a:t> </a:t>
            </a:r>
            <a:r>
              <a:rPr sz="6100" b="0" spc="-25" dirty="0">
                <a:solidFill>
                  <a:srgbClr val="333333"/>
                </a:solidFill>
                <a:latin typeface="Montserrat Light"/>
                <a:cs typeface="Montserrat Light"/>
              </a:rPr>
              <a:t>CONSECTETUR</a:t>
            </a:r>
            <a:endParaRPr sz="6100">
              <a:latin typeface="Montserrat Light"/>
              <a:cs typeface="Montserrat Light"/>
            </a:endParaRPr>
          </a:p>
          <a:p>
            <a:pPr marL="55244" marR="84455">
              <a:lnSpc>
                <a:spcPct val="100000"/>
              </a:lnSpc>
              <a:spcBef>
                <a:spcPts val="3525"/>
              </a:spcBef>
            </a:pPr>
            <a:r>
              <a:rPr sz="2550" spc="-10" dirty="0">
                <a:solidFill>
                  <a:srgbClr val="4D4D4D"/>
                </a:solidFill>
                <a:latin typeface="Montserrat"/>
                <a:cs typeface="Montserrat"/>
              </a:rPr>
              <a:t>Lorem</a:t>
            </a:r>
            <a:r>
              <a:rPr sz="2550" spc="-5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550" dirty="0">
                <a:solidFill>
                  <a:srgbClr val="4D4D4D"/>
                </a:solidFill>
                <a:latin typeface="Montserrat"/>
                <a:cs typeface="Montserrat"/>
              </a:rPr>
              <a:t>ipsum dolor sit </a:t>
            </a:r>
            <a:r>
              <a:rPr sz="2550" spc="5" dirty="0">
                <a:solidFill>
                  <a:srgbClr val="4D4D4D"/>
                </a:solidFill>
                <a:latin typeface="Montserrat"/>
                <a:cs typeface="Montserrat"/>
              </a:rPr>
              <a:t>amet,</a:t>
            </a:r>
            <a:r>
              <a:rPr sz="2550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550" spc="-5" dirty="0">
                <a:solidFill>
                  <a:srgbClr val="4D4D4D"/>
                </a:solidFill>
                <a:latin typeface="Montserrat"/>
                <a:cs typeface="Montserrat"/>
              </a:rPr>
              <a:t>consectetur </a:t>
            </a:r>
            <a:r>
              <a:rPr sz="2550" dirty="0">
                <a:solidFill>
                  <a:srgbClr val="4D4D4D"/>
                </a:solidFill>
                <a:latin typeface="Montserrat"/>
                <a:cs typeface="Montserrat"/>
              </a:rPr>
              <a:t> adipiscing </a:t>
            </a:r>
            <a:r>
              <a:rPr sz="2550" spc="5" dirty="0">
                <a:solidFill>
                  <a:srgbClr val="4D4D4D"/>
                </a:solidFill>
                <a:latin typeface="Montserrat"/>
                <a:cs typeface="Montserrat"/>
              </a:rPr>
              <a:t>elit, </a:t>
            </a:r>
            <a:r>
              <a:rPr sz="2550" dirty="0">
                <a:solidFill>
                  <a:srgbClr val="4D4D4D"/>
                </a:solidFill>
                <a:latin typeface="Montserrat"/>
                <a:cs typeface="Montserrat"/>
              </a:rPr>
              <a:t>sed do eiusmod </a:t>
            </a:r>
            <a:r>
              <a:rPr sz="2550" spc="-5" dirty="0">
                <a:solidFill>
                  <a:srgbClr val="4D4D4D"/>
                </a:solidFill>
                <a:latin typeface="Montserrat"/>
                <a:cs typeface="Montserrat"/>
              </a:rPr>
              <a:t>tempor </a:t>
            </a:r>
            <a:r>
              <a:rPr sz="2550" dirty="0">
                <a:solidFill>
                  <a:srgbClr val="4D4D4D"/>
                </a:solidFill>
                <a:latin typeface="Montserrat"/>
                <a:cs typeface="Montserrat"/>
              </a:rPr>
              <a:t> incididunt</a:t>
            </a:r>
            <a:r>
              <a:rPr sz="2550" spc="-5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550" dirty="0">
                <a:solidFill>
                  <a:srgbClr val="4D4D4D"/>
                </a:solidFill>
                <a:latin typeface="Montserrat"/>
                <a:cs typeface="Montserrat"/>
              </a:rPr>
              <a:t>ut </a:t>
            </a:r>
            <a:r>
              <a:rPr sz="2550" spc="-5" dirty="0">
                <a:solidFill>
                  <a:srgbClr val="4D4D4D"/>
                </a:solidFill>
                <a:latin typeface="Montserrat"/>
                <a:cs typeface="Montserrat"/>
              </a:rPr>
              <a:t>labore </a:t>
            </a:r>
            <a:r>
              <a:rPr sz="2550" dirty="0">
                <a:solidFill>
                  <a:srgbClr val="4D4D4D"/>
                </a:solidFill>
                <a:latin typeface="Montserrat"/>
                <a:cs typeface="Montserrat"/>
              </a:rPr>
              <a:t>et </a:t>
            </a:r>
            <a:r>
              <a:rPr sz="2550" spc="-5" dirty="0">
                <a:solidFill>
                  <a:srgbClr val="4D4D4D"/>
                </a:solidFill>
                <a:latin typeface="Montserrat"/>
                <a:cs typeface="Montserrat"/>
              </a:rPr>
              <a:t>dolore</a:t>
            </a:r>
            <a:r>
              <a:rPr sz="2550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550" spc="5" dirty="0">
                <a:solidFill>
                  <a:srgbClr val="4D4D4D"/>
                </a:solidFill>
                <a:latin typeface="Montserrat"/>
                <a:cs typeface="Montserrat"/>
              </a:rPr>
              <a:t>magna </a:t>
            </a:r>
            <a:r>
              <a:rPr sz="2550" spc="10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550" dirty="0">
                <a:solidFill>
                  <a:srgbClr val="4D4D4D"/>
                </a:solidFill>
                <a:latin typeface="Montserrat"/>
                <a:cs typeface="Montserrat"/>
              </a:rPr>
              <a:t>aliqua. Ut enim </a:t>
            </a:r>
            <a:r>
              <a:rPr sz="2550" spc="5" dirty="0">
                <a:solidFill>
                  <a:srgbClr val="4D4D4D"/>
                </a:solidFill>
                <a:latin typeface="Montserrat"/>
                <a:cs typeface="Montserrat"/>
              </a:rPr>
              <a:t>ad </a:t>
            </a:r>
            <a:r>
              <a:rPr sz="2550" dirty="0">
                <a:solidFill>
                  <a:srgbClr val="4D4D4D"/>
                </a:solidFill>
                <a:latin typeface="Montserrat"/>
                <a:cs typeface="Montserrat"/>
              </a:rPr>
              <a:t>minim </a:t>
            </a:r>
            <a:r>
              <a:rPr sz="2550" spc="-5" dirty="0">
                <a:solidFill>
                  <a:srgbClr val="4D4D4D"/>
                </a:solidFill>
                <a:latin typeface="Montserrat"/>
                <a:cs typeface="Montserrat"/>
              </a:rPr>
              <a:t>veniam, </a:t>
            </a:r>
            <a:r>
              <a:rPr sz="2550" dirty="0">
                <a:solidFill>
                  <a:srgbClr val="4D4D4D"/>
                </a:solidFill>
                <a:latin typeface="Montserrat"/>
                <a:cs typeface="Montserrat"/>
              </a:rPr>
              <a:t>quis </a:t>
            </a:r>
            <a:r>
              <a:rPr sz="2550" spc="5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550" dirty="0">
                <a:solidFill>
                  <a:srgbClr val="4D4D4D"/>
                </a:solidFill>
                <a:latin typeface="Montserrat"/>
                <a:cs typeface="Montserrat"/>
              </a:rPr>
              <a:t>nostrud </a:t>
            </a:r>
            <a:r>
              <a:rPr sz="2550" spc="-10" dirty="0">
                <a:solidFill>
                  <a:srgbClr val="4D4D4D"/>
                </a:solidFill>
                <a:latin typeface="Montserrat"/>
                <a:cs typeface="Montserrat"/>
              </a:rPr>
              <a:t>exercitation</a:t>
            </a:r>
            <a:r>
              <a:rPr sz="2550" dirty="0">
                <a:solidFill>
                  <a:srgbClr val="4D4D4D"/>
                </a:solidFill>
                <a:latin typeface="Montserrat"/>
                <a:cs typeface="Montserrat"/>
              </a:rPr>
              <a:t> ullamco </a:t>
            </a:r>
            <a:r>
              <a:rPr sz="2550" spc="-5" dirty="0">
                <a:solidFill>
                  <a:srgbClr val="4D4D4D"/>
                </a:solidFill>
                <a:latin typeface="Montserrat"/>
                <a:cs typeface="Montserrat"/>
              </a:rPr>
              <a:t>laboris</a:t>
            </a:r>
            <a:r>
              <a:rPr sz="2550" dirty="0">
                <a:solidFill>
                  <a:srgbClr val="4D4D4D"/>
                </a:solidFill>
                <a:latin typeface="Montserrat"/>
                <a:cs typeface="Montserrat"/>
              </a:rPr>
              <a:t> nisi </a:t>
            </a:r>
            <a:r>
              <a:rPr sz="2550" spc="5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550" dirty="0">
                <a:solidFill>
                  <a:srgbClr val="4D4D4D"/>
                </a:solidFill>
                <a:latin typeface="Montserrat"/>
                <a:cs typeface="Montserrat"/>
              </a:rPr>
              <a:t>ut</a:t>
            </a:r>
            <a:r>
              <a:rPr sz="2550" spc="-5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550" dirty="0">
                <a:solidFill>
                  <a:srgbClr val="4D4D4D"/>
                </a:solidFill>
                <a:latin typeface="Montserrat"/>
                <a:cs typeface="Montserrat"/>
              </a:rPr>
              <a:t>aliquip </a:t>
            </a:r>
            <a:r>
              <a:rPr sz="2550" spc="-20" dirty="0">
                <a:solidFill>
                  <a:srgbClr val="4D4D4D"/>
                </a:solidFill>
                <a:latin typeface="Montserrat"/>
                <a:cs typeface="Montserrat"/>
              </a:rPr>
              <a:t>ex</a:t>
            </a:r>
            <a:r>
              <a:rPr sz="2550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550" spc="-20" dirty="0">
                <a:solidFill>
                  <a:srgbClr val="4D4D4D"/>
                </a:solidFill>
                <a:latin typeface="Montserrat"/>
                <a:cs typeface="Montserrat"/>
              </a:rPr>
              <a:t>ea</a:t>
            </a:r>
            <a:r>
              <a:rPr sz="2550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550" spc="5" dirty="0">
                <a:solidFill>
                  <a:srgbClr val="4D4D4D"/>
                </a:solidFill>
                <a:latin typeface="Montserrat"/>
                <a:cs typeface="Montserrat"/>
              </a:rPr>
              <a:t>modo</a:t>
            </a:r>
            <a:r>
              <a:rPr sz="2550" dirty="0">
                <a:solidFill>
                  <a:srgbClr val="4D4D4D"/>
                </a:solidFill>
                <a:latin typeface="Montserrat"/>
                <a:cs typeface="Montserrat"/>
              </a:rPr>
              <a:t> consequat.</a:t>
            </a:r>
            <a:r>
              <a:rPr sz="2550" spc="-5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550" dirty="0">
                <a:solidFill>
                  <a:srgbClr val="4D4D4D"/>
                </a:solidFill>
                <a:latin typeface="Montserrat"/>
                <a:cs typeface="Montserrat"/>
              </a:rPr>
              <a:t>Duis </a:t>
            </a:r>
            <a:r>
              <a:rPr sz="2550" spc="5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550" spc="-10" dirty="0">
                <a:solidFill>
                  <a:srgbClr val="4D4D4D"/>
                </a:solidFill>
                <a:latin typeface="Montserrat"/>
                <a:cs typeface="Montserrat"/>
              </a:rPr>
              <a:t>aute </a:t>
            </a:r>
            <a:r>
              <a:rPr sz="2550" spc="-5" dirty="0">
                <a:solidFill>
                  <a:srgbClr val="4D4D4D"/>
                </a:solidFill>
                <a:latin typeface="Montserrat"/>
                <a:cs typeface="Montserrat"/>
              </a:rPr>
              <a:t>irure </a:t>
            </a:r>
            <a:r>
              <a:rPr sz="2550" dirty="0">
                <a:solidFill>
                  <a:srgbClr val="4D4D4D"/>
                </a:solidFill>
                <a:latin typeface="Montserrat"/>
                <a:cs typeface="Montserrat"/>
              </a:rPr>
              <a:t>dolor in </a:t>
            </a:r>
            <a:r>
              <a:rPr sz="2550" spc="-5" dirty="0">
                <a:solidFill>
                  <a:srgbClr val="4D4D4D"/>
                </a:solidFill>
                <a:latin typeface="Montserrat"/>
                <a:cs typeface="Montserrat"/>
              </a:rPr>
              <a:t>reprehenderit </a:t>
            </a:r>
            <a:r>
              <a:rPr sz="2550" dirty="0">
                <a:solidFill>
                  <a:srgbClr val="4D4D4D"/>
                </a:solidFill>
                <a:latin typeface="Montserrat"/>
                <a:cs typeface="Montserrat"/>
              </a:rPr>
              <a:t>in </a:t>
            </a:r>
            <a:r>
              <a:rPr sz="2550" spc="-15" dirty="0">
                <a:solidFill>
                  <a:srgbClr val="4D4D4D"/>
                </a:solidFill>
                <a:latin typeface="Montserrat"/>
                <a:cs typeface="Montserrat"/>
              </a:rPr>
              <a:t>volute </a:t>
            </a:r>
            <a:r>
              <a:rPr sz="2550" spc="-655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550" spc="-10" dirty="0">
                <a:solidFill>
                  <a:srgbClr val="4D4D4D"/>
                </a:solidFill>
                <a:latin typeface="Montserrat"/>
                <a:cs typeface="Montserrat"/>
              </a:rPr>
              <a:t>velit</a:t>
            </a:r>
            <a:r>
              <a:rPr sz="2550" dirty="0">
                <a:solidFill>
                  <a:srgbClr val="4D4D4D"/>
                </a:solidFill>
                <a:latin typeface="Montserrat"/>
                <a:cs typeface="Montserrat"/>
              </a:rPr>
              <a:t> esse cillum </a:t>
            </a:r>
            <a:r>
              <a:rPr sz="2550" spc="-5" dirty="0">
                <a:solidFill>
                  <a:srgbClr val="4D4D4D"/>
                </a:solidFill>
                <a:latin typeface="Montserrat"/>
                <a:cs typeface="Montserrat"/>
              </a:rPr>
              <a:t>dolore</a:t>
            </a:r>
            <a:r>
              <a:rPr sz="2550" dirty="0">
                <a:solidFill>
                  <a:srgbClr val="4D4D4D"/>
                </a:solidFill>
                <a:latin typeface="Montserrat"/>
                <a:cs typeface="Montserrat"/>
              </a:rPr>
              <a:t> eu fugiat nulla.</a:t>
            </a:r>
            <a:endParaRPr sz="2550">
              <a:latin typeface="Montserrat"/>
              <a:cs typeface="Montserra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565062" y="0"/>
            <a:ext cx="7539355" cy="11151870"/>
          </a:xfrm>
          <a:custGeom>
            <a:avLst/>
            <a:gdLst/>
            <a:ahLst/>
            <a:cxnLst/>
            <a:rect l="l" t="t" r="r" b="b"/>
            <a:pathLst>
              <a:path w="7539355" h="11151870">
                <a:moveTo>
                  <a:pt x="0" y="11151492"/>
                </a:moveTo>
                <a:lnTo>
                  <a:pt x="7539037" y="11151492"/>
                </a:lnTo>
                <a:lnTo>
                  <a:pt x="7539037" y="0"/>
                </a:lnTo>
                <a:lnTo>
                  <a:pt x="0" y="0"/>
                </a:lnTo>
                <a:lnTo>
                  <a:pt x="0" y="11151492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1047088"/>
            <a:ext cx="6282690" cy="9214485"/>
          </a:xfrm>
          <a:custGeom>
            <a:avLst/>
            <a:gdLst/>
            <a:ahLst/>
            <a:cxnLst/>
            <a:rect l="l" t="t" r="r" b="b"/>
            <a:pathLst>
              <a:path w="6282690" h="9214485">
                <a:moveTo>
                  <a:pt x="6282531" y="0"/>
                </a:moveTo>
                <a:lnTo>
                  <a:pt x="0" y="0"/>
                </a:lnTo>
                <a:lnTo>
                  <a:pt x="0" y="9214379"/>
                </a:lnTo>
                <a:lnTo>
                  <a:pt x="6282531" y="9214379"/>
                </a:lnTo>
                <a:lnTo>
                  <a:pt x="6282531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596657" y="20941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858430" y="20941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120201" y="20941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381974" y="20941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643746" y="20941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905518" y="20941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167290" y="20941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429063" y="20941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596657" y="471189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858430" y="471189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120201" y="471189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381974" y="471189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643746" y="471189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7905518" y="471189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8167290" y="471189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8429063" y="471189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6596657" y="732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6858430" y="732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7120201" y="732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7381974" y="732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7643746" y="732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7905518" y="732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8167290" y="732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8429063" y="732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6596657" y="99473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6858430" y="99473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7120201" y="99473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7381974" y="99473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7643746" y="99473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7905518" y="99473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8167290" y="99473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8429063" y="99473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6596657" y="125650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6858430" y="125650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7120201" y="125650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7381974" y="125650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7643746" y="125650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7905518" y="125650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8167290" y="125650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8429063" y="125650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6596657" y="151827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6858430" y="151827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7120201" y="151827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7381974" y="151827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7643746" y="151827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7905518" y="151827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8167290" y="151827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8429063" y="151827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6596657" y="1780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6858430" y="1780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7120201" y="1780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7381974" y="1780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7643746" y="1780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7905518" y="1780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8167290" y="1780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8429063" y="1780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1" name="object 61"/>
          <p:cNvGrpSpPr/>
          <p:nvPr/>
        </p:nvGrpSpPr>
        <p:grpSpPr>
          <a:xfrm>
            <a:off x="261772" y="1047088"/>
            <a:ext cx="19842480" cy="9214485"/>
            <a:chOff x="261772" y="1047088"/>
            <a:chExt cx="19842480" cy="9214485"/>
          </a:xfrm>
        </p:grpSpPr>
        <p:pic>
          <p:nvPicPr>
            <p:cNvPr id="62" name="object 6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95543" y="1047088"/>
              <a:ext cx="11308556" cy="9214379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1772" y="1308860"/>
              <a:ext cx="10366176" cy="8690834"/>
            </a:xfrm>
            <a:prstGeom prst="rect">
              <a:avLst/>
            </a:prstGeom>
          </p:spPr>
        </p:pic>
        <p:sp>
          <p:nvSpPr>
            <p:cNvPr id="64" name="object 64"/>
            <p:cNvSpPr/>
            <p:nvPr/>
          </p:nvSpPr>
          <p:spPr>
            <a:xfrm>
              <a:off x="1047088" y="2094177"/>
              <a:ext cx="8796020" cy="7120255"/>
            </a:xfrm>
            <a:custGeom>
              <a:avLst/>
              <a:gdLst/>
              <a:ahLst/>
              <a:cxnLst/>
              <a:rect l="l" t="t" r="r" b="b"/>
              <a:pathLst>
                <a:path w="8796020" h="7120255">
                  <a:moveTo>
                    <a:pt x="8795543" y="0"/>
                  </a:moveTo>
                  <a:lnTo>
                    <a:pt x="0" y="0"/>
                  </a:lnTo>
                  <a:lnTo>
                    <a:pt x="0" y="7120202"/>
                  </a:lnTo>
                  <a:lnTo>
                    <a:pt x="8795543" y="7120202"/>
                  </a:lnTo>
                  <a:lnTo>
                    <a:pt x="879554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5" name="object 65"/>
          <p:cNvSpPr txBox="1"/>
          <p:nvPr/>
        </p:nvSpPr>
        <p:spPr>
          <a:xfrm>
            <a:off x="1557932" y="5294474"/>
            <a:ext cx="7771765" cy="2576195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 marR="5080">
              <a:lnSpc>
                <a:spcPts val="2870"/>
              </a:lnSpc>
              <a:spcBef>
                <a:spcPts val="195"/>
              </a:spcBef>
            </a:pPr>
            <a:r>
              <a:rPr sz="2400" spc="-20" dirty="0">
                <a:solidFill>
                  <a:srgbClr val="4D4D4D"/>
                </a:solidFill>
                <a:latin typeface="Montserrat"/>
                <a:cs typeface="Montserrat"/>
              </a:rPr>
              <a:t>Lorem</a:t>
            </a:r>
            <a:r>
              <a:rPr sz="2400" spc="-5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400" spc="-10" dirty="0">
                <a:solidFill>
                  <a:srgbClr val="4D4D4D"/>
                </a:solidFill>
                <a:latin typeface="Montserrat"/>
                <a:cs typeface="Montserrat"/>
              </a:rPr>
              <a:t>ipsum</a:t>
            </a:r>
            <a:r>
              <a:rPr sz="2400" spc="-5" dirty="0">
                <a:solidFill>
                  <a:srgbClr val="4D4D4D"/>
                </a:solidFill>
                <a:latin typeface="Montserrat"/>
                <a:cs typeface="Montserrat"/>
              </a:rPr>
              <a:t> dolor sit</a:t>
            </a:r>
            <a:r>
              <a:rPr sz="2400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400" spc="-5" dirty="0">
                <a:solidFill>
                  <a:srgbClr val="4D4D4D"/>
                </a:solidFill>
                <a:latin typeface="Montserrat"/>
                <a:cs typeface="Montserrat"/>
              </a:rPr>
              <a:t>amet, </a:t>
            </a:r>
            <a:r>
              <a:rPr sz="2400" spc="-15" dirty="0">
                <a:solidFill>
                  <a:srgbClr val="4D4D4D"/>
                </a:solidFill>
                <a:latin typeface="Montserrat"/>
                <a:cs typeface="Montserrat"/>
              </a:rPr>
              <a:t>consectetur</a:t>
            </a:r>
            <a:r>
              <a:rPr sz="2400" spc="-5" dirty="0">
                <a:solidFill>
                  <a:srgbClr val="4D4D4D"/>
                </a:solidFill>
                <a:latin typeface="Montserrat"/>
                <a:cs typeface="Montserrat"/>
              </a:rPr>
              <a:t> adipising </a:t>
            </a:r>
            <a:r>
              <a:rPr sz="2400" dirty="0">
                <a:solidFill>
                  <a:srgbClr val="4D4D4D"/>
                </a:solidFill>
                <a:latin typeface="Montserrat"/>
                <a:cs typeface="Montserrat"/>
              </a:rPr>
              <a:t> elit,</a:t>
            </a:r>
            <a:r>
              <a:rPr sz="2400" spc="-10" dirty="0">
                <a:solidFill>
                  <a:srgbClr val="4D4D4D"/>
                </a:solidFill>
                <a:latin typeface="Montserrat"/>
                <a:cs typeface="Montserrat"/>
              </a:rPr>
              <a:t> sed</a:t>
            </a:r>
            <a:r>
              <a:rPr sz="2400" spc="-5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400" spc="-10" dirty="0">
                <a:solidFill>
                  <a:srgbClr val="4D4D4D"/>
                </a:solidFill>
                <a:latin typeface="Montserrat"/>
                <a:cs typeface="Montserrat"/>
              </a:rPr>
              <a:t>do</a:t>
            </a:r>
            <a:r>
              <a:rPr sz="2400" spc="-5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400" spc="-10" dirty="0">
                <a:solidFill>
                  <a:srgbClr val="4D4D4D"/>
                </a:solidFill>
                <a:latin typeface="Montserrat"/>
                <a:cs typeface="Montserrat"/>
              </a:rPr>
              <a:t>eiusmod</a:t>
            </a:r>
            <a:r>
              <a:rPr sz="2400" spc="-5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400" spc="-15" dirty="0">
                <a:solidFill>
                  <a:srgbClr val="4D4D4D"/>
                </a:solidFill>
                <a:latin typeface="Montserrat"/>
                <a:cs typeface="Montserrat"/>
              </a:rPr>
              <a:t>tempor</a:t>
            </a:r>
            <a:r>
              <a:rPr sz="2400" spc="-5" dirty="0">
                <a:solidFill>
                  <a:srgbClr val="4D4D4D"/>
                </a:solidFill>
                <a:latin typeface="Montserrat"/>
                <a:cs typeface="Montserrat"/>
              </a:rPr>
              <a:t> incididunt ut</a:t>
            </a:r>
            <a:r>
              <a:rPr sz="2400" spc="-10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400" spc="-15" dirty="0">
                <a:solidFill>
                  <a:srgbClr val="4D4D4D"/>
                </a:solidFill>
                <a:latin typeface="Montserrat"/>
                <a:cs typeface="Montserrat"/>
              </a:rPr>
              <a:t>labore</a:t>
            </a:r>
            <a:r>
              <a:rPr sz="2400" spc="-5" dirty="0">
                <a:solidFill>
                  <a:srgbClr val="4D4D4D"/>
                </a:solidFill>
                <a:latin typeface="Montserrat"/>
                <a:cs typeface="Montserrat"/>
              </a:rPr>
              <a:t> et </a:t>
            </a:r>
            <a:r>
              <a:rPr sz="2400" spc="-610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400" spc="-15" dirty="0">
                <a:solidFill>
                  <a:srgbClr val="4D4D4D"/>
                </a:solidFill>
                <a:latin typeface="Montserrat"/>
                <a:cs typeface="Montserrat"/>
              </a:rPr>
              <a:t>dolore</a:t>
            </a:r>
            <a:r>
              <a:rPr sz="2400" spc="-5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400" spc="-10" dirty="0">
                <a:solidFill>
                  <a:srgbClr val="4D4D4D"/>
                </a:solidFill>
                <a:latin typeface="Montserrat"/>
                <a:cs typeface="Montserrat"/>
              </a:rPr>
              <a:t>magna</a:t>
            </a:r>
            <a:r>
              <a:rPr sz="2400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400" spc="-5" dirty="0">
                <a:solidFill>
                  <a:srgbClr val="4D4D4D"/>
                </a:solidFill>
                <a:latin typeface="Montserrat"/>
                <a:cs typeface="Montserrat"/>
              </a:rPr>
              <a:t>aliqua. </a:t>
            </a:r>
            <a:r>
              <a:rPr sz="2400" spc="-10" dirty="0">
                <a:solidFill>
                  <a:srgbClr val="4D4D4D"/>
                </a:solidFill>
                <a:latin typeface="Montserrat"/>
                <a:cs typeface="Montserrat"/>
              </a:rPr>
              <a:t>Ut</a:t>
            </a:r>
            <a:r>
              <a:rPr sz="2400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400" spc="-10" dirty="0">
                <a:solidFill>
                  <a:srgbClr val="4D4D4D"/>
                </a:solidFill>
                <a:latin typeface="Montserrat"/>
                <a:cs typeface="Montserrat"/>
              </a:rPr>
              <a:t>enim</a:t>
            </a:r>
            <a:r>
              <a:rPr sz="2400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400" spc="-10" dirty="0">
                <a:solidFill>
                  <a:srgbClr val="4D4D4D"/>
                </a:solidFill>
                <a:latin typeface="Montserrat"/>
                <a:cs typeface="Montserrat"/>
              </a:rPr>
              <a:t>ad</a:t>
            </a:r>
            <a:r>
              <a:rPr sz="2400" spc="-5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400" spc="-10" dirty="0">
                <a:solidFill>
                  <a:srgbClr val="4D4D4D"/>
                </a:solidFill>
                <a:latin typeface="Montserrat"/>
                <a:cs typeface="Montserrat"/>
              </a:rPr>
              <a:t>minim</a:t>
            </a:r>
            <a:r>
              <a:rPr sz="2400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400" spc="-15" dirty="0">
                <a:solidFill>
                  <a:srgbClr val="4D4D4D"/>
                </a:solidFill>
                <a:latin typeface="Montserrat"/>
                <a:cs typeface="Montserrat"/>
              </a:rPr>
              <a:t>veniam, </a:t>
            </a:r>
            <a:r>
              <a:rPr sz="2400" spc="-10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400" spc="-5" dirty="0">
                <a:solidFill>
                  <a:srgbClr val="4D4D4D"/>
                </a:solidFill>
                <a:latin typeface="Montserrat"/>
                <a:cs typeface="Montserrat"/>
              </a:rPr>
              <a:t>quis</a:t>
            </a:r>
            <a:r>
              <a:rPr sz="2400" spc="-10" dirty="0">
                <a:solidFill>
                  <a:srgbClr val="4D4D4D"/>
                </a:solidFill>
                <a:latin typeface="Montserrat"/>
                <a:cs typeface="Montserrat"/>
              </a:rPr>
              <a:t> nostrud</a:t>
            </a:r>
            <a:r>
              <a:rPr sz="2400" spc="-5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400" spc="-15" dirty="0">
                <a:solidFill>
                  <a:srgbClr val="4D4D4D"/>
                </a:solidFill>
                <a:latin typeface="Montserrat"/>
                <a:cs typeface="Montserrat"/>
              </a:rPr>
              <a:t>exercitation</a:t>
            </a:r>
            <a:r>
              <a:rPr sz="2400" spc="-10" dirty="0">
                <a:solidFill>
                  <a:srgbClr val="4D4D4D"/>
                </a:solidFill>
                <a:latin typeface="Montserrat"/>
                <a:cs typeface="Montserrat"/>
              </a:rPr>
              <a:t> ullamco</a:t>
            </a:r>
            <a:r>
              <a:rPr sz="2400" spc="-5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400" spc="-10" dirty="0">
                <a:solidFill>
                  <a:srgbClr val="4D4D4D"/>
                </a:solidFill>
                <a:latin typeface="Montserrat"/>
                <a:cs typeface="Montserrat"/>
              </a:rPr>
              <a:t>laboris </a:t>
            </a:r>
            <a:r>
              <a:rPr sz="2400" spc="-5" dirty="0">
                <a:solidFill>
                  <a:srgbClr val="4D4D4D"/>
                </a:solidFill>
                <a:latin typeface="Montserrat"/>
                <a:cs typeface="Montserrat"/>
              </a:rPr>
              <a:t>nisi ut </a:t>
            </a:r>
            <a:r>
              <a:rPr sz="2400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400" spc="-5" dirty="0">
                <a:solidFill>
                  <a:srgbClr val="4D4D4D"/>
                </a:solidFill>
                <a:latin typeface="Montserrat"/>
                <a:cs typeface="Montserrat"/>
              </a:rPr>
              <a:t>aliuip </a:t>
            </a:r>
            <a:r>
              <a:rPr sz="2400" spc="-30" dirty="0">
                <a:solidFill>
                  <a:srgbClr val="4D4D4D"/>
                </a:solidFill>
                <a:latin typeface="Montserrat"/>
                <a:cs typeface="Montserrat"/>
              </a:rPr>
              <a:t>ex</a:t>
            </a:r>
            <a:r>
              <a:rPr sz="2400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400" spc="-30" dirty="0">
                <a:solidFill>
                  <a:srgbClr val="4D4D4D"/>
                </a:solidFill>
                <a:latin typeface="Montserrat"/>
                <a:cs typeface="Montserrat"/>
              </a:rPr>
              <a:t>ea</a:t>
            </a:r>
            <a:r>
              <a:rPr sz="2400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400" spc="-15" dirty="0">
                <a:solidFill>
                  <a:srgbClr val="4D4D4D"/>
                </a:solidFill>
                <a:latin typeface="Montserrat"/>
                <a:cs typeface="Montserrat"/>
              </a:rPr>
              <a:t>commodo</a:t>
            </a:r>
            <a:r>
              <a:rPr sz="2400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400" spc="-10" dirty="0">
                <a:solidFill>
                  <a:srgbClr val="4D4D4D"/>
                </a:solidFill>
                <a:latin typeface="Montserrat"/>
                <a:cs typeface="Montserrat"/>
              </a:rPr>
              <a:t>consequat.</a:t>
            </a:r>
            <a:r>
              <a:rPr sz="2400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400" spc="-10" dirty="0">
                <a:solidFill>
                  <a:srgbClr val="4D4D4D"/>
                </a:solidFill>
                <a:latin typeface="Montserrat"/>
                <a:cs typeface="Montserrat"/>
              </a:rPr>
              <a:t>Duis</a:t>
            </a:r>
            <a:r>
              <a:rPr sz="2400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400" spc="-20" dirty="0">
                <a:solidFill>
                  <a:srgbClr val="4D4D4D"/>
                </a:solidFill>
                <a:latin typeface="Montserrat"/>
                <a:cs typeface="Montserrat"/>
              </a:rPr>
              <a:t>aute</a:t>
            </a:r>
            <a:r>
              <a:rPr sz="2400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400" spc="-15" dirty="0">
                <a:solidFill>
                  <a:srgbClr val="4D4D4D"/>
                </a:solidFill>
                <a:latin typeface="Montserrat"/>
                <a:cs typeface="Montserrat"/>
              </a:rPr>
              <a:t>irure </a:t>
            </a:r>
            <a:r>
              <a:rPr sz="2400" spc="-10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400" spc="-5" dirty="0">
                <a:solidFill>
                  <a:srgbClr val="4D4D4D"/>
                </a:solidFill>
                <a:latin typeface="Montserrat"/>
                <a:cs typeface="Montserrat"/>
              </a:rPr>
              <a:t>dolor in </a:t>
            </a:r>
            <a:r>
              <a:rPr sz="2400" spc="-15" dirty="0">
                <a:solidFill>
                  <a:srgbClr val="4D4D4D"/>
                </a:solidFill>
                <a:latin typeface="Montserrat"/>
                <a:cs typeface="Montserrat"/>
              </a:rPr>
              <a:t>reprehenderit </a:t>
            </a:r>
            <a:r>
              <a:rPr sz="2400" spc="-5" dirty="0">
                <a:solidFill>
                  <a:srgbClr val="4D4D4D"/>
                </a:solidFill>
                <a:latin typeface="Montserrat"/>
                <a:cs typeface="Montserrat"/>
              </a:rPr>
              <a:t>in </a:t>
            </a:r>
            <a:r>
              <a:rPr sz="2400" spc="-15" dirty="0">
                <a:solidFill>
                  <a:srgbClr val="4D4D4D"/>
                </a:solidFill>
                <a:latin typeface="Montserrat"/>
                <a:cs typeface="Montserrat"/>
              </a:rPr>
              <a:t>voluptate velit </a:t>
            </a:r>
            <a:r>
              <a:rPr sz="2400" spc="-5" dirty="0">
                <a:solidFill>
                  <a:srgbClr val="4D4D4D"/>
                </a:solidFill>
                <a:latin typeface="Montserrat"/>
                <a:cs typeface="Montserrat"/>
              </a:rPr>
              <a:t>esse cillum </a:t>
            </a:r>
            <a:r>
              <a:rPr sz="2400" spc="-615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400" spc="-15" dirty="0">
                <a:solidFill>
                  <a:srgbClr val="4D4D4D"/>
                </a:solidFill>
                <a:latin typeface="Montserrat"/>
                <a:cs typeface="Montserrat"/>
              </a:rPr>
              <a:t>dolore</a:t>
            </a:r>
            <a:r>
              <a:rPr sz="2400" spc="-10" dirty="0">
                <a:solidFill>
                  <a:srgbClr val="4D4D4D"/>
                </a:solidFill>
                <a:latin typeface="Montserrat"/>
                <a:cs typeface="Montserrat"/>
              </a:rPr>
              <a:t> eu</a:t>
            </a:r>
            <a:r>
              <a:rPr sz="2400" spc="-5" dirty="0">
                <a:solidFill>
                  <a:srgbClr val="4D4D4D"/>
                </a:solidFill>
                <a:latin typeface="Montserrat"/>
                <a:cs typeface="Montserrat"/>
              </a:rPr>
              <a:t> fugiat nulla </a:t>
            </a:r>
            <a:r>
              <a:rPr sz="2400" spc="-15" dirty="0">
                <a:solidFill>
                  <a:srgbClr val="4D4D4D"/>
                </a:solidFill>
                <a:latin typeface="Montserrat"/>
                <a:cs typeface="Montserrat"/>
              </a:rPr>
              <a:t>pariatur.</a:t>
            </a:r>
            <a:endParaRPr sz="2400">
              <a:latin typeface="Montserrat"/>
              <a:cs typeface="Montserrat"/>
            </a:endParaRPr>
          </a:p>
        </p:txBody>
      </p:sp>
      <p:sp>
        <p:nvSpPr>
          <p:cNvPr id="66" name="object 66"/>
          <p:cNvSpPr txBox="1">
            <a:spLocks noGrp="1"/>
          </p:cNvSpPr>
          <p:nvPr>
            <p:ph type="title"/>
          </p:nvPr>
        </p:nvSpPr>
        <p:spPr>
          <a:xfrm>
            <a:off x="1557932" y="3336193"/>
            <a:ext cx="5174615" cy="84264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5350" b="1" spc="-5" dirty="0">
                <a:latin typeface="Montserrat ExtraBold"/>
                <a:cs typeface="Montserrat ExtraBold"/>
              </a:rPr>
              <a:t>LOREM</a:t>
            </a:r>
            <a:r>
              <a:rPr sz="5350" b="1" spc="-90" dirty="0">
                <a:latin typeface="Montserrat ExtraBold"/>
                <a:cs typeface="Montserrat ExtraBold"/>
              </a:rPr>
              <a:t> </a:t>
            </a:r>
            <a:r>
              <a:rPr sz="5350" b="1" spc="5" dirty="0">
                <a:latin typeface="Montserrat ExtraBold"/>
                <a:cs typeface="Montserrat ExtraBold"/>
              </a:rPr>
              <a:t>IPSUM</a:t>
            </a:r>
            <a:endParaRPr sz="5350">
              <a:latin typeface="Montserrat ExtraBold"/>
              <a:cs typeface="Montserrat ExtraBold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1557932" y="4174021"/>
            <a:ext cx="5924550" cy="84264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5350" b="0" spc="-10" dirty="0">
                <a:solidFill>
                  <a:srgbClr val="333333"/>
                </a:solidFill>
                <a:latin typeface="Montserrat Light"/>
                <a:cs typeface="Montserrat Light"/>
              </a:rPr>
              <a:t>DOLOR</a:t>
            </a:r>
            <a:r>
              <a:rPr sz="5350" b="0" spc="-35" dirty="0">
                <a:solidFill>
                  <a:srgbClr val="333333"/>
                </a:solidFill>
                <a:latin typeface="Montserrat Light"/>
                <a:cs typeface="Montserrat Light"/>
              </a:rPr>
              <a:t> </a:t>
            </a:r>
            <a:r>
              <a:rPr sz="5350" b="0" dirty="0">
                <a:solidFill>
                  <a:srgbClr val="333333"/>
                </a:solidFill>
                <a:latin typeface="Montserrat Light"/>
                <a:cs typeface="Montserrat Light"/>
              </a:rPr>
              <a:t>SIT</a:t>
            </a:r>
            <a:r>
              <a:rPr sz="5350" b="0" spc="-35" dirty="0">
                <a:solidFill>
                  <a:srgbClr val="333333"/>
                </a:solidFill>
                <a:latin typeface="Montserrat Light"/>
                <a:cs typeface="Montserrat Light"/>
              </a:rPr>
              <a:t> </a:t>
            </a:r>
            <a:r>
              <a:rPr sz="5350" b="0" spc="5" dirty="0">
                <a:solidFill>
                  <a:srgbClr val="333333"/>
                </a:solidFill>
                <a:latin typeface="Montserrat Light"/>
                <a:cs typeface="Montserrat Light"/>
              </a:rPr>
              <a:t>AMET</a:t>
            </a:r>
            <a:endParaRPr sz="5350">
              <a:latin typeface="Montserrat Light"/>
              <a:cs typeface="Montserrat Ligh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2565062" y="0"/>
            <a:ext cx="7539355" cy="11308715"/>
            <a:chOff x="12565062" y="0"/>
            <a:chExt cx="7539355" cy="11308715"/>
          </a:xfrm>
        </p:grpSpPr>
        <p:sp>
          <p:nvSpPr>
            <p:cNvPr id="3" name="object 3"/>
            <p:cNvSpPr/>
            <p:nvPr/>
          </p:nvSpPr>
          <p:spPr>
            <a:xfrm>
              <a:off x="12565062" y="0"/>
              <a:ext cx="6492240" cy="11151870"/>
            </a:xfrm>
            <a:custGeom>
              <a:avLst/>
              <a:gdLst/>
              <a:ahLst/>
              <a:cxnLst/>
              <a:rect l="l" t="t" r="r" b="b"/>
              <a:pathLst>
                <a:path w="6492240" h="11151870">
                  <a:moveTo>
                    <a:pt x="0" y="11151492"/>
                  </a:moveTo>
                  <a:lnTo>
                    <a:pt x="6491948" y="11151492"/>
                  </a:lnTo>
                  <a:lnTo>
                    <a:pt x="6491948" y="0"/>
                  </a:lnTo>
                  <a:lnTo>
                    <a:pt x="0" y="0"/>
                  </a:lnTo>
                  <a:lnTo>
                    <a:pt x="0" y="11151492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9057011" y="0"/>
              <a:ext cx="1047115" cy="11308715"/>
            </a:xfrm>
            <a:custGeom>
              <a:avLst/>
              <a:gdLst/>
              <a:ahLst/>
              <a:cxnLst/>
              <a:rect l="l" t="t" r="r" b="b"/>
              <a:pathLst>
                <a:path w="1047115" h="11308715">
                  <a:moveTo>
                    <a:pt x="1047088" y="0"/>
                  </a:moveTo>
                  <a:lnTo>
                    <a:pt x="0" y="0"/>
                  </a:lnTo>
                  <a:lnTo>
                    <a:pt x="0" y="11308556"/>
                  </a:lnTo>
                  <a:lnTo>
                    <a:pt x="1047088" y="11308556"/>
                  </a:lnTo>
                  <a:lnTo>
                    <a:pt x="1047088" y="0"/>
                  </a:lnTo>
                  <a:close/>
                </a:path>
              </a:pathLst>
            </a:custGeom>
            <a:solidFill>
              <a:srgbClr val="C127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0" y="1047088"/>
            <a:ext cx="11308715" cy="9214485"/>
          </a:xfrm>
          <a:custGeom>
            <a:avLst/>
            <a:gdLst/>
            <a:ahLst/>
            <a:cxnLst/>
            <a:rect l="l" t="t" r="r" b="b"/>
            <a:pathLst>
              <a:path w="11308715" h="9214485">
                <a:moveTo>
                  <a:pt x="11308556" y="0"/>
                </a:moveTo>
                <a:lnTo>
                  <a:pt x="0" y="0"/>
                </a:lnTo>
                <a:lnTo>
                  <a:pt x="0" y="9214379"/>
                </a:lnTo>
                <a:lnTo>
                  <a:pt x="11308556" y="9214379"/>
                </a:lnTo>
                <a:lnTo>
                  <a:pt x="11308556" y="0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6910479" y="1780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6910479" y="151827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6910479" y="125650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7172252" y="1780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7172252" y="151827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7172252" y="125650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7434024" y="1780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7434024" y="151827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7434024" y="125650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7695795" y="1780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7695795" y="151827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7695795" y="125650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7957569" y="1780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7957569" y="151827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7957569" y="125650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8219340" y="1780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8219340" y="151827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8219340" y="125650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8481112" y="1780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8481112" y="151827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8481112" y="125650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8742885" y="1780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8742885" y="151827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8742885" y="125650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1" name="object 3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67290" y="2094177"/>
            <a:ext cx="11936798" cy="7120202"/>
          </a:xfrm>
          <a:prstGeom prst="rect">
            <a:avLst/>
          </a:prstGeom>
        </p:spPr>
      </p:pic>
      <p:sp>
        <p:nvSpPr>
          <p:cNvPr id="32" name="object 32"/>
          <p:cNvSpPr txBox="1"/>
          <p:nvPr/>
        </p:nvSpPr>
        <p:spPr>
          <a:xfrm>
            <a:off x="1348515" y="4413048"/>
            <a:ext cx="5462905" cy="43103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550" spc="-10" dirty="0">
                <a:solidFill>
                  <a:srgbClr val="FFFFFF"/>
                </a:solidFill>
                <a:latin typeface="Montserrat"/>
                <a:cs typeface="Montserrat"/>
              </a:rPr>
              <a:t>Lorem</a:t>
            </a:r>
            <a:r>
              <a:rPr sz="2550" spc="-5" dirty="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sz="2550" dirty="0">
                <a:solidFill>
                  <a:srgbClr val="FFFFFF"/>
                </a:solidFill>
                <a:latin typeface="Montserrat"/>
                <a:cs typeface="Montserrat"/>
              </a:rPr>
              <a:t>ipsum dolor</a:t>
            </a:r>
            <a:r>
              <a:rPr sz="2550" spc="-5" dirty="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sz="2550" dirty="0">
                <a:solidFill>
                  <a:srgbClr val="FFFFFF"/>
                </a:solidFill>
                <a:latin typeface="Montserrat"/>
                <a:cs typeface="Montserrat"/>
              </a:rPr>
              <a:t>sit </a:t>
            </a:r>
            <a:r>
              <a:rPr sz="2550" spc="5" dirty="0">
                <a:solidFill>
                  <a:srgbClr val="FFFFFF"/>
                </a:solidFill>
                <a:latin typeface="Montserrat"/>
                <a:cs typeface="Montserrat"/>
              </a:rPr>
              <a:t>amet, </a:t>
            </a:r>
            <a:r>
              <a:rPr sz="2550" spc="10" dirty="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sz="2550" spc="-5" dirty="0">
                <a:solidFill>
                  <a:srgbClr val="FFFFFF"/>
                </a:solidFill>
                <a:latin typeface="Montserrat"/>
                <a:cs typeface="Montserrat"/>
              </a:rPr>
              <a:t>consectetur </a:t>
            </a:r>
            <a:r>
              <a:rPr sz="2550" dirty="0">
                <a:solidFill>
                  <a:srgbClr val="FFFFFF"/>
                </a:solidFill>
                <a:latin typeface="Montserrat"/>
                <a:cs typeface="Montserrat"/>
              </a:rPr>
              <a:t>adipiscing </a:t>
            </a:r>
            <a:r>
              <a:rPr sz="2550" spc="5" dirty="0">
                <a:solidFill>
                  <a:srgbClr val="FFFFFF"/>
                </a:solidFill>
                <a:latin typeface="Montserrat"/>
                <a:cs typeface="Montserrat"/>
              </a:rPr>
              <a:t>elit, </a:t>
            </a:r>
            <a:r>
              <a:rPr sz="2550" dirty="0">
                <a:solidFill>
                  <a:srgbClr val="FFFFFF"/>
                </a:solidFill>
                <a:latin typeface="Montserrat"/>
                <a:cs typeface="Montserrat"/>
              </a:rPr>
              <a:t>sed </a:t>
            </a:r>
            <a:r>
              <a:rPr sz="2550" spc="5" dirty="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sz="2550" dirty="0">
                <a:solidFill>
                  <a:srgbClr val="FFFFFF"/>
                </a:solidFill>
                <a:latin typeface="Montserrat"/>
                <a:cs typeface="Montserrat"/>
              </a:rPr>
              <a:t>do</a:t>
            </a:r>
            <a:r>
              <a:rPr sz="2550" spc="5" dirty="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sz="2550" dirty="0">
                <a:solidFill>
                  <a:srgbClr val="FFFFFF"/>
                </a:solidFill>
                <a:latin typeface="Montserrat"/>
                <a:cs typeface="Montserrat"/>
              </a:rPr>
              <a:t>eiusmod</a:t>
            </a:r>
            <a:r>
              <a:rPr sz="2550" spc="665" dirty="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sz="2550" spc="-5" dirty="0">
                <a:solidFill>
                  <a:srgbClr val="FFFFFF"/>
                </a:solidFill>
                <a:latin typeface="Montserrat"/>
                <a:cs typeface="Montserrat"/>
              </a:rPr>
              <a:t>tempor</a:t>
            </a:r>
            <a:r>
              <a:rPr sz="2550" spc="660" dirty="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sz="2550" dirty="0">
                <a:solidFill>
                  <a:srgbClr val="FFFFFF"/>
                </a:solidFill>
                <a:latin typeface="Montserrat"/>
                <a:cs typeface="Montserrat"/>
              </a:rPr>
              <a:t>incididunt </a:t>
            </a:r>
            <a:r>
              <a:rPr sz="2550" spc="5" dirty="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sz="2550" dirty="0">
                <a:solidFill>
                  <a:srgbClr val="FFFFFF"/>
                </a:solidFill>
                <a:latin typeface="Montserrat"/>
                <a:cs typeface="Montserrat"/>
              </a:rPr>
              <a:t>ut </a:t>
            </a:r>
            <a:r>
              <a:rPr sz="2550" spc="-5" dirty="0">
                <a:solidFill>
                  <a:srgbClr val="FFFFFF"/>
                </a:solidFill>
                <a:latin typeface="Montserrat"/>
                <a:cs typeface="Montserrat"/>
              </a:rPr>
              <a:t>labore </a:t>
            </a:r>
            <a:r>
              <a:rPr sz="2550" dirty="0">
                <a:solidFill>
                  <a:srgbClr val="FFFFFF"/>
                </a:solidFill>
                <a:latin typeface="Montserrat"/>
                <a:cs typeface="Montserrat"/>
              </a:rPr>
              <a:t>et </a:t>
            </a:r>
            <a:r>
              <a:rPr sz="2550" spc="-5" dirty="0">
                <a:solidFill>
                  <a:srgbClr val="FFFFFF"/>
                </a:solidFill>
                <a:latin typeface="Montserrat"/>
                <a:cs typeface="Montserrat"/>
              </a:rPr>
              <a:t>dolore </a:t>
            </a:r>
            <a:r>
              <a:rPr sz="2550" spc="5" dirty="0">
                <a:solidFill>
                  <a:srgbClr val="FFFFFF"/>
                </a:solidFill>
                <a:latin typeface="Montserrat"/>
                <a:cs typeface="Montserrat"/>
              </a:rPr>
              <a:t>magna </a:t>
            </a:r>
            <a:r>
              <a:rPr sz="2550" dirty="0">
                <a:solidFill>
                  <a:srgbClr val="FFFFFF"/>
                </a:solidFill>
                <a:latin typeface="Montserrat"/>
                <a:cs typeface="Montserrat"/>
              </a:rPr>
              <a:t>aliqua. </a:t>
            </a:r>
            <a:r>
              <a:rPr sz="2550" spc="-655" dirty="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sz="2550" dirty="0">
                <a:solidFill>
                  <a:srgbClr val="FFFFFF"/>
                </a:solidFill>
                <a:latin typeface="Montserrat"/>
                <a:cs typeface="Montserrat"/>
              </a:rPr>
              <a:t>Ut enim </a:t>
            </a:r>
            <a:r>
              <a:rPr sz="2550" spc="5" dirty="0">
                <a:solidFill>
                  <a:srgbClr val="FFFFFF"/>
                </a:solidFill>
                <a:latin typeface="Montserrat"/>
                <a:cs typeface="Montserrat"/>
              </a:rPr>
              <a:t>ad </a:t>
            </a:r>
            <a:r>
              <a:rPr sz="2550" dirty="0">
                <a:solidFill>
                  <a:srgbClr val="FFFFFF"/>
                </a:solidFill>
                <a:latin typeface="Montserrat"/>
                <a:cs typeface="Montserrat"/>
              </a:rPr>
              <a:t>minim </a:t>
            </a:r>
            <a:r>
              <a:rPr sz="2550" spc="-5" dirty="0">
                <a:solidFill>
                  <a:srgbClr val="FFFFFF"/>
                </a:solidFill>
                <a:latin typeface="Montserrat"/>
                <a:cs typeface="Montserrat"/>
              </a:rPr>
              <a:t>veniam, </a:t>
            </a:r>
            <a:r>
              <a:rPr sz="2550" dirty="0">
                <a:solidFill>
                  <a:srgbClr val="FFFFFF"/>
                </a:solidFill>
                <a:latin typeface="Montserrat"/>
                <a:cs typeface="Montserrat"/>
              </a:rPr>
              <a:t>quis </a:t>
            </a:r>
            <a:r>
              <a:rPr sz="2550" spc="5" dirty="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sz="2550" dirty="0">
                <a:solidFill>
                  <a:srgbClr val="FFFFFF"/>
                </a:solidFill>
                <a:latin typeface="Montserrat"/>
                <a:cs typeface="Montserrat"/>
              </a:rPr>
              <a:t>nostrud</a:t>
            </a:r>
            <a:r>
              <a:rPr sz="2550" spc="-5" dirty="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sz="2550" spc="-10" dirty="0">
                <a:solidFill>
                  <a:srgbClr val="FFFFFF"/>
                </a:solidFill>
                <a:latin typeface="Montserrat"/>
                <a:cs typeface="Montserrat"/>
              </a:rPr>
              <a:t>exercitation</a:t>
            </a:r>
            <a:r>
              <a:rPr sz="2550" spc="-5" dirty="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sz="2550" dirty="0">
                <a:solidFill>
                  <a:srgbClr val="FFFFFF"/>
                </a:solidFill>
                <a:latin typeface="Montserrat"/>
                <a:cs typeface="Montserrat"/>
              </a:rPr>
              <a:t>ullamco </a:t>
            </a:r>
            <a:r>
              <a:rPr sz="2550" spc="5" dirty="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sz="2550" spc="-5" dirty="0">
                <a:solidFill>
                  <a:srgbClr val="FFFFFF"/>
                </a:solidFill>
                <a:latin typeface="Montserrat"/>
                <a:cs typeface="Montserrat"/>
              </a:rPr>
              <a:t>laboris </a:t>
            </a:r>
            <a:r>
              <a:rPr sz="2550" dirty="0">
                <a:solidFill>
                  <a:srgbClr val="FFFFFF"/>
                </a:solidFill>
                <a:latin typeface="Montserrat"/>
                <a:cs typeface="Montserrat"/>
              </a:rPr>
              <a:t>nisi ut</a:t>
            </a:r>
            <a:r>
              <a:rPr sz="2550" spc="-5" dirty="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sz="2550" dirty="0">
                <a:solidFill>
                  <a:srgbClr val="FFFFFF"/>
                </a:solidFill>
                <a:latin typeface="Montserrat"/>
                <a:cs typeface="Montserrat"/>
              </a:rPr>
              <a:t>aliquip </a:t>
            </a:r>
            <a:r>
              <a:rPr sz="2550" spc="-20" dirty="0">
                <a:solidFill>
                  <a:srgbClr val="FFFFFF"/>
                </a:solidFill>
                <a:latin typeface="Montserrat"/>
                <a:cs typeface="Montserrat"/>
              </a:rPr>
              <a:t>ex</a:t>
            </a:r>
            <a:r>
              <a:rPr sz="2550" spc="-5" dirty="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sz="2550" spc="-20" dirty="0">
                <a:solidFill>
                  <a:srgbClr val="FFFFFF"/>
                </a:solidFill>
                <a:latin typeface="Montserrat"/>
                <a:cs typeface="Montserrat"/>
              </a:rPr>
              <a:t>ea</a:t>
            </a:r>
            <a:r>
              <a:rPr sz="2550" dirty="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sz="2550" spc="5" dirty="0">
                <a:solidFill>
                  <a:srgbClr val="FFFFFF"/>
                </a:solidFill>
                <a:latin typeface="Montserrat"/>
                <a:cs typeface="Montserrat"/>
              </a:rPr>
              <a:t>modo </a:t>
            </a:r>
            <a:r>
              <a:rPr sz="2550" spc="10" dirty="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sz="2550" dirty="0">
                <a:solidFill>
                  <a:srgbClr val="FFFFFF"/>
                </a:solidFill>
                <a:latin typeface="Montserrat"/>
                <a:cs typeface="Montserrat"/>
              </a:rPr>
              <a:t>consequat. Duis </a:t>
            </a:r>
            <a:r>
              <a:rPr sz="2550" spc="-10" dirty="0">
                <a:solidFill>
                  <a:srgbClr val="FFFFFF"/>
                </a:solidFill>
                <a:latin typeface="Montserrat"/>
                <a:cs typeface="Montserrat"/>
              </a:rPr>
              <a:t>aute </a:t>
            </a:r>
            <a:r>
              <a:rPr sz="2550" spc="-5" dirty="0">
                <a:solidFill>
                  <a:srgbClr val="FFFFFF"/>
                </a:solidFill>
                <a:latin typeface="Montserrat"/>
                <a:cs typeface="Montserrat"/>
              </a:rPr>
              <a:t>irure </a:t>
            </a:r>
            <a:r>
              <a:rPr sz="2550" dirty="0">
                <a:solidFill>
                  <a:srgbClr val="FFFFFF"/>
                </a:solidFill>
                <a:latin typeface="Montserrat"/>
                <a:cs typeface="Montserrat"/>
              </a:rPr>
              <a:t>dolor </a:t>
            </a:r>
            <a:r>
              <a:rPr sz="2550" spc="5" dirty="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sz="2550" dirty="0">
                <a:solidFill>
                  <a:srgbClr val="FFFFFF"/>
                </a:solidFill>
                <a:latin typeface="Montserrat"/>
                <a:cs typeface="Montserrat"/>
              </a:rPr>
              <a:t>in </a:t>
            </a:r>
            <a:r>
              <a:rPr sz="2550" spc="-5" dirty="0">
                <a:solidFill>
                  <a:srgbClr val="FFFFFF"/>
                </a:solidFill>
                <a:latin typeface="Montserrat"/>
                <a:cs typeface="Montserrat"/>
              </a:rPr>
              <a:t>reprehenderit </a:t>
            </a:r>
            <a:r>
              <a:rPr sz="2550" dirty="0">
                <a:solidFill>
                  <a:srgbClr val="FFFFFF"/>
                </a:solidFill>
                <a:latin typeface="Montserrat"/>
                <a:cs typeface="Montserrat"/>
              </a:rPr>
              <a:t>in </a:t>
            </a:r>
            <a:r>
              <a:rPr sz="2550" spc="-10" dirty="0">
                <a:solidFill>
                  <a:srgbClr val="FFFFFF"/>
                </a:solidFill>
                <a:latin typeface="Montserrat"/>
                <a:cs typeface="Montserrat"/>
              </a:rPr>
              <a:t>voluptate velit </a:t>
            </a:r>
            <a:r>
              <a:rPr sz="2550" spc="-655" dirty="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sz="2550" dirty="0">
                <a:solidFill>
                  <a:srgbClr val="FFFFFF"/>
                </a:solidFill>
                <a:latin typeface="Montserrat"/>
                <a:cs typeface="Montserrat"/>
              </a:rPr>
              <a:t>esse cillum </a:t>
            </a:r>
            <a:r>
              <a:rPr sz="2550" spc="-5" dirty="0">
                <a:solidFill>
                  <a:srgbClr val="FFFFFF"/>
                </a:solidFill>
                <a:latin typeface="Montserrat"/>
                <a:cs typeface="Montserrat"/>
              </a:rPr>
              <a:t>dolore </a:t>
            </a:r>
            <a:r>
              <a:rPr sz="2550" dirty="0">
                <a:solidFill>
                  <a:srgbClr val="FFFFFF"/>
                </a:solidFill>
                <a:latin typeface="Montserrat"/>
                <a:cs typeface="Montserrat"/>
              </a:rPr>
              <a:t>eu fugiat nulla </a:t>
            </a:r>
            <a:r>
              <a:rPr sz="2550" spc="-655" dirty="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sz="2550" spc="-5" dirty="0">
                <a:solidFill>
                  <a:srgbClr val="FFFFFF"/>
                </a:solidFill>
                <a:latin typeface="Montserrat"/>
                <a:cs typeface="Montserrat"/>
              </a:rPr>
              <a:t>pariatur.</a:t>
            </a:r>
            <a:endParaRPr sz="2550">
              <a:latin typeface="Montserrat"/>
              <a:cs typeface="Montserrat"/>
            </a:endParaRPr>
          </a:p>
        </p:txBody>
      </p:sp>
      <p:sp>
        <p:nvSpPr>
          <p:cNvPr id="33" name="object 33"/>
          <p:cNvSpPr txBox="1">
            <a:spLocks noGrp="1"/>
          </p:cNvSpPr>
          <p:nvPr>
            <p:ph type="title"/>
          </p:nvPr>
        </p:nvSpPr>
        <p:spPr>
          <a:xfrm>
            <a:off x="1348520" y="2430486"/>
            <a:ext cx="5470525" cy="14700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90"/>
              </a:spcBef>
            </a:pPr>
            <a:r>
              <a:rPr sz="4700" spc="20" dirty="0">
                <a:solidFill>
                  <a:srgbClr val="FFFFFF"/>
                </a:solidFill>
              </a:rPr>
              <a:t>DUIS</a:t>
            </a:r>
            <a:r>
              <a:rPr sz="4700" spc="-15" dirty="0">
                <a:solidFill>
                  <a:srgbClr val="FFFFFF"/>
                </a:solidFill>
              </a:rPr>
              <a:t> AUTE</a:t>
            </a:r>
            <a:r>
              <a:rPr sz="4700" spc="145" dirty="0">
                <a:solidFill>
                  <a:srgbClr val="FFFFFF"/>
                </a:solidFill>
              </a:rPr>
              <a:t> </a:t>
            </a:r>
            <a:r>
              <a:rPr sz="4700" b="1" spc="20" dirty="0">
                <a:solidFill>
                  <a:srgbClr val="FFFFFF"/>
                </a:solidFill>
                <a:latin typeface="Montserrat ExtraBold"/>
                <a:cs typeface="Montserrat ExtraBold"/>
              </a:rPr>
              <a:t>IRURE </a:t>
            </a:r>
            <a:r>
              <a:rPr sz="4700" b="1" spc="-1350" dirty="0">
                <a:solidFill>
                  <a:srgbClr val="FFFFFF"/>
                </a:solidFill>
                <a:latin typeface="Montserrat ExtraBold"/>
                <a:cs typeface="Montserrat ExtraBold"/>
              </a:rPr>
              <a:t> </a:t>
            </a:r>
            <a:r>
              <a:rPr sz="4700" b="1" spc="15" dirty="0">
                <a:solidFill>
                  <a:srgbClr val="FFFFFF"/>
                </a:solidFill>
                <a:latin typeface="Montserrat ExtraBold"/>
                <a:cs typeface="Montserrat ExtraBold"/>
              </a:rPr>
              <a:t>DOLOR</a:t>
            </a:r>
            <a:r>
              <a:rPr sz="4700" b="1" dirty="0">
                <a:solidFill>
                  <a:srgbClr val="FFFFFF"/>
                </a:solidFill>
                <a:latin typeface="Montserrat ExtraBold"/>
                <a:cs typeface="Montserrat ExtraBold"/>
              </a:rPr>
              <a:t> </a:t>
            </a:r>
            <a:r>
              <a:rPr sz="4700" b="1" spc="20" dirty="0">
                <a:solidFill>
                  <a:srgbClr val="FFFFFF"/>
                </a:solidFill>
                <a:latin typeface="Montserrat ExtraBold"/>
                <a:cs typeface="Montserrat ExtraBold"/>
              </a:rPr>
              <a:t>IN</a:t>
            </a:r>
            <a:endParaRPr sz="4700">
              <a:latin typeface="Montserrat ExtraBold"/>
              <a:cs typeface="Montserrat ExtraBold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20104100" cy="11151870"/>
          </a:xfrm>
          <a:custGeom>
            <a:avLst/>
            <a:gdLst/>
            <a:ahLst/>
            <a:cxnLst/>
            <a:rect l="l" t="t" r="r" b="b"/>
            <a:pathLst>
              <a:path w="20104100" h="11151870">
                <a:moveTo>
                  <a:pt x="0" y="11151492"/>
                </a:moveTo>
                <a:lnTo>
                  <a:pt x="20104099" y="11151492"/>
                </a:lnTo>
                <a:lnTo>
                  <a:pt x="20104099" y="0"/>
                </a:lnTo>
                <a:lnTo>
                  <a:pt x="0" y="0"/>
                </a:lnTo>
                <a:lnTo>
                  <a:pt x="0" y="11151492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10366176" y="2816668"/>
            <a:ext cx="9476740" cy="8230234"/>
            <a:chOff x="10366176" y="2816668"/>
            <a:chExt cx="9476740" cy="8230234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366176" y="2816668"/>
              <a:ext cx="9476151" cy="3444921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1153377" y="3603879"/>
              <a:ext cx="7903845" cy="1870710"/>
            </a:xfrm>
            <a:custGeom>
              <a:avLst/>
              <a:gdLst/>
              <a:ahLst/>
              <a:cxnLst/>
              <a:rect l="l" t="t" r="r" b="b"/>
              <a:pathLst>
                <a:path w="7903844" h="1870710">
                  <a:moveTo>
                    <a:pt x="7903633" y="0"/>
                  </a:moveTo>
                  <a:lnTo>
                    <a:pt x="0" y="0"/>
                  </a:lnTo>
                  <a:lnTo>
                    <a:pt x="0" y="1870162"/>
                  </a:lnTo>
                  <a:lnTo>
                    <a:pt x="7903633" y="1870162"/>
                  </a:lnTo>
                  <a:lnTo>
                    <a:pt x="790363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366176" y="5204030"/>
              <a:ext cx="9476151" cy="345539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1153377" y="5997587"/>
              <a:ext cx="7903845" cy="1870710"/>
            </a:xfrm>
            <a:custGeom>
              <a:avLst/>
              <a:gdLst/>
              <a:ahLst/>
              <a:cxnLst/>
              <a:rect l="l" t="t" r="r" b="b"/>
              <a:pathLst>
                <a:path w="7903844" h="1870709">
                  <a:moveTo>
                    <a:pt x="7903633" y="0"/>
                  </a:moveTo>
                  <a:lnTo>
                    <a:pt x="0" y="0"/>
                  </a:lnTo>
                  <a:lnTo>
                    <a:pt x="0" y="1870162"/>
                  </a:lnTo>
                  <a:lnTo>
                    <a:pt x="7903633" y="1870162"/>
                  </a:lnTo>
                  <a:lnTo>
                    <a:pt x="790363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366176" y="7601862"/>
              <a:ext cx="9476151" cy="3444921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1153377" y="8391304"/>
              <a:ext cx="7903845" cy="1870710"/>
            </a:xfrm>
            <a:custGeom>
              <a:avLst/>
              <a:gdLst/>
              <a:ahLst/>
              <a:cxnLst/>
              <a:rect l="l" t="t" r="r" b="b"/>
              <a:pathLst>
                <a:path w="7903844" h="1870709">
                  <a:moveTo>
                    <a:pt x="7903633" y="0"/>
                  </a:moveTo>
                  <a:lnTo>
                    <a:pt x="0" y="0"/>
                  </a:lnTo>
                  <a:lnTo>
                    <a:pt x="0" y="1870162"/>
                  </a:lnTo>
                  <a:lnTo>
                    <a:pt x="7903633" y="1870162"/>
                  </a:lnTo>
                  <a:lnTo>
                    <a:pt x="790363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/>
          <p:nvPr/>
        </p:nvSpPr>
        <p:spPr>
          <a:xfrm>
            <a:off x="18481112" y="26177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8742885" y="26177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9004657" y="26177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9266428" y="26177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9528201" y="26177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9789973" y="26177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8481112" y="52354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8742885" y="52354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9004657" y="52354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9266428" y="52354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9528201" y="52354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9789973" y="52354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8481112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8742885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9004657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9266428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9528201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9789973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8481112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8742885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9004657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9266428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19528201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19789973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18481112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18742885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9004657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9266428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19528201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19789973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18481112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18742885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19004657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19266428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19528201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19789973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6" name="object 46"/>
          <p:cNvGrpSpPr/>
          <p:nvPr/>
        </p:nvGrpSpPr>
        <p:grpSpPr>
          <a:xfrm>
            <a:off x="0" y="0"/>
            <a:ext cx="20104100" cy="11308715"/>
            <a:chOff x="0" y="0"/>
            <a:chExt cx="20104100" cy="11308715"/>
          </a:xfrm>
        </p:grpSpPr>
        <p:pic>
          <p:nvPicPr>
            <p:cNvPr id="47" name="object 4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0052050" cy="11308556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1047076" y="9319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60" h="942975">
                  <a:moveTo>
                    <a:pt x="2779915" y="545020"/>
                  </a:moveTo>
                  <a:lnTo>
                    <a:pt x="2753652" y="265760"/>
                  </a:lnTo>
                  <a:lnTo>
                    <a:pt x="2750807" y="265760"/>
                  </a:lnTo>
                  <a:lnTo>
                    <a:pt x="2600236" y="545020"/>
                  </a:lnTo>
                  <a:lnTo>
                    <a:pt x="2779915" y="545020"/>
                  </a:lnTo>
                  <a:close/>
                </a:path>
                <a:path w="3693160" h="942975">
                  <a:moveTo>
                    <a:pt x="3692995" y="0"/>
                  </a:moveTo>
                  <a:lnTo>
                    <a:pt x="3424605" y="0"/>
                  </a:lnTo>
                  <a:lnTo>
                    <a:pt x="3424605" y="134556"/>
                  </a:lnTo>
                  <a:lnTo>
                    <a:pt x="3281794" y="806462"/>
                  </a:lnTo>
                  <a:lnTo>
                    <a:pt x="3095612" y="806462"/>
                  </a:lnTo>
                  <a:lnTo>
                    <a:pt x="3238538" y="134556"/>
                  </a:lnTo>
                  <a:lnTo>
                    <a:pt x="3424605" y="134556"/>
                  </a:lnTo>
                  <a:lnTo>
                    <a:pt x="3424605" y="0"/>
                  </a:lnTo>
                  <a:lnTo>
                    <a:pt x="3024936" y="0"/>
                  </a:lnTo>
                  <a:lnTo>
                    <a:pt x="3024936" y="806462"/>
                  </a:lnTo>
                  <a:lnTo>
                    <a:pt x="2814574" y="806462"/>
                  </a:lnTo>
                  <a:lnTo>
                    <a:pt x="2797822" y="675284"/>
                  </a:lnTo>
                  <a:lnTo>
                    <a:pt x="2525166" y="675284"/>
                  </a:lnTo>
                  <a:lnTo>
                    <a:pt x="2453538" y="806462"/>
                  </a:lnTo>
                  <a:lnTo>
                    <a:pt x="2267369" y="806462"/>
                  </a:lnTo>
                  <a:lnTo>
                    <a:pt x="2675420" y="134556"/>
                  </a:lnTo>
                  <a:lnTo>
                    <a:pt x="2902534" y="134556"/>
                  </a:lnTo>
                  <a:lnTo>
                    <a:pt x="3024936" y="806462"/>
                  </a:lnTo>
                  <a:lnTo>
                    <a:pt x="3024936" y="0"/>
                  </a:lnTo>
                  <a:lnTo>
                    <a:pt x="2341295" y="0"/>
                  </a:lnTo>
                  <a:lnTo>
                    <a:pt x="2341295" y="134556"/>
                  </a:lnTo>
                  <a:lnTo>
                    <a:pt x="2198471" y="806462"/>
                  </a:lnTo>
                  <a:lnTo>
                    <a:pt x="1940674" y="806462"/>
                  </a:lnTo>
                  <a:lnTo>
                    <a:pt x="1822043" y="291833"/>
                  </a:lnTo>
                  <a:lnTo>
                    <a:pt x="1820164" y="291833"/>
                  </a:lnTo>
                  <a:lnTo>
                    <a:pt x="1710842" y="806462"/>
                  </a:lnTo>
                  <a:lnTo>
                    <a:pt x="1543304" y="806462"/>
                  </a:lnTo>
                  <a:lnTo>
                    <a:pt x="1686128" y="134556"/>
                  </a:lnTo>
                  <a:lnTo>
                    <a:pt x="1946744" y="134556"/>
                  </a:lnTo>
                  <a:lnTo>
                    <a:pt x="2065489" y="635266"/>
                  </a:lnTo>
                  <a:lnTo>
                    <a:pt x="2067687" y="633399"/>
                  </a:lnTo>
                  <a:lnTo>
                    <a:pt x="2173757" y="134556"/>
                  </a:lnTo>
                  <a:lnTo>
                    <a:pt x="2341295" y="134556"/>
                  </a:lnTo>
                  <a:lnTo>
                    <a:pt x="2341295" y="0"/>
                  </a:lnTo>
                  <a:lnTo>
                    <a:pt x="1580997" y="0"/>
                  </a:lnTo>
                  <a:lnTo>
                    <a:pt x="1580997" y="134556"/>
                  </a:lnTo>
                  <a:lnTo>
                    <a:pt x="1553146" y="264820"/>
                  </a:lnTo>
                  <a:lnTo>
                    <a:pt x="1227404" y="264820"/>
                  </a:lnTo>
                  <a:lnTo>
                    <a:pt x="1197978" y="403555"/>
                  </a:lnTo>
                  <a:lnTo>
                    <a:pt x="1497660" y="403555"/>
                  </a:lnTo>
                  <a:lnTo>
                    <a:pt x="1470012" y="533819"/>
                  </a:lnTo>
                  <a:lnTo>
                    <a:pt x="1170330" y="533819"/>
                  </a:lnTo>
                  <a:lnTo>
                    <a:pt x="1140079" y="676224"/>
                  </a:lnTo>
                  <a:lnTo>
                    <a:pt x="1465922" y="676224"/>
                  </a:lnTo>
                  <a:lnTo>
                    <a:pt x="1438071" y="806462"/>
                  </a:lnTo>
                  <a:lnTo>
                    <a:pt x="926261" y="806462"/>
                  </a:lnTo>
                  <a:lnTo>
                    <a:pt x="1027150" y="331825"/>
                  </a:lnTo>
                  <a:lnTo>
                    <a:pt x="1069086" y="134556"/>
                  </a:lnTo>
                  <a:lnTo>
                    <a:pt x="1580997" y="134556"/>
                  </a:lnTo>
                  <a:lnTo>
                    <a:pt x="1580997" y="0"/>
                  </a:lnTo>
                  <a:lnTo>
                    <a:pt x="908481" y="0"/>
                  </a:lnTo>
                  <a:lnTo>
                    <a:pt x="908481" y="281914"/>
                  </a:lnTo>
                  <a:lnTo>
                    <a:pt x="899668" y="331825"/>
                  </a:lnTo>
                  <a:lnTo>
                    <a:pt x="713600" y="331825"/>
                  </a:lnTo>
                  <a:lnTo>
                    <a:pt x="716407" y="313486"/>
                  </a:lnTo>
                  <a:lnTo>
                    <a:pt x="715314" y="297522"/>
                  </a:lnTo>
                  <a:lnTo>
                    <a:pt x="690435" y="263029"/>
                  </a:lnTo>
                  <a:lnTo>
                    <a:pt x="634746" y="250888"/>
                  </a:lnTo>
                  <a:lnTo>
                    <a:pt x="603135" y="255765"/>
                  </a:lnTo>
                  <a:lnTo>
                    <a:pt x="574814" y="268998"/>
                  </a:lnTo>
                  <a:lnTo>
                    <a:pt x="553199" y="288531"/>
                  </a:lnTo>
                  <a:lnTo>
                    <a:pt x="541667" y="312254"/>
                  </a:lnTo>
                  <a:lnTo>
                    <a:pt x="545172" y="343458"/>
                  </a:lnTo>
                  <a:lnTo>
                    <a:pt x="566483" y="364985"/>
                  </a:lnTo>
                  <a:lnTo>
                    <a:pt x="598474" y="379704"/>
                  </a:lnTo>
                  <a:lnTo>
                    <a:pt x="634022" y="390474"/>
                  </a:lnTo>
                  <a:lnTo>
                    <a:pt x="710349" y="409155"/>
                  </a:lnTo>
                  <a:lnTo>
                    <a:pt x="749363" y="420395"/>
                  </a:lnTo>
                  <a:lnTo>
                    <a:pt x="786155" y="434962"/>
                  </a:lnTo>
                  <a:lnTo>
                    <a:pt x="844702" y="480275"/>
                  </a:lnTo>
                  <a:lnTo>
                    <a:pt x="862253" y="514121"/>
                  </a:lnTo>
                  <a:lnTo>
                    <a:pt x="869188" y="557479"/>
                  </a:lnTo>
                  <a:lnTo>
                    <a:pt x="863434" y="611924"/>
                  </a:lnTo>
                  <a:lnTo>
                    <a:pt x="848969" y="656336"/>
                  </a:lnTo>
                  <a:lnTo>
                    <a:pt x="826350" y="695312"/>
                  </a:lnTo>
                  <a:lnTo>
                    <a:pt x="796582" y="728903"/>
                  </a:lnTo>
                  <a:lnTo>
                    <a:pt x="760666" y="757161"/>
                  </a:lnTo>
                  <a:lnTo>
                    <a:pt x="719607" y="780161"/>
                  </a:lnTo>
                  <a:lnTo>
                    <a:pt x="674420" y="797941"/>
                  </a:lnTo>
                  <a:lnTo>
                    <a:pt x="626097" y="810577"/>
                  </a:lnTo>
                  <a:lnTo>
                    <a:pt x="575640" y="818121"/>
                  </a:lnTo>
                  <a:lnTo>
                    <a:pt x="524078" y="820610"/>
                  </a:lnTo>
                  <a:lnTo>
                    <a:pt x="473163" y="818794"/>
                  </a:lnTo>
                  <a:lnTo>
                    <a:pt x="425475" y="812838"/>
                  </a:lnTo>
                  <a:lnTo>
                    <a:pt x="382117" y="801992"/>
                  </a:lnTo>
                  <a:lnTo>
                    <a:pt x="344208" y="785520"/>
                  </a:lnTo>
                  <a:lnTo>
                    <a:pt x="312864" y="762660"/>
                  </a:lnTo>
                  <a:lnTo>
                    <a:pt x="289217" y="732675"/>
                  </a:lnTo>
                  <a:lnTo>
                    <a:pt x="274358" y="694804"/>
                  </a:lnTo>
                  <a:lnTo>
                    <a:pt x="269405" y="648309"/>
                  </a:lnTo>
                  <a:lnTo>
                    <a:pt x="275488" y="592455"/>
                  </a:lnTo>
                  <a:lnTo>
                    <a:pt x="461670" y="592455"/>
                  </a:lnTo>
                  <a:lnTo>
                    <a:pt x="460590" y="634403"/>
                  </a:lnTo>
                  <a:lnTo>
                    <a:pt x="477113" y="665022"/>
                  </a:lnTo>
                  <a:lnTo>
                    <a:pt x="508863" y="683780"/>
                  </a:lnTo>
                  <a:lnTo>
                    <a:pt x="553478" y="690143"/>
                  </a:lnTo>
                  <a:lnTo>
                    <a:pt x="587768" y="685965"/>
                  </a:lnTo>
                  <a:lnTo>
                    <a:pt x="622020" y="673404"/>
                  </a:lnTo>
                  <a:lnTo>
                    <a:pt x="649998" y="652462"/>
                  </a:lnTo>
                  <a:lnTo>
                    <a:pt x="665429" y="623125"/>
                  </a:lnTo>
                  <a:lnTo>
                    <a:pt x="665492" y="593737"/>
                  </a:lnTo>
                  <a:lnTo>
                    <a:pt x="664705" y="592455"/>
                  </a:lnTo>
                  <a:lnTo>
                    <a:pt x="652437" y="572452"/>
                  </a:lnTo>
                  <a:lnTo>
                    <a:pt x="628243" y="556996"/>
                  </a:lnTo>
                  <a:lnTo>
                    <a:pt x="594918" y="545071"/>
                  </a:lnTo>
                  <a:lnTo>
                    <a:pt x="508914" y="522744"/>
                  </a:lnTo>
                  <a:lnTo>
                    <a:pt x="460248" y="507771"/>
                  </a:lnTo>
                  <a:lnTo>
                    <a:pt x="410464" y="487222"/>
                  </a:lnTo>
                  <a:lnTo>
                    <a:pt x="371932" y="459282"/>
                  </a:lnTo>
                  <a:lnTo>
                    <a:pt x="348348" y="421398"/>
                  </a:lnTo>
                  <a:lnTo>
                    <a:pt x="339166" y="375475"/>
                  </a:lnTo>
                  <a:lnTo>
                    <a:pt x="343865" y="323443"/>
                  </a:lnTo>
                  <a:lnTo>
                    <a:pt x="361454" y="274574"/>
                  </a:lnTo>
                  <a:lnTo>
                    <a:pt x="386054" y="233654"/>
                  </a:lnTo>
                  <a:lnTo>
                    <a:pt x="416737" y="200101"/>
                  </a:lnTo>
                  <a:lnTo>
                    <a:pt x="452526" y="173329"/>
                  </a:lnTo>
                  <a:lnTo>
                    <a:pt x="492467" y="152742"/>
                  </a:lnTo>
                  <a:lnTo>
                    <a:pt x="535597" y="137756"/>
                  </a:lnTo>
                  <a:lnTo>
                    <a:pt x="580986" y="127787"/>
                  </a:lnTo>
                  <a:lnTo>
                    <a:pt x="627646" y="122237"/>
                  </a:lnTo>
                  <a:lnTo>
                    <a:pt x="674649" y="120523"/>
                  </a:lnTo>
                  <a:lnTo>
                    <a:pt x="720369" y="122428"/>
                  </a:lnTo>
                  <a:lnTo>
                    <a:pt x="764184" y="128524"/>
                  </a:lnTo>
                  <a:lnTo>
                    <a:pt x="804697" y="139306"/>
                  </a:lnTo>
                  <a:lnTo>
                    <a:pt x="840486" y="155308"/>
                  </a:lnTo>
                  <a:lnTo>
                    <a:pt x="892327" y="205041"/>
                  </a:lnTo>
                  <a:lnTo>
                    <a:pt x="908481" y="281914"/>
                  </a:lnTo>
                  <a:lnTo>
                    <a:pt x="908481" y="0"/>
                  </a:lnTo>
                  <a:lnTo>
                    <a:pt x="0" y="0"/>
                  </a:lnTo>
                  <a:lnTo>
                    <a:pt x="0" y="137388"/>
                  </a:lnTo>
                  <a:lnTo>
                    <a:pt x="198323" y="137388"/>
                  </a:lnTo>
                  <a:lnTo>
                    <a:pt x="198323" y="162204"/>
                  </a:lnTo>
                  <a:lnTo>
                    <a:pt x="0" y="162204"/>
                  </a:lnTo>
                  <a:lnTo>
                    <a:pt x="0" y="295605"/>
                  </a:lnTo>
                  <a:lnTo>
                    <a:pt x="198323" y="295605"/>
                  </a:lnTo>
                  <a:lnTo>
                    <a:pt x="198323" y="320408"/>
                  </a:lnTo>
                  <a:lnTo>
                    <a:pt x="0" y="320408"/>
                  </a:lnTo>
                  <a:lnTo>
                    <a:pt x="0" y="458101"/>
                  </a:lnTo>
                  <a:lnTo>
                    <a:pt x="198323" y="458101"/>
                  </a:lnTo>
                  <a:lnTo>
                    <a:pt x="198323" y="482930"/>
                  </a:lnTo>
                  <a:lnTo>
                    <a:pt x="0" y="482930"/>
                  </a:lnTo>
                  <a:lnTo>
                    <a:pt x="0" y="622820"/>
                  </a:lnTo>
                  <a:lnTo>
                    <a:pt x="198323" y="622820"/>
                  </a:lnTo>
                  <a:lnTo>
                    <a:pt x="198323" y="647623"/>
                  </a:lnTo>
                  <a:lnTo>
                    <a:pt x="0" y="647623"/>
                  </a:lnTo>
                  <a:lnTo>
                    <a:pt x="0" y="781545"/>
                  </a:lnTo>
                  <a:lnTo>
                    <a:pt x="198323" y="781545"/>
                  </a:lnTo>
                  <a:lnTo>
                    <a:pt x="198323" y="806361"/>
                  </a:lnTo>
                  <a:lnTo>
                    <a:pt x="0" y="806361"/>
                  </a:lnTo>
                  <a:lnTo>
                    <a:pt x="0" y="942378"/>
                  </a:lnTo>
                  <a:lnTo>
                    <a:pt x="3692995" y="942378"/>
                  </a:lnTo>
                  <a:lnTo>
                    <a:pt x="3692995" y="820610"/>
                  </a:lnTo>
                  <a:lnTo>
                    <a:pt x="3692995" y="806462"/>
                  </a:lnTo>
                  <a:lnTo>
                    <a:pt x="3494557" y="806361"/>
                  </a:lnTo>
                  <a:lnTo>
                    <a:pt x="3494557" y="781545"/>
                  </a:lnTo>
                  <a:lnTo>
                    <a:pt x="3692995" y="781545"/>
                  </a:lnTo>
                  <a:lnTo>
                    <a:pt x="3692995" y="647623"/>
                  </a:lnTo>
                  <a:lnTo>
                    <a:pt x="3494557" y="647623"/>
                  </a:lnTo>
                  <a:lnTo>
                    <a:pt x="3494557" y="622820"/>
                  </a:lnTo>
                  <a:lnTo>
                    <a:pt x="3692995" y="622820"/>
                  </a:lnTo>
                  <a:lnTo>
                    <a:pt x="3692995" y="482930"/>
                  </a:lnTo>
                  <a:lnTo>
                    <a:pt x="3494557" y="482930"/>
                  </a:lnTo>
                  <a:lnTo>
                    <a:pt x="3494557" y="458101"/>
                  </a:lnTo>
                  <a:lnTo>
                    <a:pt x="3692995" y="458101"/>
                  </a:lnTo>
                  <a:lnTo>
                    <a:pt x="3692995" y="320408"/>
                  </a:lnTo>
                  <a:lnTo>
                    <a:pt x="3494557" y="320408"/>
                  </a:lnTo>
                  <a:lnTo>
                    <a:pt x="3494557" y="295605"/>
                  </a:lnTo>
                  <a:lnTo>
                    <a:pt x="3692995" y="295605"/>
                  </a:lnTo>
                  <a:lnTo>
                    <a:pt x="3692995" y="162204"/>
                  </a:lnTo>
                  <a:lnTo>
                    <a:pt x="3494557" y="162204"/>
                  </a:lnTo>
                  <a:lnTo>
                    <a:pt x="3494557" y="137388"/>
                  </a:lnTo>
                  <a:lnTo>
                    <a:pt x="3692995" y="137388"/>
                  </a:lnTo>
                  <a:lnTo>
                    <a:pt x="3692995" y="134556"/>
                  </a:lnTo>
                  <a:lnTo>
                    <a:pt x="3692995" y="120523"/>
                  </a:lnTo>
                  <a:lnTo>
                    <a:pt x="369299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0" y="11151492"/>
              <a:ext cx="20104100" cy="157480"/>
            </a:xfrm>
            <a:custGeom>
              <a:avLst/>
              <a:gdLst/>
              <a:ahLst/>
              <a:cxnLst/>
              <a:rect l="l" t="t" r="r" b="b"/>
              <a:pathLst>
                <a:path w="20104100" h="157479">
                  <a:moveTo>
                    <a:pt x="20104099" y="0"/>
                  </a:moveTo>
                  <a:lnTo>
                    <a:pt x="0" y="0"/>
                  </a:lnTo>
                  <a:lnTo>
                    <a:pt x="0" y="157063"/>
                  </a:lnTo>
                  <a:lnTo>
                    <a:pt x="20104099" y="157063"/>
                  </a:lnTo>
                  <a:lnTo>
                    <a:pt x="20104099" y="0"/>
                  </a:lnTo>
                  <a:close/>
                </a:path>
              </a:pathLst>
            </a:custGeom>
            <a:solidFill>
              <a:srgbClr val="C127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11643501" y="3979601"/>
            <a:ext cx="795020" cy="955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6100" b="0" spc="-10" dirty="0">
                <a:solidFill>
                  <a:srgbClr val="C1272C"/>
                </a:solidFill>
                <a:latin typeface="Montserrat Light"/>
                <a:cs typeface="Montserrat Light"/>
              </a:rPr>
              <a:t>01</a:t>
            </a:r>
            <a:endParaRPr sz="6100">
              <a:latin typeface="Montserrat Light"/>
              <a:cs typeface="Montserrat Light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12855097" y="3941430"/>
            <a:ext cx="5401310" cy="1118870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R="5080">
              <a:lnSpc>
                <a:spcPts val="2870"/>
              </a:lnSpc>
              <a:spcBef>
                <a:spcPts val="195"/>
              </a:spcBef>
            </a:pPr>
            <a:r>
              <a:rPr sz="2400" spc="-20" dirty="0">
                <a:solidFill>
                  <a:srgbClr val="4D4D4D"/>
                </a:solidFill>
                <a:latin typeface="Montserrat"/>
                <a:cs typeface="Montserrat"/>
              </a:rPr>
              <a:t>Lorem </a:t>
            </a:r>
            <a:r>
              <a:rPr sz="2400" spc="-10" dirty="0">
                <a:solidFill>
                  <a:srgbClr val="4D4D4D"/>
                </a:solidFill>
                <a:latin typeface="Montserrat"/>
                <a:cs typeface="Montserrat"/>
              </a:rPr>
              <a:t>ipsum </a:t>
            </a:r>
            <a:r>
              <a:rPr sz="2400" spc="-5" dirty="0">
                <a:solidFill>
                  <a:srgbClr val="4D4D4D"/>
                </a:solidFill>
                <a:latin typeface="Montserrat"/>
                <a:cs typeface="Montserrat"/>
              </a:rPr>
              <a:t>dolor sit amet, </a:t>
            </a:r>
            <a:r>
              <a:rPr sz="2400" spc="-10" dirty="0">
                <a:solidFill>
                  <a:srgbClr val="4D4D4D"/>
                </a:solidFill>
                <a:latin typeface="Montserrat"/>
                <a:cs typeface="Montserrat"/>
              </a:rPr>
              <a:t>conser </a:t>
            </a:r>
            <a:r>
              <a:rPr sz="2400" spc="-615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400" spc="-5" dirty="0">
                <a:solidFill>
                  <a:srgbClr val="4D4D4D"/>
                </a:solidFill>
                <a:latin typeface="Montserrat"/>
                <a:cs typeface="Montserrat"/>
              </a:rPr>
              <a:t>adipiscing </a:t>
            </a:r>
            <a:r>
              <a:rPr sz="2400" dirty="0">
                <a:solidFill>
                  <a:srgbClr val="4D4D4D"/>
                </a:solidFill>
                <a:latin typeface="Montserrat"/>
                <a:cs typeface="Montserrat"/>
              </a:rPr>
              <a:t>elit, </a:t>
            </a:r>
            <a:r>
              <a:rPr sz="2400" spc="-10" dirty="0">
                <a:solidFill>
                  <a:srgbClr val="4D4D4D"/>
                </a:solidFill>
                <a:latin typeface="Montserrat"/>
                <a:cs typeface="Montserrat"/>
              </a:rPr>
              <a:t>sed do eiusmod </a:t>
            </a:r>
            <a:r>
              <a:rPr sz="2400" spc="-5" dirty="0">
                <a:solidFill>
                  <a:srgbClr val="4D4D4D"/>
                </a:solidFill>
                <a:latin typeface="Montserrat"/>
                <a:cs typeface="Montserrat"/>
              </a:rPr>
              <a:t>elit </a:t>
            </a:r>
            <a:r>
              <a:rPr sz="2400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400" spc="-15" dirty="0">
                <a:solidFill>
                  <a:srgbClr val="4D4D4D"/>
                </a:solidFill>
                <a:latin typeface="Montserrat"/>
                <a:cs typeface="Montserrat"/>
              </a:rPr>
              <a:t>tempor </a:t>
            </a:r>
            <a:r>
              <a:rPr sz="2400" spc="-5" dirty="0">
                <a:solidFill>
                  <a:srgbClr val="4D4D4D"/>
                </a:solidFill>
                <a:latin typeface="Montserrat"/>
                <a:cs typeface="Montserrat"/>
              </a:rPr>
              <a:t>incididunt</a:t>
            </a:r>
            <a:r>
              <a:rPr sz="2400" spc="-10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400" spc="-5" dirty="0">
                <a:solidFill>
                  <a:srgbClr val="4D4D4D"/>
                </a:solidFill>
                <a:latin typeface="Montserrat"/>
                <a:cs typeface="Montserrat"/>
              </a:rPr>
              <a:t>ut</a:t>
            </a:r>
            <a:r>
              <a:rPr sz="2400" spc="-10" dirty="0">
                <a:solidFill>
                  <a:srgbClr val="4D4D4D"/>
                </a:solidFill>
                <a:latin typeface="Montserrat"/>
                <a:cs typeface="Montserrat"/>
              </a:rPr>
              <a:t> labore.</a:t>
            </a:r>
            <a:endParaRPr sz="2400">
              <a:latin typeface="Montserrat"/>
              <a:cs typeface="Montserrat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11562143" y="6373312"/>
            <a:ext cx="957580" cy="955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6100" b="0" spc="-10" dirty="0">
                <a:solidFill>
                  <a:srgbClr val="C1272C"/>
                </a:solidFill>
                <a:latin typeface="Montserrat Light"/>
                <a:cs typeface="Montserrat Light"/>
              </a:rPr>
              <a:t>02</a:t>
            </a:r>
            <a:endParaRPr sz="6100">
              <a:latin typeface="Montserrat Light"/>
              <a:cs typeface="Montserrat Light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12855097" y="6335141"/>
            <a:ext cx="5401310" cy="1118870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R="5080">
              <a:lnSpc>
                <a:spcPts val="2870"/>
              </a:lnSpc>
              <a:spcBef>
                <a:spcPts val="195"/>
              </a:spcBef>
            </a:pPr>
            <a:r>
              <a:rPr sz="2400" spc="-20" dirty="0">
                <a:solidFill>
                  <a:srgbClr val="4D4D4D"/>
                </a:solidFill>
                <a:latin typeface="Montserrat"/>
                <a:cs typeface="Montserrat"/>
              </a:rPr>
              <a:t>Lorem </a:t>
            </a:r>
            <a:r>
              <a:rPr sz="2400" spc="-10" dirty="0">
                <a:solidFill>
                  <a:srgbClr val="4D4D4D"/>
                </a:solidFill>
                <a:latin typeface="Montserrat"/>
                <a:cs typeface="Montserrat"/>
              </a:rPr>
              <a:t>ipsum </a:t>
            </a:r>
            <a:r>
              <a:rPr sz="2400" spc="-5" dirty="0">
                <a:solidFill>
                  <a:srgbClr val="4D4D4D"/>
                </a:solidFill>
                <a:latin typeface="Montserrat"/>
                <a:cs typeface="Montserrat"/>
              </a:rPr>
              <a:t>dolor sit amet, </a:t>
            </a:r>
            <a:r>
              <a:rPr sz="2400" spc="-10" dirty="0">
                <a:solidFill>
                  <a:srgbClr val="4D4D4D"/>
                </a:solidFill>
                <a:latin typeface="Montserrat"/>
                <a:cs typeface="Montserrat"/>
              </a:rPr>
              <a:t>conser </a:t>
            </a:r>
            <a:r>
              <a:rPr sz="2400" spc="-615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400" spc="-5" dirty="0">
                <a:solidFill>
                  <a:srgbClr val="4D4D4D"/>
                </a:solidFill>
                <a:latin typeface="Montserrat"/>
                <a:cs typeface="Montserrat"/>
              </a:rPr>
              <a:t>adipiscing </a:t>
            </a:r>
            <a:r>
              <a:rPr sz="2400" dirty="0">
                <a:solidFill>
                  <a:srgbClr val="4D4D4D"/>
                </a:solidFill>
                <a:latin typeface="Montserrat"/>
                <a:cs typeface="Montserrat"/>
              </a:rPr>
              <a:t>elit, </a:t>
            </a:r>
            <a:r>
              <a:rPr sz="2400" spc="-10" dirty="0">
                <a:solidFill>
                  <a:srgbClr val="4D4D4D"/>
                </a:solidFill>
                <a:latin typeface="Montserrat"/>
                <a:cs typeface="Montserrat"/>
              </a:rPr>
              <a:t>sed do eiusmod </a:t>
            </a:r>
            <a:r>
              <a:rPr sz="2400" spc="-5" dirty="0">
                <a:solidFill>
                  <a:srgbClr val="4D4D4D"/>
                </a:solidFill>
                <a:latin typeface="Montserrat"/>
                <a:cs typeface="Montserrat"/>
              </a:rPr>
              <a:t>elit </a:t>
            </a:r>
            <a:r>
              <a:rPr sz="2400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400" spc="-15" dirty="0">
                <a:solidFill>
                  <a:srgbClr val="4D4D4D"/>
                </a:solidFill>
                <a:latin typeface="Montserrat"/>
                <a:cs typeface="Montserrat"/>
              </a:rPr>
              <a:t>tempor </a:t>
            </a:r>
            <a:r>
              <a:rPr sz="2400" spc="-5" dirty="0">
                <a:solidFill>
                  <a:srgbClr val="4D4D4D"/>
                </a:solidFill>
                <a:latin typeface="Montserrat"/>
                <a:cs typeface="Montserrat"/>
              </a:rPr>
              <a:t>incididunt</a:t>
            </a:r>
            <a:r>
              <a:rPr sz="2400" spc="-10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400" spc="-5" dirty="0">
                <a:solidFill>
                  <a:srgbClr val="4D4D4D"/>
                </a:solidFill>
                <a:latin typeface="Montserrat"/>
                <a:cs typeface="Montserrat"/>
              </a:rPr>
              <a:t>ut</a:t>
            </a:r>
            <a:r>
              <a:rPr sz="2400" spc="-10" dirty="0">
                <a:solidFill>
                  <a:srgbClr val="4D4D4D"/>
                </a:solidFill>
                <a:latin typeface="Montserrat"/>
                <a:cs typeface="Montserrat"/>
              </a:rPr>
              <a:t> labore.</a:t>
            </a:r>
            <a:endParaRPr sz="2400">
              <a:latin typeface="Montserrat"/>
              <a:cs typeface="Montserrat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11567567" y="8767025"/>
            <a:ext cx="939800" cy="955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6100" b="0" spc="-65" dirty="0">
                <a:solidFill>
                  <a:srgbClr val="C1272C"/>
                </a:solidFill>
                <a:latin typeface="Montserrat Light"/>
                <a:cs typeface="Montserrat Light"/>
              </a:rPr>
              <a:t>03</a:t>
            </a:r>
            <a:endParaRPr sz="6100">
              <a:latin typeface="Montserrat Light"/>
              <a:cs typeface="Montserrat Light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12855097" y="8728848"/>
            <a:ext cx="5401310" cy="1118870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R="5080">
              <a:lnSpc>
                <a:spcPts val="2870"/>
              </a:lnSpc>
              <a:spcBef>
                <a:spcPts val="195"/>
              </a:spcBef>
            </a:pPr>
            <a:r>
              <a:rPr sz="2400" spc="-20" dirty="0">
                <a:solidFill>
                  <a:srgbClr val="4D4D4D"/>
                </a:solidFill>
                <a:latin typeface="Montserrat"/>
                <a:cs typeface="Montserrat"/>
              </a:rPr>
              <a:t>Lorem </a:t>
            </a:r>
            <a:r>
              <a:rPr sz="2400" spc="-10" dirty="0">
                <a:solidFill>
                  <a:srgbClr val="4D4D4D"/>
                </a:solidFill>
                <a:latin typeface="Montserrat"/>
                <a:cs typeface="Montserrat"/>
              </a:rPr>
              <a:t>ipsum </a:t>
            </a:r>
            <a:r>
              <a:rPr sz="2400" spc="-5" dirty="0">
                <a:solidFill>
                  <a:srgbClr val="4D4D4D"/>
                </a:solidFill>
                <a:latin typeface="Montserrat"/>
                <a:cs typeface="Montserrat"/>
              </a:rPr>
              <a:t>dolor sit amet, </a:t>
            </a:r>
            <a:r>
              <a:rPr sz="2400" spc="-10" dirty="0">
                <a:solidFill>
                  <a:srgbClr val="4D4D4D"/>
                </a:solidFill>
                <a:latin typeface="Montserrat"/>
                <a:cs typeface="Montserrat"/>
              </a:rPr>
              <a:t>conser </a:t>
            </a:r>
            <a:r>
              <a:rPr sz="2400" spc="-615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400" spc="-5" dirty="0">
                <a:solidFill>
                  <a:srgbClr val="4D4D4D"/>
                </a:solidFill>
                <a:latin typeface="Montserrat"/>
                <a:cs typeface="Montserrat"/>
              </a:rPr>
              <a:t>adipiscing </a:t>
            </a:r>
            <a:r>
              <a:rPr sz="2400" dirty="0">
                <a:solidFill>
                  <a:srgbClr val="4D4D4D"/>
                </a:solidFill>
                <a:latin typeface="Montserrat"/>
                <a:cs typeface="Montserrat"/>
              </a:rPr>
              <a:t>elit, </a:t>
            </a:r>
            <a:r>
              <a:rPr sz="2400" spc="-10" dirty="0">
                <a:solidFill>
                  <a:srgbClr val="4D4D4D"/>
                </a:solidFill>
                <a:latin typeface="Montserrat"/>
                <a:cs typeface="Montserrat"/>
              </a:rPr>
              <a:t>sed do eiusmod </a:t>
            </a:r>
            <a:r>
              <a:rPr sz="2400" spc="-5" dirty="0">
                <a:solidFill>
                  <a:srgbClr val="4D4D4D"/>
                </a:solidFill>
                <a:latin typeface="Montserrat"/>
                <a:cs typeface="Montserrat"/>
              </a:rPr>
              <a:t>elit </a:t>
            </a:r>
            <a:r>
              <a:rPr sz="2400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400" spc="-15" dirty="0">
                <a:solidFill>
                  <a:srgbClr val="4D4D4D"/>
                </a:solidFill>
                <a:latin typeface="Montserrat"/>
                <a:cs typeface="Montserrat"/>
              </a:rPr>
              <a:t>tempor </a:t>
            </a:r>
            <a:r>
              <a:rPr sz="2400" spc="-5" dirty="0">
                <a:solidFill>
                  <a:srgbClr val="4D4D4D"/>
                </a:solidFill>
                <a:latin typeface="Montserrat"/>
                <a:cs typeface="Montserrat"/>
              </a:rPr>
              <a:t>incididunt</a:t>
            </a:r>
            <a:r>
              <a:rPr sz="2400" spc="-10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sz="2400" spc="-5" dirty="0">
                <a:solidFill>
                  <a:srgbClr val="4D4D4D"/>
                </a:solidFill>
                <a:latin typeface="Montserrat"/>
                <a:cs typeface="Montserrat"/>
              </a:rPr>
              <a:t>ut</a:t>
            </a:r>
            <a:r>
              <a:rPr sz="2400" spc="-10" dirty="0">
                <a:solidFill>
                  <a:srgbClr val="4D4D4D"/>
                </a:solidFill>
                <a:latin typeface="Montserrat"/>
                <a:cs typeface="Montserrat"/>
              </a:rPr>
              <a:t> labore.</a:t>
            </a:r>
            <a:endParaRPr sz="2400">
              <a:latin typeface="Montserrat"/>
              <a:cs typeface="Montserrat"/>
            </a:endParaRPr>
          </a:p>
        </p:txBody>
      </p:sp>
      <p:sp>
        <p:nvSpPr>
          <p:cNvPr id="56" name="object 56"/>
          <p:cNvSpPr txBox="1">
            <a:spLocks noGrp="1"/>
          </p:cNvSpPr>
          <p:nvPr>
            <p:ph type="title"/>
          </p:nvPr>
        </p:nvSpPr>
        <p:spPr>
          <a:xfrm>
            <a:off x="11086438" y="797973"/>
            <a:ext cx="6871970" cy="2015489"/>
          </a:xfrm>
          <a:prstGeom prst="rect">
            <a:avLst/>
          </a:prstGeom>
        </p:spPr>
        <p:txBody>
          <a:bodyPr vert="horz" wrap="square" lIns="0" tIns="774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b="1" spc="-15" dirty="0">
                <a:latin typeface="Montserrat ExtraBold"/>
                <a:cs typeface="Montserrat ExtraBold"/>
              </a:rPr>
              <a:t>LOREM</a:t>
            </a:r>
            <a:r>
              <a:rPr b="1" spc="-45" dirty="0">
                <a:latin typeface="Montserrat ExtraBold"/>
                <a:cs typeface="Montserrat ExtraBold"/>
              </a:rPr>
              <a:t> </a:t>
            </a:r>
            <a:r>
              <a:rPr b="1" dirty="0">
                <a:latin typeface="Montserrat ExtraBold"/>
                <a:cs typeface="Montserrat ExtraBold"/>
              </a:rPr>
              <a:t>IPSUM</a:t>
            </a: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spc="-20" dirty="0"/>
              <a:t>DOLOR</a:t>
            </a:r>
            <a:r>
              <a:rPr spc="-35" dirty="0"/>
              <a:t> </a:t>
            </a:r>
            <a:r>
              <a:rPr dirty="0"/>
              <a:t>SIT</a:t>
            </a:r>
            <a:r>
              <a:rPr spc="-35" dirty="0"/>
              <a:t> </a:t>
            </a:r>
            <a:r>
              <a:rPr spc="-40" dirty="0"/>
              <a:t>AMET.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11308556"/>
            <a:chOff x="0" y="0"/>
            <a:chExt cx="20104100" cy="11308556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100" cy="1130855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912068" y="4985450"/>
              <a:ext cx="5242560" cy="1337945"/>
            </a:xfrm>
            <a:custGeom>
              <a:avLst/>
              <a:gdLst/>
              <a:ahLst/>
              <a:cxnLst/>
              <a:rect l="l" t="t" r="r" b="b"/>
              <a:pathLst>
                <a:path w="5242559" h="1337945">
                  <a:moveTo>
                    <a:pt x="5242028" y="0"/>
                  </a:moveTo>
                  <a:lnTo>
                    <a:pt x="0" y="0"/>
                  </a:lnTo>
                  <a:lnTo>
                    <a:pt x="0" y="1337655"/>
                  </a:lnTo>
                  <a:lnTo>
                    <a:pt x="5242028" y="1337655"/>
                  </a:lnTo>
                  <a:lnTo>
                    <a:pt x="5242028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911983" y="5156523"/>
              <a:ext cx="5242560" cy="993775"/>
            </a:xfrm>
            <a:custGeom>
              <a:avLst/>
              <a:gdLst/>
              <a:ahLst/>
              <a:cxnLst/>
              <a:rect l="l" t="t" r="r" b="b"/>
              <a:pathLst>
                <a:path w="5242559" h="993775">
                  <a:moveTo>
                    <a:pt x="281571" y="938250"/>
                  </a:moveTo>
                  <a:lnTo>
                    <a:pt x="0" y="938250"/>
                  </a:lnTo>
                  <a:lnTo>
                    <a:pt x="0" y="973455"/>
                  </a:lnTo>
                  <a:lnTo>
                    <a:pt x="281571" y="973455"/>
                  </a:lnTo>
                  <a:lnTo>
                    <a:pt x="281571" y="938250"/>
                  </a:lnTo>
                  <a:close/>
                </a:path>
                <a:path w="5242559" h="993775">
                  <a:moveTo>
                    <a:pt x="281571" y="712901"/>
                  </a:moveTo>
                  <a:lnTo>
                    <a:pt x="0" y="712901"/>
                  </a:lnTo>
                  <a:lnTo>
                    <a:pt x="0" y="748106"/>
                  </a:lnTo>
                  <a:lnTo>
                    <a:pt x="281571" y="748106"/>
                  </a:lnTo>
                  <a:lnTo>
                    <a:pt x="281571" y="712901"/>
                  </a:lnTo>
                  <a:close/>
                </a:path>
                <a:path w="5242559" h="993775">
                  <a:moveTo>
                    <a:pt x="281571" y="479120"/>
                  </a:moveTo>
                  <a:lnTo>
                    <a:pt x="0" y="479120"/>
                  </a:lnTo>
                  <a:lnTo>
                    <a:pt x="0" y="514324"/>
                  </a:lnTo>
                  <a:lnTo>
                    <a:pt x="281571" y="514324"/>
                  </a:lnTo>
                  <a:lnTo>
                    <a:pt x="281571" y="479120"/>
                  </a:lnTo>
                  <a:close/>
                </a:path>
                <a:path w="5242559" h="993775">
                  <a:moveTo>
                    <a:pt x="281571" y="248475"/>
                  </a:moveTo>
                  <a:lnTo>
                    <a:pt x="0" y="248475"/>
                  </a:lnTo>
                  <a:lnTo>
                    <a:pt x="0" y="283730"/>
                  </a:lnTo>
                  <a:lnTo>
                    <a:pt x="281571" y="283730"/>
                  </a:lnTo>
                  <a:lnTo>
                    <a:pt x="281571" y="248475"/>
                  </a:lnTo>
                  <a:close/>
                </a:path>
                <a:path w="5242559" h="993775">
                  <a:moveTo>
                    <a:pt x="281571" y="23812"/>
                  </a:moveTo>
                  <a:lnTo>
                    <a:pt x="0" y="23812"/>
                  </a:lnTo>
                  <a:lnTo>
                    <a:pt x="0" y="59016"/>
                  </a:lnTo>
                  <a:lnTo>
                    <a:pt x="281571" y="59016"/>
                  </a:lnTo>
                  <a:lnTo>
                    <a:pt x="281571" y="23812"/>
                  </a:lnTo>
                  <a:close/>
                </a:path>
                <a:path w="5242559" h="993775">
                  <a:moveTo>
                    <a:pt x="1289888" y="204787"/>
                  </a:moveTo>
                  <a:lnTo>
                    <a:pt x="1287195" y="184924"/>
                  </a:lnTo>
                  <a:lnTo>
                    <a:pt x="1284528" y="165150"/>
                  </a:lnTo>
                  <a:lnTo>
                    <a:pt x="1272222" y="130467"/>
                  </a:lnTo>
                  <a:lnTo>
                    <a:pt x="1229385" y="74917"/>
                  </a:lnTo>
                  <a:lnTo>
                    <a:pt x="1166685" y="36169"/>
                  </a:lnTo>
                  <a:lnTo>
                    <a:pt x="1129525" y="22491"/>
                  </a:lnTo>
                  <a:lnTo>
                    <a:pt x="1089393" y="12280"/>
                  </a:lnTo>
                  <a:lnTo>
                    <a:pt x="1046924" y="5295"/>
                  </a:lnTo>
                  <a:lnTo>
                    <a:pt x="1002792" y="1282"/>
                  </a:lnTo>
                  <a:lnTo>
                    <a:pt x="957656" y="0"/>
                  </a:lnTo>
                  <a:lnTo>
                    <a:pt x="911479" y="1143"/>
                  </a:lnTo>
                  <a:lnTo>
                    <a:pt x="865327" y="4775"/>
                  </a:lnTo>
                  <a:lnTo>
                    <a:pt x="819670" y="11163"/>
                  </a:lnTo>
                  <a:lnTo>
                    <a:pt x="774928" y="20586"/>
                  </a:lnTo>
                  <a:lnTo>
                    <a:pt x="731558" y="33324"/>
                  </a:lnTo>
                  <a:lnTo>
                    <a:pt x="690016" y="49669"/>
                  </a:lnTo>
                  <a:lnTo>
                    <a:pt x="650760" y="69875"/>
                  </a:lnTo>
                  <a:lnTo>
                    <a:pt x="614222" y="94221"/>
                  </a:lnTo>
                  <a:lnTo>
                    <a:pt x="580872" y="123012"/>
                  </a:lnTo>
                  <a:lnTo>
                    <a:pt x="551141" y="156489"/>
                  </a:lnTo>
                  <a:lnTo>
                    <a:pt x="525487" y="194970"/>
                  </a:lnTo>
                  <a:lnTo>
                    <a:pt x="504355" y="238696"/>
                  </a:lnTo>
                  <a:lnTo>
                    <a:pt x="488200" y="287972"/>
                  </a:lnTo>
                  <a:lnTo>
                    <a:pt x="481558" y="338035"/>
                  </a:lnTo>
                  <a:lnTo>
                    <a:pt x="483577" y="384644"/>
                  </a:lnTo>
                  <a:lnTo>
                    <a:pt x="494474" y="427012"/>
                  </a:lnTo>
                  <a:lnTo>
                    <a:pt x="514477" y="464312"/>
                  </a:lnTo>
                  <a:lnTo>
                    <a:pt x="543801" y="495744"/>
                  </a:lnTo>
                  <a:lnTo>
                    <a:pt x="582663" y="520509"/>
                  </a:lnTo>
                  <a:lnTo>
                    <a:pt x="634098" y="542620"/>
                  </a:lnTo>
                  <a:lnTo>
                    <a:pt x="685101" y="560095"/>
                  </a:lnTo>
                  <a:lnTo>
                    <a:pt x="734580" y="574154"/>
                  </a:lnTo>
                  <a:lnTo>
                    <a:pt x="824623" y="597027"/>
                  </a:lnTo>
                  <a:lnTo>
                    <a:pt x="863003" y="608342"/>
                  </a:lnTo>
                  <a:lnTo>
                    <a:pt x="895477" y="621220"/>
                  </a:lnTo>
                  <a:lnTo>
                    <a:pt x="920978" y="636917"/>
                  </a:lnTo>
                  <a:lnTo>
                    <a:pt x="938403" y="656678"/>
                  </a:lnTo>
                  <a:lnTo>
                    <a:pt x="946658" y="681748"/>
                  </a:lnTo>
                  <a:lnTo>
                    <a:pt x="944651" y="713359"/>
                  </a:lnTo>
                  <a:lnTo>
                    <a:pt x="922705" y="754976"/>
                  </a:lnTo>
                  <a:lnTo>
                    <a:pt x="882992" y="784707"/>
                  </a:lnTo>
                  <a:lnTo>
                    <a:pt x="834351" y="802538"/>
                  </a:lnTo>
                  <a:lnTo>
                    <a:pt x="785672" y="808482"/>
                  </a:lnTo>
                  <a:lnTo>
                    <a:pt x="733640" y="802678"/>
                  </a:lnTo>
                  <a:lnTo>
                    <a:pt x="692861" y="785520"/>
                  </a:lnTo>
                  <a:lnTo>
                    <a:pt x="665060" y="757402"/>
                  </a:lnTo>
                  <a:lnTo>
                    <a:pt x="651979" y="718680"/>
                  </a:lnTo>
                  <a:lnTo>
                    <a:pt x="655332" y="669772"/>
                  </a:lnTo>
                  <a:lnTo>
                    <a:pt x="391109" y="669772"/>
                  </a:lnTo>
                  <a:lnTo>
                    <a:pt x="383362" y="726135"/>
                  </a:lnTo>
                  <a:lnTo>
                    <a:pt x="383374" y="775970"/>
                  </a:lnTo>
                  <a:lnTo>
                    <a:pt x="390588" y="819632"/>
                  </a:lnTo>
                  <a:lnTo>
                    <a:pt x="404507" y="857453"/>
                  </a:lnTo>
                  <a:lnTo>
                    <a:pt x="450291" y="917028"/>
                  </a:lnTo>
                  <a:lnTo>
                    <a:pt x="481114" y="939482"/>
                  </a:lnTo>
                  <a:lnTo>
                    <a:pt x="516521" y="957503"/>
                  </a:lnTo>
                  <a:lnTo>
                    <a:pt x="555980" y="971473"/>
                  </a:lnTo>
                  <a:lnTo>
                    <a:pt x="598970" y="981722"/>
                  </a:lnTo>
                  <a:lnTo>
                    <a:pt x="644969" y="988606"/>
                  </a:lnTo>
                  <a:lnTo>
                    <a:pt x="693445" y="992466"/>
                  </a:lnTo>
                  <a:lnTo>
                    <a:pt x="743877" y="993686"/>
                  </a:lnTo>
                  <a:lnTo>
                    <a:pt x="794664" y="991984"/>
                  </a:lnTo>
                  <a:lnTo>
                    <a:pt x="844905" y="986878"/>
                  </a:lnTo>
                  <a:lnTo>
                    <a:pt x="894105" y="978331"/>
                  </a:lnTo>
                  <a:lnTo>
                    <a:pt x="941819" y="966304"/>
                  </a:lnTo>
                  <a:lnTo>
                    <a:pt x="987564" y="950798"/>
                  </a:lnTo>
                  <a:lnTo>
                    <a:pt x="1030846" y="931760"/>
                  </a:lnTo>
                  <a:lnTo>
                    <a:pt x="1071219" y="909167"/>
                  </a:lnTo>
                  <a:lnTo>
                    <a:pt x="1108189" y="883005"/>
                  </a:lnTo>
                  <a:lnTo>
                    <a:pt x="1141298" y="853224"/>
                  </a:lnTo>
                  <a:lnTo>
                    <a:pt x="1170063" y="819823"/>
                  </a:lnTo>
                  <a:lnTo>
                    <a:pt x="1194015" y="782751"/>
                  </a:lnTo>
                  <a:lnTo>
                    <a:pt x="1212672" y="741984"/>
                  </a:lnTo>
                  <a:lnTo>
                    <a:pt x="1225575" y="697509"/>
                  </a:lnTo>
                  <a:lnTo>
                    <a:pt x="1233309" y="642226"/>
                  </a:lnTo>
                  <a:lnTo>
                    <a:pt x="1231950" y="594804"/>
                  </a:lnTo>
                  <a:lnTo>
                    <a:pt x="1222514" y="554507"/>
                  </a:lnTo>
                  <a:lnTo>
                    <a:pt x="1183284" y="492379"/>
                  </a:lnTo>
                  <a:lnTo>
                    <a:pt x="1123530" y="449999"/>
                  </a:lnTo>
                  <a:lnTo>
                    <a:pt x="1088415" y="434390"/>
                  </a:lnTo>
                  <a:lnTo>
                    <a:pt x="1051115" y="421538"/>
                  </a:lnTo>
                  <a:lnTo>
                    <a:pt x="1012647" y="410718"/>
                  </a:lnTo>
                  <a:lnTo>
                    <a:pt x="936078" y="392214"/>
                  </a:lnTo>
                  <a:lnTo>
                    <a:pt x="899960" y="383082"/>
                  </a:lnTo>
                  <a:lnTo>
                    <a:pt x="849528" y="367804"/>
                  </a:lnTo>
                  <a:lnTo>
                    <a:pt x="804138" y="346938"/>
                  </a:lnTo>
                  <a:lnTo>
                    <a:pt x="773887" y="316407"/>
                  </a:lnTo>
                  <a:lnTo>
                    <a:pt x="768934" y="272110"/>
                  </a:lnTo>
                  <a:lnTo>
                    <a:pt x="785317" y="238429"/>
                  </a:lnTo>
                  <a:lnTo>
                    <a:pt x="816013" y="210680"/>
                  </a:lnTo>
                  <a:lnTo>
                    <a:pt x="856195" y="191858"/>
                  </a:lnTo>
                  <a:lnTo>
                    <a:pt x="901052" y="184924"/>
                  </a:lnTo>
                  <a:lnTo>
                    <a:pt x="932332" y="186893"/>
                  </a:lnTo>
                  <a:lnTo>
                    <a:pt x="980084" y="202222"/>
                  </a:lnTo>
                  <a:lnTo>
                    <a:pt x="1008494" y="231711"/>
                  </a:lnTo>
                  <a:lnTo>
                    <a:pt x="1016889" y="273837"/>
                  </a:lnTo>
                  <a:lnTo>
                    <a:pt x="1012901" y="299847"/>
                  </a:lnTo>
                  <a:lnTo>
                    <a:pt x="1277099" y="299847"/>
                  </a:lnTo>
                  <a:lnTo>
                    <a:pt x="1287627" y="249605"/>
                  </a:lnTo>
                  <a:lnTo>
                    <a:pt x="1289888" y="204787"/>
                  </a:lnTo>
                  <a:close/>
                </a:path>
                <a:path w="5242559" h="993775">
                  <a:moveTo>
                    <a:pt x="2244153" y="19761"/>
                  </a:moveTo>
                  <a:lnTo>
                    <a:pt x="1517561" y="19761"/>
                  </a:lnTo>
                  <a:lnTo>
                    <a:pt x="1314792" y="973645"/>
                  </a:lnTo>
                  <a:lnTo>
                    <a:pt x="2041398" y="973645"/>
                  </a:lnTo>
                  <a:lnTo>
                    <a:pt x="2080793" y="788670"/>
                  </a:lnTo>
                  <a:lnTo>
                    <a:pt x="1618399" y="788670"/>
                  </a:lnTo>
                  <a:lnTo>
                    <a:pt x="1661350" y="586536"/>
                  </a:lnTo>
                  <a:lnTo>
                    <a:pt x="2086737" y="586536"/>
                  </a:lnTo>
                  <a:lnTo>
                    <a:pt x="2125903" y="401612"/>
                  </a:lnTo>
                  <a:lnTo>
                    <a:pt x="1700504" y="401612"/>
                  </a:lnTo>
                  <a:lnTo>
                    <a:pt x="1742351" y="204736"/>
                  </a:lnTo>
                  <a:lnTo>
                    <a:pt x="2204758" y="204736"/>
                  </a:lnTo>
                  <a:lnTo>
                    <a:pt x="2244153" y="19761"/>
                  </a:lnTo>
                  <a:close/>
                </a:path>
                <a:path w="5242559" h="993775">
                  <a:moveTo>
                    <a:pt x="3323475" y="19761"/>
                  </a:moveTo>
                  <a:lnTo>
                    <a:pt x="3085681" y="19761"/>
                  </a:lnTo>
                  <a:lnTo>
                    <a:pt x="2935084" y="727875"/>
                  </a:lnTo>
                  <a:lnTo>
                    <a:pt x="2931998" y="730554"/>
                  </a:lnTo>
                  <a:lnTo>
                    <a:pt x="2816326" y="243078"/>
                  </a:lnTo>
                  <a:lnTo>
                    <a:pt x="2763329" y="19761"/>
                  </a:lnTo>
                  <a:lnTo>
                    <a:pt x="2393416" y="19761"/>
                  </a:lnTo>
                  <a:lnTo>
                    <a:pt x="2190648" y="973645"/>
                  </a:lnTo>
                  <a:lnTo>
                    <a:pt x="2428443" y="973645"/>
                  </a:lnTo>
                  <a:lnTo>
                    <a:pt x="2583700" y="243078"/>
                  </a:lnTo>
                  <a:lnTo>
                    <a:pt x="2586329" y="243078"/>
                  </a:lnTo>
                  <a:lnTo>
                    <a:pt x="2754757" y="973645"/>
                  </a:lnTo>
                  <a:lnTo>
                    <a:pt x="3120707" y="973645"/>
                  </a:lnTo>
                  <a:lnTo>
                    <a:pt x="3172383" y="730554"/>
                  </a:lnTo>
                  <a:lnTo>
                    <a:pt x="3323475" y="19761"/>
                  </a:lnTo>
                  <a:close/>
                </a:path>
                <a:path w="5242559" h="993775">
                  <a:moveTo>
                    <a:pt x="4293857" y="973645"/>
                  </a:moveTo>
                  <a:lnTo>
                    <a:pt x="4259923" y="787361"/>
                  </a:lnTo>
                  <a:lnTo>
                    <a:pt x="4226242" y="602399"/>
                  </a:lnTo>
                  <a:lnTo>
                    <a:pt x="4154043" y="206019"/>
                  </a:lnTo>
                  <a:lnTo>
                    <a:pt x="4120121" y="19761"/>
                  </a:lnTo>
                  <a:lnTo>
                    <a:pt x="3945966" y="19761"/>
                  </a:lnTo>
                  <a:lnTo>
                    <a:pt x="3945966" y="602399"/>
                  </a:lnTo>
                  <a:lnTo>
                    <a:pt x="3690988" y="602399"/>
                  </a:lnTo>
                  <a:lnTo>
                    <a:pt x="3904780" y="206019"/>
                  </a:lnTo>
                  <a:lnTo>
                    <a:pt x="3908729" y="206019"/>
                  </a:lnTo>
                  <a:lnTo>
                    <a:pt x="3945966" y="602399"/>
                  </a:lnTo>
                  <a:lnTo>
                    <a:pt x="3945966" y="19761"/>
                  </a:lnTo>
                  <a:lnTo>
                    <a:pt x="3797770" y="19761"/>
                  </a:lnTo>
                  <a:lnTo>
                    <a:pt x="3218446" y="973645"/>
                  </a:lnTo>
                  <a:lnTo>
                    <a:pt x="3482695" y="973645"/>
                  </a:lnTo>
                  <a:lnTo>
                    <a:pt x="3584397" y="787361"/>
                  </a:lnTo>
                  <a:lnTo>
                    <a:pt x="3971506" y="787361"/>
                  </a:lnTo>
                  <a:lnTo>
                    <a:pt x="3995280" y="973645"/>
                  </a:lnTo>
                  <a:lnTo>
                    <a:pt x="4293857" y="973645"/>
                  </a:lnTo>
                  <a:close/>
                </a:path>
                <a:path w="5242559" h="993775">
                  <a:moveTo>
                    <a:pt x="4861230" y="19761"/>
                  </a:moveTo>
                  <a:lnTo>
                    <a:pt x="4597044" y="19761"/>
                  </a:lnTo>
                  <a:lnTo>
                    <a:pt x="4394225" y="973645"/>
                  </a:lnTo>
                  <a:lnTo>
                    <a:pt x="4658461" y="973645"/>
                  </a:lnTo>
                  <a:lnTo>
                    <a:pt x="4861230" y="19761"/>
                  </a:lnTo>
                  <a:close/>
                </a:path>
                <a:path w="5242559" h="993775">
                  <a:moveTo>
                    <a:pt x="5242026" y="938250"/>
                  </a:moveTo>
                  <a:lnTo>
                    <a:pt x="4960455" y="938250"/>
                  </a:lnTo>
                  <a:lnTo>
                    <a:pt x="4960455" y="973455"/>
                  </a:lnTo>
                  <a:lnTo>
                    <a:pt x="5242026" y="973455"/>
                  </a:lnTo>
                  <a:lnTo>
                    <a:pt x="5242026" y="938250"/>
                  </a:lnTo>
                  <a:close/>
                </a:path>
                <a:path w="5242559" h="993775">
                  <a:moveTo>
                    <a:pt x="5242026" y="712901"/>
                  </a:moveTo>
                  <a:lnTo>
                    <a:pt x="4960455" y="712901"/>
                  </a:lnTo>
                  <a:lnTo>
                    <a:pt x="4960455" y="748106"/>
                  </a:lnTo>
                  <a:lnTo>
                    <a:pt x="5242026" y="748106"/>
                  </a:lnTo>
                  <a:lnTo>
                    <a:pt x="5242026" y="712901"/>
                  </a:lnTo>
                  <a:close/>
                </a:path>
                <a:path w="5242559" h="993775">
                  <a:moveTo>
                    <a:pt x="5242026" y="479120"/>
                  </a:moveTo>
                  <a:lnTo>
                    <a:pt x="4960455" y="479120"/>
                  </a:lnTo>
                  <a:lnTo>
                    <a:pt x="4960455" y="514324"/>
                  </a:lnTo>
                  <a:lnTo>
                    <a:pt x="5242026" y="514324"/>
                  </a:lnTo>
                  <a:lnTo>
                    <a:pt x="5242026" y="479120"/>
                  </a:lnTo>
                  <a:close/>
                </a:path>
                <a:path w="5242559" h="993775">
                  <a:moveTo>
                    <a:pt x="5242026" y="248475"/>
                  </a:moveTo>
                  <a:lnTo>
                    <a:pt x="4960455" y="248475"/>
                  </a:lnTo>
                  <a:lnTo>
                    <a:pt x="4960455" y="283730"/>
                  </a:lnTo>
                  <a:lnTo>
                    <a:pt x="5242026" y="283730"/>
                  </a:lnTo>
                  <a:lnTo>
                    <a:pt x="5242026" y="248475"/>
                  </a:lnTo>
                  <a:close/>
                </a:path>
                <a:path w="5242559" h="993775">
                  <a:moveTo>
                    <a:pt x="5242026" y="23812"/>
                  </a:moveTo>
                  <a:lnTo>
                    <a:pt x="4960455" y="23812"/>
                  </a:lnTo>
                  <a:lnTo>
                    <a:pt x="4960455" y="59016"/>
                  </a:lnTo>
                  <a:lnTo>
                    <a:pt x="5242026" y="59016"/>
                  </a:lnTo>
                  <a:lnTo>
                    <a:pt x="5242026" y="2381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0235576" y="4635933"/>
            <a:ext cx="511492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25" dirty="0">
                <a:solidFill>
                  <a:srgbClr val="FFFFFF"/>
                </a:solidFill>
              </a:rPr>
              <a:t>DEPARTAMENTO</a:t>
            </a:r>
            <a:r>
              <a:rPr sz="2800" spc="-55" dirty="0">
                <a:solidFill>
                  <a:srgbClr val="FFFFFF"/>
                </a:solidFill>
              </a:rPr>
              <a:t> </a:t>
            </a:r>
            <a:r>
              <a:rPr sz="2800" dirty="0">
                <a:solidFill>
                  <a:srgbClr val="FFFFFF"/>
                </a:solidFill>
              </a:rPr>
              <a:t>REGIONAL</a:t>
            </a:r>
            <a:endParaRPr sz="2800"/>
          </a:p>
        </p:txBody>
      </p:sp>
      <p:sp>
        <p:nvSpPr>
          <p:cNvPr id="7" name="object 7"/>
          <p:cNvSpPr txBox="1"/>
          <p:nvPr/>
        </p:nvSpPr>
        <p:spPr>
          <a:xfrm>
            <a:off x="10231201" y="5107290"/>
            <a:ext cx="6974205" cy="1459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">
              <a:lnSpc>
                <a:spcPts val="3270"/>
              </a:lnSpc>
              <a:spcBef>
                <a:spcPts val="100"/>
              </a:spcBef>
            </a:pPr>
            <a:r>
              <a:rPr sz="2800" b="1" dirty="0">
                <a:solidFill>
                  <a:srgbClr val="FFFFFF"/>
                </a:solidFill>
                <a:latin typeface="Montserrat ExtraBold"/>
                <a:cs typeface="Montserrat ExtraBold"/>
              </a:rPr>
              <a:t>DE</a:t>
            </a:r>
            <a:r>
              <a:rPr sz="2800" b="1" spc="-30" dirty="0">
                <a:solidFill>
                  <a:srgbClr val="FFFFFF"/>
                </a:solidFill>
                <a:latin typeface="Montserrat ExtraBold"/>
                <a:cs typeface="Montserrat ExtraBold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Montserrat ExtraBold"/>
                <a:cs typeface="Montserrat ExtraBold"/>
              </a:rPr>
              <a:t>SÃO</a:t>
            </a:r>
            <a:r>
              <a:rPr sz="2800" b="1" spc="-25" dirty="0">
                <a:solidFill>
                  <a:srgbClr val="FFFFFF"/>
                </a:solidFill>
                <a:latin typeface="Montserrat ExtraBold"/>
                <a:cs typeface="Montserrat ExtraBold"/>
              </a:rPr>
              <a:t> </a:t>
            </a:r>
            <a:r>
              <a:rPr sz="2800" b="1" spc="-40" dirty="0">
                <a:solidFill>
                  <a:srgbClr val="FFFFFF"/>
                </a:solidFill>
                <a:latin typeface="Montserrat ExtraBold"/>
                <a:cs typeface="Montserrat ExtraBold"/>
              </a:rPr>
              <a:t>PAULO</a:t>
            </a:r>
            <a:endParaRPr sz="2800">
              <a:latin typeface="Montserrat ExtraBold"/>
              <a:cs typeface="Montserrat ExtraBold"/>
            </a:endParaRPr>
          </a:p>
          <a:p>
            <a:pPr marL="12700">
              <a:lnSpc>
                <a:spcPts val="8009"/>
              </a:lnSpc>
            </a:pPr>
            <a:r>
              <a:rPr sz="6750" spc="-25" dirty="0">
                <a:solidFill>
                  <a:srgbClr val="FFFFFF"/>
                </a:solidFill>
                <a:latin typeface="Montserrat"/>
                <a:cs typeface="Montserrat"/>
                <a:hlinkClick r:id="rId3"/>
              </a:rPr>
              <a:t>ww</a:t>
            </a:r>
            <a:r>
              <a:rPr sz="6750" spc="-220" dirty="0">
                <a:solidFill>
                  <a:srgbClr val="FFFFFF"/>
                </a:solidFill>
                <a:latin typeface="Montserrat"/>
                <a:cs typeface="Montserrat"/>
                <a:hlinkClick r:id="rId3"/>
              </a:rPr>
              <a:t>w</a:t>
            </a:r>
            <a:r>
              <a:rPr sz="6750" dirty="0">
                <a:solidFill>
                  <a:srgbClr val="FFFFFF"/>
                </a:solidFill>
                <a:latin typeface="Montserrat"/>
                <a:cs typeface="Montserrat"/>
                <a:hlinkClick r:id="rId3"/>
              </a:rPr>
              <a:t>.s</a:t>
            </a:r>
            <a:r>
              <a:rPr sz="6750" spc="-100" dirty="0">
                <a:solidFill>
                  <a:srgbClr val="FFFFFF"/>
                </a:solidFill>
                <a:latin typeface="Montserrat"/>
                <a:cs typeface="Montserrat"/>
                <a:hlinkClick r:id="rId3"/>
              </a:rPr>
              <a:t>p</a:t>
            </a:r>
            <a:r>
              <a:rPr sz="6750" spc="5" dirty="0">
                <a:solidFill>
                  <a:srgbClr val="FFFFFF"/>
                </a:solidFill>
                <a:latin typeface="Montserrat"/>
                <a:cs typeface="Montserrat"/>
                <a:hlinkClick r:id="rId3"/>
              </a:rPr>
              <a:t>.senai.br</a:t>
            </a:r>
            <a:endParaRPr sz="6750">
              <a:latin typeface="Montserrat"/>
              <a:cs typeface="Montserra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4154076"/>
            <a:ext cx="20104100" cy="7154545"/>
            <a:chOff x="0" y="4154076"/>
            <a:chExt cx="20104100" cy="7154545"/>
          </a:xfrm>
        </p:grpSpPr>
        <p:sp>
          <p:nvSpPr>
            <p:cNvPr id="9" name="object 9"/>
            <p:cNvSpPr/>
            <p:nvPr/>
          </p:nvSpPr>
          <p:spPr>
            <a:xfrm>
              <a:off x="9201187" y="4154076"/>
              <a:ext cx="0" cy="3001010"/>
            </a:xfrm>
            <a:custGeom>
              <a:avLst/>
              <a:gdLst/>
              <a:ahLst/>
              <a:cxnLst/>
              <a:rect l="l" t="t" r="r" b="b"/>
              <a:pathLst>
                <a:path h="3001009">
                  <a:moveTo>
                    <a:pt x="0" y="3000400"/>
                  </a:moveTo>
                  <a:lnTo>
                    <a:pt x="0" y="0"/>
                  </a:lnTo>
                </a:path>
              </a:pathLst>
            </a:custGeom>
            <a:ln w="27831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11151492"/>
              <a:ext cx="20104100" cy="157480"/>
            </a:xfrm>
            <a:custGeom>
              <a:avLst/>
              <a:gdLst/>
              <a:ahLst/>
              <a:cxnLst/>
              <a:rect l="l" t="t" r="r" b="b"/>
              <a:pathLst>
                <a:path w="20104100" h="157479">
                  <a:moveTo>
                    <a:pt x="20104099" y="0"/>
                  </a:moveTo>
                  <a:lnTo>
                    <a:pt x="0" y="0"/>
                  </a:lnTo>
                  <a:lnTo>
                    <a:pt x="0" y="157063"/>
                  </a:lnTo>
                  <a:lnTo>
                    <a:pt x="20104099" y="157063"/>
                  </a:lnTo>
                  <a:lnTo>
                    <a:pt x="20104099" y="0"/>
                  </a:lnTo>
                  <a:close/>
                </a:path>
              </a:pathLst>
            </a:custGeom>
            <a:solidFill>
              <a:srgbClr val="C127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1C1C1FFBC5B64943BE6D3064162973C9" ma:contentTypeVersion="13" ma:contentTypeDescription="Crie um novo documento." ma:contentTypeScope="" ma:versionID="40fa6b34c81f3a289ccbc7b1e1965271">
  <xsd:schema xmlns:xsd="http://www.w3.org/2001/XMLSchema" xmlns:xs="http://www.w3.org/2001/XMLSchema" xmlns:p="http://schemas.microsoft.com/office/2006/metadata/properties" xmlns:ns2="2bd5af90-2c43-4f56-be08-340e2f91aafd" xmlns:ns3="b9c37b37-d0ad-42a5-892e-3cb8fae6311e" targetNamespace="http://schemas.microsoft.com/office/2006/metadata/properties" ma:root="true" ma:fieldsID="8fc80ff9e100d70d9cbefb719233993e" ns2:_="" ns3:_="">
    <xsd:import namespace="2bd5af90-2c43-4f56-be08-340e2f91aafd"/>
    <xsd:import namespace="b9c37b37-d0ad-42a5-892e-3cb8fae6311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bd5af90-2c43-4f56-be08-340e2f91aaf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9c37b37-d0ad-42a5-892e-3cb8fae6311e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DE43EA8-E4F7-4FB4-A903-CFCDB99F07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bd5af90-2c43-4f56-be08-340e2f91aafd"/>
    <ds:schemaRef ds:uri="b9c37b37-d0ad-42a5-892e-3cb8fae6311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AA42D19-56A1-4D0B-AB84-67451006DC5A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65F35E67-04E6-4922-B19E-6681FBF95DE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Words>1107</Words>
  <Application>Microsoft Office PowerPoint</Application>
  <PresentationFormat>Personalizar</PresentationFormat>
  <Paragraphs>98</Paragraphs>
  <Slides>22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22</vt:i4>
      </vt:variant>
    </vt:vector>
  </HeadingPairs>
  <TitlesOfParts>
    <vt:vector size="28" baseType="lpstr">
      <vt:lpstr>Montserrat</vt:lpstr>
      <vt:lpstr>Calibri</vt:lpstr>
      <vt:lpstr>Montserrat ExtraBold</vt:lpstr>
      <vt:lpstr>Montserrat Light</vt:lpstr>
      <vt:lpstr>Montserrat SemiBold</vt:lpstr>
      <vt:lpstr>Office Theme</vt:lpstr>
      <vt:lpstr>Apresentação do PowerPoint</vt:lpstr>
      <vt:lpstr>Apresentação do PowerPoint</vt:lpstr>
      <vt:lpstr>REDE DE UNIDADES  SENAI - SP</vt:lpstr>
      <vt:lpstr>LOREM IPSUM DOLOR SIT CONSECTETUR ADIPISCING ELIT</vt:lpstr>
      <vt:lpstr>LOREM IPSUM DOLOR SIT CONSECTETUR ADIPISCING ELIT</vt:lpstr>
      <vt:lpstr>LOREM IPSUM DOLOR SIT CONSECTETUR ADIPISCING ELIT</vt:lpstr>
      <vt:lpstr>LOREM IPSUM DOLOR SIT CONSECTETUR ADIPISCING ELIT</vt:lpstr>
      <vt:lpstr>DUIS AUTE IRURE  DOLOR IN</vt:lpstr>
      <vt:lpstr>DUIS AUTE IRURE</vt:lpstr>
      <vt:lpstr>LOREM IPSUM  DOLOR SIT AMET,  CONSECTETUR</vt:lpstr>
      <vt:lpstr>LOREM IPSUM  DOLOR SIT AMET,  CONSECTETUR</vt:lpstr>
      <vt:lpstr>DUIS AUTE IRUR DOLOR IN</vt:lpstr>
      <vt:lpstr>DUIS AUTE IRURE  DOLOR IN</vt:lpstr>
      <vt:lpstr>LOREM IPSUM  DOLOR SIT AMET,  CONSECTETUR</vt:lpstr>
      <vt:lpstr>LOREM IPSUM  DOLOR SIT AMET,  CONSECTETUR</vt:lpstr>
      <vt:lpstr>DUIS AUTE IRURE  DOLOR IN</vt:lpstr>
      <vt:lpstr>Apresentação do PowerPoint</vt:lpstr>
      <vt:lpstr>DUIS AUTE IRURE DOLOR</vt:lpstr>
      <vt:lpstr>LOREM IPSUM</vt:lpstr>
      <vt:lpstr>DUIS AUTE IRURE  DOLOR IN</vt:lpstr>
      <vt:lpstr>LOREM IPSUM DOLOR SIT AMET.</vt:lpstr>
      <vt:lpstr>DEPARTAMENTO REGIONAL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template_ppt_senaisp</dc:title>
  <dc:creator>carlos</dc:creator>
  <cp:lastModifiedBy>Julio Cesar Barbosa de Lima</cp:lastModifiedBy>
  <cp:revision>31</cp:revision>
  <dcterms:created xsi:type="dcterms:W3CDTF">2021-08-24T16:20:14Z</dcterms:created>
  <dcterms:modified xsi:type="dcterms:W3CDTF">2023-05-10T21:17:32Z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2021-08-24T00:00:00Z</vt:filetime>
  </property>
  <property fmtid="{D5CDD505-2E9C-101B-9397-08002B2CF9AE}" pid="3" name="Creator">
    <vt:lpwstr>Adobe Illustrator 25.2 (Windows)</vt:lpwstr>
  </property>
  <property fmtid="{D5CDD505-2E9C-101B-9397-08002B2CF9AE}" pid="4" name="LastSaved">
    <vt:filetime>2021-08-24T00:00:00Z</vt:filetime>
  </property>
  <property fmtid="{D5CDD505-2E9C-101B-9397-08002B2CF9AE}" pid="5" name="ContentTypeId">
    <vt:lpwstr>0x0101001C1C1FFBC5B64943BE6D3064162973C9</vt:lpwstr>
  </property>
</Properties>
</file>