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56" r:id="rId5"/>
    <p:sldId id="257" r:id="rId6"/>
    <p:sldId id="280" r:id="rId7"/>
    <p:sldId id="279" r:id="rId8"/>
    <p:sldId id="258" r:id="rId9"/>
    <p:sldId id="260" r:id="rId10"/>
    <p:sldId id="281" r:id="rId11"/>
    <p:sldId id="278" r:id="rId12"/>
    <p:sldId id="282" r:id="rId13"/>
    <p:sldId id="283" r:id="rId14"/>
    <p:sldId id="284" r:id="rId15"/>
    <p:sldId id="261" r:id="rId16"/>
    <p:sldId id="268" r:id="rId17"/>
    <p:sldId id="277" r:id="rId18"/>
  </p:sldIdLst>
  <p:sldSz cx="20104100" cy="11309350"/>
  <p:notesSz cx="20104100" cy="1130935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ExtraBold" panose="00000900000000000000" pitchFamily="2" charset="0"/>
      <p:bold r:id="rId23"/>
      <p:boldItalic r:id="rId24"/>
    </p:embeddedFont>
    <p:embeddedFont>
      <p:font typeface="Montserrat Light" panose="00000400000000000000" pitchFamily="2" charset="0"/>
      <p:regular r:id="rId25"/>
      <p:italic r:id="rId26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0E3ABB-C11A-BBD9-2802-532C104E159E}" v="1" dt="2022-01-25T14:55:06.476"/>
    <p1510:client id="{67B79760-9B19-EA06-B321-81BE3DC8DF22}" v="11" dt="2022-01-28T13:28:15.146"/>
    <p1510:client id="{E26C3A5A-D7F9-6D2D-9C24-7E05DE01AA21}" v="11" dt="2021-11-30T01:30:03.168"/>
    <p1510:client id="{E274CB7D-D5F6-CB88-97F7-1F9BAF23F222}" v="10" dt="2021-11-30T01:31:45.183"/>
    <p1510:client id="{E997C4D9-1869-CBC7-0693-58570764A1CA}" v="16" dt="2022-08-15T19:44:12.365"/>
    <p1510:client id="{F9CA789C-FA2B-ABC1-4746-E0D93CC19689}" v="1" dt="2022-01-26T14:38:05.24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47" d="100"/>
          <a:sy n="47" d="100"/>
        </p:scale>
        <p:origin x="874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8.fntdata"/><Relationship Id="rId3" Type="http://schemas.openxmlformats.org/officeDocument/2006/relationships/customXml" Target="../customXml/item3.xml"/><Relationship Id="rId21" Type="http://schemas.openxmlformats.org/officeDocument/2006/relationships/font" Target="fonts/font3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Miguel Leal da Silva" userId="S::lucas.msilva@sp.senai.br::5c40faec-5f1f-47e9-a958-68edb761d629" providerId="AD" clId="Web-{E26C3A5A-D7F9-6D2D-9C24-7E05DE01AA21}"/>
    <pc:docChg chg="modSld">
      <pc:chgData name="Lucas Miguel Leal da Silva" userId="S::lucas.msilva@sp.senai.br::5c40faec-5f1f-47e9-a958-68edb761d629" providerId="AD" clId="Web-{E26C3A5A-D7F9-6D2D-9C24-7E05DE01AA21}" dt="2021-11-30T01:30:03.168" v="10" actId="1076"/>
      <pc:docMkLst>
        <pc:docMk/>
      </pc:docMkLst>
      <pc:sldChg chg="modSp">
        <pc:chgData name="Lucas Miguel Leal da Silva" userId="S::lucas.msilva@sp.senai.br::5c40faec-5f1f-47e9-a958-68edb761d629" providerId="AD" clId="Web-{E26C3A5A-D7F9-6D2D-9C24-7E05DE01AA21}" dt="2021-11-30T01:25:45.023" v="3" actId="1076"/>
        <pc:sldMkLst>
          <pc:docMk/>
          <pc:sldMk cId="0" sldId="256"/>
        </pc:sldMkLst>
        <pc:spChg chg="mod">
          <ac:chgData name="Lucas Miguel Leal da Silva" userId="S::lucas.msilva@sp.senai.br::5c40faec-5f1f-47e9-a958-68edb761d629" providerId="AD" clId="Web-{E26C3A5A-D7F9-6D2D-9C24-7E05DE01AA21}" dt="2021-11-30T01:25:45.023" v="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ucas Miguel Leal da Silva" userId="S::lucas.msilva@sp.senai.br::5c40faec-5f1f-47e9-a958-68edb761d629" providerId="AD" clId="Web-{E26C3A5A-D7F9-6D2D-9C24-7E05DE01AA21}" dt="2021-11-30T01:10:29.601" v="1" actId="1076"/>
          <ac:spMkLst>
            <pc:docMk/>
            <pc:sldMk cId="0" sldId="256"/>
            <ac:spMk id="5" creationId="{00000000-0000-0000-0000-000000000000}"/>
          </ac:spMkLst>
        </pc:spChg>
      </pc:sldChg>
      <pc:sldChg chg="modSp">
        <pc:chgData name="Lucas Miguel Leal da Silva" userId="S::lucas.msilva@sp.senai.br::5c40faec-5f1f-47e9-a958-68edb761d629" providerId="AD" clId="Web-{E26C3A5A-D7F9-6D2D-9C24-7E05DE01AA21}" dt="2021-11-30T01:29:48.168" v="5" actId="1076"/>
        <pc:sldMkLst>
          <pc:docMk/>
          <pc:sldMk cId="0" sldId="257"/>
        </pc:sldMkLst>
        <pc:spChg chg="mod">
          <ac:chgData name="Lucas Miguel Leal da Silva" userId="S::lucas.msilva@sp.senai.br::5c40faec-5f1f-47e9-a958-68edb761d629" providerId="AD" clId="Web-{E26C3A5A-D7F9-6D2D-9C24-7E05DE01AA21}" dt="2021-11-30T01:29:48.168" v="5" actId="1076"/>
          <ac:spMkLst>
            <pc:docMk/>
            <pc:sldMk cId="0" sldId="257"/>
            <ac:spMk id="71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6:18.805" v="4" actId="1076"/>
          <ac:grpSpMkLst>
            <pc:docMk/>
            <pc:sldMk cId="0" sldId="257"/>
            <ac:grpSpMk id="4" creationId="{00000000-0000-0000-0000-000000000000}"/>
          </ac:grpSpMkLst>
        </pc:grpChg>
      </pc:sldChg>
      <pc:sldChg chg="modSp">
        <pc:chgData name="Lucas Miguel Leal da Silva" userId="S::lucas.msilva@sp.senai.br::5c40faec-5f1f-47e9-a958-68edb761d629" providerId="AD" clId="Web-{E26C3A5A-D7F9-6D2D-9C24-7E05DE01AA21}" dt="2021-11-30T01:30:03.168" v="10" actId="1076"/>
        <pc:sldMkLst>
          <pc:docMk/>
          <pc:sldMk cId="0" sldId="258"/>
        </pc:sldMkLst>
        <pc:spChg chg="mod">
          <ac:chgData name="Lucas Miguel Leal da Silva" userId="S::lucas.msilva@sp.senai.br::5c40faec-5f1f-47e9-a958-68edb761d629" providerId="AD" clId="Web-{E26C3A5A-D7F9-6D2D-9C24-7E05DE01AA21}" dt="2021-11-30T01:30:03.168" v="10" actId="1076"/>
          <ac:spMkLst>
            <pc:docMk/>
            <pc:sldMk cId="0" sldId="258"/>
            <ac:spMk id="68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9:51.324" v="6" actId="1076"/>
          <ac:grpSpMkLst>
            <pc:docMk/>
            <pc:sldMk cId="0" sldId="258"/>
            <ac:grpSpMk id="66" creationId="{00000000-0000-0000-0000-000000000000}"/>
          </ac:grpSpMkLst>
        </pc:grpChg>
      </pc:sldChg>
    </pc:docChg>
  </pc:docChgLst>
  <pc:docChgLst>
    <pc:chgData name="Lucas Miguel Leal da Silva" userId="S::lucas.msilva@sp.senai.br::5c40faec-5f1f-47e9-a958-68edb761d629" providerId="AD" clId="Web-{E274CB7D-D5F6-CB88-97F7-1F9BAF23F222}"/>
    <pc:docChg chg="modSld">
      <pc:chgData name="Lucas Miguel Leal da Silva" userId="S::lucas.msilva@sp.senai.br::5c40faec-5f1f-47e9-a958-68edb761d629" providerId="AD" clId="Web-{E274CB7D-D5F6-CB88-97F7-1F9BAF23F222}" dt="2021-11-30T01:31:45.183" v="9"/>
      <pc:docMkLst>
        <pc:docMk/>
      </pc:docMkLst>
      <pc:sldChg chg="addSp delSp modSp">
        <pc:chgData name="Lucas Miguel Leal da Silva" userId="S::lucas.msilva@sp.senai.br::5c40faec-5f1f-47e9-a958-68edb761d629" providerId="AD" clId="Web-{E274CB7D-D5F6-CB88-97F7-1F9BAF23F222}" dt="2021-11-30T01:31:45.183" v="9"/>
        <pc:sldMkLst>
          <pc:docMk/>
          <pc:sldMk cId="0" sldId="257"/>
        </pc:sldMkLst>
        <pc:spChg chg="del mod">
          <ac:chgData name="Lucas Miguel Leal da Silva" userId="S::lucas.msilva@sp.senai.br::5c40faec-5f1f-47e9-a958-68edb761d629" providerId="AD" clId="Web-{E274CB7D-D5F6-CB88-97F7-1F9BAF23F222}" dt="2021-11-30T01:31:37.698" v="7"/>
          <ac:spMkLst>
            <pc:docMk/>
            <pc:sldMk cId="0" sldId="257"/>
            <ac:spMk id="71" creationId="{00000000-0000-0000-0000-000000000000}"/>
          </ac:spMkLst>
        </pc:spChg>
        <pc:spChg chg="add mod">
          <ac:chgData name="Lucas Miguel Leal da Silva" userId="S::lucas.msilva@sp.senai.br::5c40faec-5f1f-47e9-a958-68edb761d629" providerId="AD" clId="Web-{E274CB7D-D5F6-CB88-97F7-1F9BAF23F222}" dt="2021-11-30T01:31:42.995" v="8"/>
          <ac:spMkLst>
            <pc:docMk/>
            <pc:sldMk cId="0" sldId="257"/>
            <ac:spMk id="77" creationId="{1A8410D5-09A9-4E9A-8324-AE05DD12526F}"/>
          </ac:spMkLst>
        </pc:spChg>
        <pc:spChg chg="add del mod">
          <ac:chgData name="Lucas Miguel Leal da Silva" userId="S::lucas.msilva@sp.senai.br::5c40faec-5f1f-47e9-a958-68edb761d629" providerId="AD" clId="Web-{E274CB7D-D5F6-CB88-97F7-1F9BAF23F222}" dt="2021-11-30T01:31:45.183" v="9"/>
          <ac:spMkLst>
            <pc:docMk/>
            <pc:sldMk cId="0" sldId="257"/>
            <ac:spMk id="79" creationId="{F8D9D440-CCAE-4CA4-875F-AD08D54F116D}"/>
          </ac:spMkLst>
        </pc:spChg>
        <pc:grpChg chg="del mod">
          <ac:chgData name="Lucas Miguel Leal da Silva" userId="S::lucas.msilva@sp.senai.br::5c40faec-5f1f-47e9-a958-68edb761d629" providerId="AD" clId="Web-{E274CB7D-D5F6-CB88-97F7-1F9BAF23F222}" dt="2021-11-30T01:31:06.979" v="2"/>
          <ac:grpSpMkLst>
            <pc:docMk/>
            <pc:sldMk cId="0" sldId="257"/>
            <ac:grpSpMk id="4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20.510" v="5"/>
          <ac:grpSpMkLst>
            <pc:docMk/>
            <pc:sldMk cId="0" sldId="257"/>
            <ac:grpSpMk id="75" creationId="{0BCB4BF7-1C02-4670-98EB-A548B299ADD0}"/>
          </ac:grpSpMkLst>
        </pc:grpChg>
      </pc:sldChg>
      <pc:sldChg chg="addSp delSp">
        <pc:chgData name="Lucas Miguel Leal da Silva" userId="S::lucas.msilva@sp.senai.br::5c40faec-5f1f-47e9-a958-68edb761d629" providerId="AD" clId="Web-{E274CB7D-D5F6-CB88-97F7-1F9BAF23F222}" dt="2021-11-30T01:31:18.042" v="4"/>
        <pc:sldMkLst>
          <pc:docMk/>
          <pc:sldMk cId="0" sldId="258"/>
        </pc:sldMkLst>
        <pc:grpChg chg="del">
          <ac:chgData name="Lucas Miguel Leal da Silva" userId="S::lucas.msilva@sp.senai.br::5c40faec-5f1f-47e9-a958-68edb761d629" providerId="AD" clId="Web-{E274CB7D-D5F6-CB88-97F7-1F9BAF23F222}" dt="2021-11-30T01:31:18.042" v="4"/>
          <ac:grpSpMkLst>
            <pc:docMk/>
            <pc:sldMk cId="0" sldId="258"/>
            <ac:grpSpMk id="66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14.854" v="3"/>
          <ac:grpSpMkLst>
            <pc:docMk/>
            <pc:sldMk cId="0" sldId="258"/>
            <ac:grpSpMk id="75" creationId="{28DCA77A-25D6-4AC8-926C-CA966CB46EF3}"/>
          </ac:grpSpMkLst>
        </pc:grpChg>
      </pc:sldChg>
    </pc:docChg>
  </pc:docChgLst>
  <pc:docChgLst>
    <pc:chgData name="Aruana Marcondes" userId="S::aruana.marcondes@sp.senai.br::3b5ba883-9796-4925-87dd-7395c5a849ef" providerId="AD" clId="Web-{F9CA789C-FA2B-ABC1-4746-E0D93CC19689}"/>
    <pc:docChg chg="modSld">
      <pc:chgData name="Aruana Marcondes" userId="S::aruana.marcondes@sp.senai.br::3b5ba883-9796-4925-87dd-7395c5a849ef" providerId="AD" clId="Web-{F9CA789C-FA2B-ABC1-4746-E0D93CC19689}" dt="2022-01-26T14:38:05.244" v="0"/>
      <pc:docMkLst>
        <pc:docMk/>
      </pc:docMkLst>
      <pc:sldChg chg="delSp">
        <pc:chgData name="Aruana Marcondes" userId="S::aruana.marcondes@sp.senai.br::3b5ba883-9796-4925-87dd-7395c5a849ef" providerId="AD" clId="Web-{F9CA789C-FA2B-ABC1-4746-E0D93CC19689}" dt="2022-01-26T14:38:05.244" v="0"/>
        <pc:sldMkLst>
          <pc:docMk/>
          <pc:sldMk cId="0" sldId="258"/>
        </pc:sldMkLst>
        <pc:picChg chg="del">
          <ac:chgData name="Aruana Marcondes" userId="S::aruana.marcondes@sp.senai.br::3b5ba883-9796-4925-87dd-7395c5a849ef" providerId="AD" clId="Web-{F9CA789C-FA2B-ABC1-4746-E0D93CC19689}" dt="2022-01-26T14:38:05.244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ruana Marcondes" userId="S::aruana.marcondes@sp.senai.br::3b5ba883-9796-4925-87dd-7395c5a849ef" providerId="AD" clId="Web-{280E3ABB-C11A-BBD9-2802-532C104E159E}"/>
    <pc:docChg chg="modSld">
      <pc:chgData name="Aruana Marcondes" userId="S::aruana.marcondes@sp.senai.br::3b5ba883-9796-4925-87dd-7395c5a849ef" providerId="AD" clId="Web-{280E3ABB-C11A-BBD9-2802-532C104E159E}" dt="2022-01-25T14:55:06.476" v="0"/>
      <pc:docMkLst>
        <pc:docMk/>
      </pc:docMkLst>
      <pc:sldChg chg="addSp modSp">
        <pc:chgData name="Aruana Marcondes" userId="S::aruana.marcondes@sp.senai.br::3b5ba883-9796-4925-87dd-7395c5a849ef" providerId="AD" clId="Web-{280E3ABB-C11A-BBD9-2802-532C104E159E}" dt="2022-01-25T14:55:06.476" v="0"/>
        <pc:sldMkLst>
          <pc:docMk/>
          <pc:sldMk cId="0" sldId="258"/>
        </pc:sldMkLst>
        <pc:picChg chg="add mod">
          <ac:chgData name="Aruana Marcondes" userId="S::aruana.marcondes@sp.senai.br::3b5ba883-9796-4925-87dd-7395c5a849ef" providerId="AD" clId="Web-{280E3ABB-C11A-BBD9-2802-532C104E159E}" dt="2022-01-25T14:55:06.476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delia Bianca Magi de Moura" userId="S::adelia.moura@sp.senai.br::1d064294-64c6-4623-8dcc-126153f5c19e" providerId="AD" clId="Web-{E997C4D9-1869-CBC7-0693-58570764A1CA}"/>
    <pc:docChg chg="modSld">
      <pc:chgData name="Adelia Bianca Magi de Moura" userId="S::adelia.moura@sp.senai.br::1d064294-64c6-4623-8dcc-126153f5c19e" providerId="AD" clId="Web-{E997C4D9-1869-CBC7-0693-58570764A1CA}" dt="2022-08-15T19:44:12.365" v="15" actId="1076"/>
      <pc:docMkLst>
        <pc:docMk/>
      </pc:docMkLst>
      <pc:sldChg chg="addSp delSp modSp">
        <pc:chgData name="Adelia Bianca Magi de Moura" userId="S::adelia.moura@sp.senai.br::1d064294-64c6-4623-8dcc-126153f5c19e" providerId="AD" clId="Web-{E997C4D9-1869-CBC7-0693-58570764A1CA}" dt="2022-08-15T19:44:12.365" v="15" actId="1076"/>
        <pc:sldMkLst>
          <pc:docMk/>
          <pc:sldMk cId="0" sldId="277"/>
        </pc:sldMkLst>
        <pc:spChg chg="add del">
          <ac:chgData name="Adelia Bianca Magi de Moura" userId="S::adelia.moura@sp.senai.br::1d064294-64c6-4623-8dcc-126153f5c19e" providerId="AD" clId="Web-{E997C4D9-1869-CBC7-0693-58570764A1CA}" dt="2022-08-15T19:44:00.364" v="11"/>
          <ac:spMkLst>
            <pc:docMk/>
            <pc:sldMk cId="0" sldId="277"/>
            <ac:spMk id="4" creationId="{00000000-0000-0000-0000-000000000000}"/>
          </ac:spMkLst>
        </pc:spChg>
        <pc:spChg chg="mod">
          <ac:chgData name="Adelia Bianca Magi de Moura" userId="S::adelia.moura@sp.senai.br::1d064294-64c6-4623-8dcc-126153f5c19e" providerId="AD" clId="Web-{E997C4D9-1869-CBC7-0693-58570764A1CA}" dt="2022-08-15T19:44:12.365" v="15" actId="1076"/>
          <ac:spMkLst>
            <pc:docMk/>
            <pc:sldMk cId="0" sldId="277"/>
            <ac:spMk id="5" creationId="{00000000-0000-0000-0000-000000000000}"/>
          </ac:spMkLst>
        </pc:spChg>
        <pc:grpChg chg="mod">
          <ac:chgData name="Adelia Bianca Magi de Moura" userId="S::adelia.moura@sp.senai.br::1d064294-64c6-4623-8dcc-126153f5c19e" providerId="AD" clId="Web-{E997C4D9-1869-CBC7-0693-58570764A1CA}" dt="2022-08-15T19:44:06.521" v="13" actId="1076"/>
          <ac:grpSpMkLst>
            <pc:docMk/>
            <pc:sldMk cId="0" sldId="277"/>
            <ac:grpSpMk id="2" creationId="{00000000-0000-0000-0000-000000000000}"/>
          </ac:grpSpMkLst>
        </pc:grpChg>
        <pc:grpChg chg="mod">
          <ac:chgData name="Adelia Bianca Magi de Moura" userId="S::adelia.moura@sp.senai.br::1d064294-64c6-4623-8dcc-126153f5c19e" providerId="AD" clId="Web-{E997C4D9-1869-CBC7-0693-58570764A1CA}" dt="2022-08-15T19:43:38.489" v="10" actId="1076"/>
          <ac:grpSpMkLst>
            <pc:docMk/>
            <pc:sldMk cId="0" sldId="277"/>
            <ac:grpSpMk id="8" creationId="{00000000-0000-0000-0000-000000000000}"/>
          </ac:grpSpMkLst>
        </pc:grpChg>
      </pc:sldChg>
    </pc:docChg>
  </pc:docChgLst>
  <pc:docChgLst>
    <pc:chgData name="Luciana Seguin E Seguin" userId="S::luciana.seguin@sp.senai.br::c06bbc8a-9dca-427a-8349-4d2edc3ff980" providerId="AD" clId="Web-{67B79760-9B19-EA06-B321-81BE3DC8DF22}"/>
    <pc:docChg chg="modSld">
      <pc:chgData name="Luciana Seguin E Seguin" userId="S::luciana.seguin@sp.senai.br::c06bbc8a-9dca-427a-8349-4d2edc3ff980" providerId="AD" clId="Web-{67B79760-9B19-EA06-B321-81BE3DC8DF22}" dt="2022-01-28T13:28:15.146" v="5" actId="20577"/>
      <pc:docMkLst>
        <pc:docMk/>
      </pc:docMkLst>
      <pc:sldChg chg="modSp">
        <pc:chgData name="Luciana Seguin E Seguin" userId="S::luciana.seguin@sp.senai.br::c06bbc8a-9dca-427a-8349-4d2edc3ff980" providerId="AD" clId="Web-{67B79760-9B19-EA06-B321-81BE3DC8DF22}" dt="2022-01-28T13:27:58.270" v="2" actId="20577"/>
        <pc:sldMkLst>
          <pc:docMk/>
          <pc:sldMk cId="0" sldId="261"/>
        </pc:sldMkLst>
        <pc:spChg chg="mod">
          <ac:chgData name="Luciana Seguin E Seguin" userId="S::luciana.seguin@sp.senai.br::c06bbc8a-9dca-427a-8349-4d2edc3ff980" providerId="AD" clId="Web-{67B79760-9B19-EA06-B321-81BE3DC8DF22}" dt="2022-01-28T13:27:58.270" v="2" actId="20577"/>
          <ac:spMkLst>
            <pc:docMk/>
            <pc:sldMk cId="0" sldId="261"/>
            <ac:spMk id="15" creationId="{00000000-0000-0000-0000-000000000000}"/>
          </ac:spMkLst>
        </pc:spChg>
      </pc:sldChg>
      <pc:sldChg chg="modSp">
        <pc:chgData name="Luciana Seguin E Seguin" userId="S::luciana.seguin@sp.senai.br::c06bbc8a-9dca-427a-8349-4d2edc3ff980" providerId="AD" clId="Web-{67B79760-9B19-EA06-B321-81BE3DC8DF22}" dt="2022-01-28T13:28:15.146" v="5" actId="20577"/>
        <pc:sldMkLst>
          <pc:docMk/>
          <pc:sldMk cId="0" sldId="270"/>
        </pc:sldMkLst>
        <pc:spChg chg="mod">
          <ac:chgData name="Luciana Seguin E Seguin" userId="S::luciana.seguin@sp.senai.br::c06bbc8a-9dca-427a-8349-4d2edc3ff980" providerId="AD" clId="Web-{67B79760-9B19-EA06-B321-81BE3DC8DF22}" dt="2022-01-28T13:28:15.146" v="5" actId="20577"/>
          <ac:spMkLst>
            <pc:docMk/>
            <pc:sldMk cId="0" sldId="270"/>
            <ac:spMk id="7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p.senai.br/" TargetMode="Externa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806190" y="4825978"/>
              <a:ext cx="6492240" cy="1656714"/>
            </a:xfrm>
            <a:custGeom>
              <a:avLst/>
              <a:gdLst/>
              <a:ahLst/>
              <a:cxnLst/>
              <a:rect l="l" t="t" r="r" b="b"/>
              <a:pathLst>
                <a:path w="6492240" h="1656714">
                  <a:moveTo>
                    <a:pt x="6491833" y="0"/>
                  </a:moveTo>
                  <a:lnTo>
                    <a:pt x="0" y="0"/>
                  </a:lnTo>
                  <a:lnTo>
                    <a:pt x="0" y="1656609"/>
                  </a:lnTo>
                  <a:lnTo>
                    <a:pt x="6491833" y="1656609"/>
                  </a:lnTo>
                  <a:lnTo>
                    <a:pt x="6491833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806069" y="5037842"/>
              <a:ext cx="6492240" cy="1230630"/>
            </a:xfrm>
            <a:custGeom>
              <a:avLst/>
              <a:gdLst/>
              <a:ahLst/>
              <a:cxnLst/>
              <a:rect l="l" t="t" r="r" b="b"/>
              <a:pathLst>
                <a:path w="6492240" h="1230629">
                  <a:moveTo>
                    <a:pt x="348691" y="1161948"/>
                  </a:moveTo>
                  <a:lnTo>
                    <a:pt x="0" y="1161948"/>
                  </a:lnTo>
                  <a:lnTo>
                    <a:pt x="0" y="1205585"/>
                  </a:lnTo>
                  <a:lnTo>
                    <a:pt x="348691" y="1205585"/>
                  </a:lnTo>
                  <a:lnTo>
                    <a:pt x="348691" y="1161948"/>
                  </a:lnTo>
                  <a:close/>
                </a:path>
                <a:path w="6492240" h="1230629">
                  <a:moveTo>
                    <a:pt x="348691" y="882891"/>
                  </a:moveTo>
                  <a:lnTo>
                    <a:pt x="0" y="882891"/>
                  </a:lnTo>
                  <a:lnTo>
                    <a:pt x="0" y="926490"/>
                  </a:lnTo>
                  <a:lnTo>
                    <a:pt x="348691" y="926490"/>
                  </a:lnTo>
                  <a:lnTo>
                    <a:pt x="348691" y="882891"/>
                  </a:lnTo>
                  <a:close/>
                </a:path>
                <a:path w="6492240" h="1230629">
                  <a:moveTo>
                    <a:pt x="348691" y="593369"/>
                  </a:moveTo>
                  <a:lnTo>
                    <a:pt x="0" y="593369"/>
                  </a:lnTo>
                  <a:lnTo>
                    <a:pt x="0" y="636981"/>
                  </a:lnTo>
                  <a:lnTo>
                    <a:pt x="348691" y="636981"/>
                  </a:lnTo>
                  <a:lnTo>
                    <a:pt x="348691" y="593369"/>
                  </a:lnTo>
                  <a:close/>
                </a:path>
                <a:path w="6492240" h="1230629">
                  <a:moveTo>
                    <a:pt x="348691" y="307733"/>
                  </a:moveTo>
                  <a:lnTo>
                    <a:pt x="0" y="307733"/>
                  </a:lnTo>
                  <a:lnTo>
                    <a:pt x="0" y="351409"/>
                  </a:lnTo>
                  <a:lnTo>
                    <a:pt x="348691" y="351409"/>
                  </a:lnTo>
                  <a:lnTo>
                    <a:pt x="348691" y="307733"/>
                  </a:lnTo>
                  <a:close/>
                </a:path>
                <a:path w="6492240" h="1230629">
                  <a:moveTo>
                    <a:pt x="348691" y="29514"/>
                  </a:moveTo>
                  <a:lnTo>
                    <a:pt x="0" y="29514"/>
                  </a:lnTo>
                  <a:lnTo>
                    <a:pt x="0" y="73126"/>
                  </a:lnTo>
                  <a:lnTo>
                    <a:pt x="348691" y="73126"/>
                  </a:lnTo>
                  <a:lnTo>
                    <a:pt x="348691" y="29514"/>
                  </a:lnTo>
                  <a:close/>
                </a:path>
                <a:path w="6492240" h="1230629">
                  <a:moveTo>
                    <a:pt x="1597647" y="267804"/>
                  </a:moveTo>
                  <a:lnTo>
                    <a:pt x="1594929" y="229044"/>
                  </a:lnTo>
                  <a:lnTo>
                    <a:pt x="1584706" y="183756"/>
                  </a:lnTo>
                  <a:lnTo>
                    <a:pt x="1568704" y="148564"/>
                  </a:lnTo>
                  <a:lnTo>
                    <a:pt x="1520291" y="90868"/>
                  </a:lnTo>
                  <a:lnTo>
                    <a:pt x="1488935" y="67945"/>
                  </a:lnTo>
                  <a:lnTo>
                    <a:pt x="1453540" y="48729"/>
                  </a:lnTo>
                  <a:lnTo>
                    <a:pt x="1414627" y="33020"/>
                  </a:lnTo>
                  <a:lnTo>
                    <a:pt x="1372730" y="20599"/>
                  </a:lnTo>
                  <a:lnTo>
                    <a:pt x="1328381" y="11290"/>
                  </a:lnTo>
                  <a:lnTo>
                    <a:pt x="1282115" y="4889"/>
                  </a:lnTo>
                  <a:lnTo>
                    <a:pt x="1234465" y="1193"/>
                  </a:lnTo>
                  <a:lnTo>
                    <a:pt x="1185964" y="0"/>
                  </a:lnTo>
                  <a:lnTo>
                    <a:pt x="1139520" y="927"/>
                  </a:lnTo>
                  <a:lnTo>
                    <a:pt x="1093025" y="3848"/>
                  </a:lnTo>
                  <a:lnTo>
                    <a:pt x="1046784" y="8940"/>
                  </a:lnTo>
                  <a:lnTo>
                    <a:pt x="1001102" y="16383"/>
                  </a:lnTo>
                  <a:lnTo>
                    <a:pt x="956259" y="26377"/>
                  </a:lnTo>
                  <a:lnTo>
                    <a:pt x="912571" y="39090"/>
                  </a:lnTo>
                  <a:lnTo>
                    <a:pt x="870331" y="54711"/>
                  </a:lnTo>
                  <a:lnTo>
                    <a:pt x="829830" y="73418"/>
                  </a:lnTo>
                  <a:lnTo>
                    <a:pt x="791387" y="95415"/>
                  </a:lnTo>
                  <a:lnTo>
                    <a:pt x="755281" y="120878"/>
                  </a:lnTo>
                  <a:lnTo>
                    <a:pt x="721817" y="149974"/>
                  </a:lnTo>
                  <a:lnTo>
                    <a:pt x="691299" y="182918"/>
                  </a:lnTo>
                  <a:lnTo>
                    <a:pt x="664019" y="219862"/>
                  </a:lnTo>
                  <a:lnTo>
                    <a:pt x="640270" y="261010"/>
                  </a:lnTo>
                  <a:lnTo>
                    <a:pt x="620369" y="306552"/>
                  </a:lnTo>
                  <a:lnTo>
                    <a:pt x="604596" y="356666"/>
                  </a:lnTo>
                  <a:lnTo>
                    <a:pt x="596900" y="410032"/>
                  </a:lnTo>
                  <a:lnTo>
                    <a:pt x="597052" y="460375"/>
                  </a:lnTo>
                  <a:lnTo>
                    <a:pt x="605218" y="507060"/>
                  </a:lnTo>
                  <a:lnTo>
                    <a:pt x="621588" y="549465"/>
                  </a:lnTo>
                  <a:lnTo>
                    <a:pt x="646328" y="586930"/>
                  </a:lnTo>
                  <a:lnTo>
                    <a:pt x="679602" y="618871"/>
                  </a:lnTo>
                  <a:lnTo>
                    <a:pt x="721588" y="644626"/>
                  </a:lnTo>
                  <a:lnTo>
                    <a:pt x="775487" y="668210"/>
                  </a:lnTo>
                  <a:lnTo>
                    <a:pt x="829157" y="687501"/>
                  </a:lnTo>
                  <a:lnTo>
                    <a:pt x="881773" y="703440"/>
                  </a:lnTo>
                  <a:lnTo>
                    <a:pt x="932522" y="716953"/>
                  </a:lnTo>
                  <a:lnTo>
                    <a:pt x="1025131" y="740435"/>
                  </a:lnTo>
                  <a:lnTo>
                    <a:pt x="1065352" y="752271"/>
                  </a:lnTo>
                  <a:lnTo>
                    <a:pt x="1129538" y="780821"/>
                  </a:lnTo>
                  <a:lnTo>
                    <a:pt x="1166558" y="822058"/>
                  </a:lnTo>
                  <a:lnTo>
                    <a:pt x="1172845" y="849782"/>
                  </a:lnTo>
                  <a:lnTo>
                    <a:pt x="1169873" y="883488"/>
                  </a:lnTo>
                  <a:lnTo>
                    <a:pt x="1150251" y="925880"/>
                  </a:lnTo>
                  <a:lnTo>
                    <a:pt x="1115136" y="958862"/>
                  </a:lnTo>
                  <a:lnTo>
                    <a:pt x="1070140" y="982408"/>
                  </a:lnTo>
                  <a:lnTo>
                    <a:pt x="1020876" y="996530"/>
                  </a:lnTo>
                  <a:lnTo>
                    <a:pt x="972985" y="1001242"/>
                  </a:lnTo>
                  <a:lnTo>
                    <a:pt x="918387" y="996238"/>
                  </a:lnTo>
                  <a:lnTo>
                    <a:pt x="873213" y="981430"/>
                  </a:lnTo>
                  <a:lnTo>
                    <a:pt x="838695" y="957072"/>
                  </a:lnTo>
                  <a:lnTo>
                    <a:pt x="816089" y="923455"/>
                  </a:lnTo>
                  <a:lnTo>
                    <a:pt x="806640" y="880833"/>
                  </a:lnTo>
                  <a:lnTo>
                    <a:pt x="811580" y="829500"/>
                  </a:lnTo>
                  <a:lnTo>
                    <a:pt x="484365" y="829500"/>
                  </a:lnTo>
                  <a:lnTo>
                    <a:pt x="476148" y="883615"/>
                  </a:lnTo>
                  <a:lnTo>
                    <a:pt x="473621" y="932954"/>
                  </a:lnTo>
                  <a:lnTo>
                    <a:pt x="476516" y="977696"/>
                  </a:lnTo>
                  <a:lnTo>
                    <a:pt x="484517" y="1018032"/>
                  </a:lnTo>
                  <a:lnTo>
                    <a:pt x="497332" y="1054163"/>
                  </a:lnTo>
                  <a:lnTo>
                    <a:pt x="536282" y="1114577"/>
                  </a:lnTo>
                  <a:lnTo>
                    <a:pt x="591019" y="1160513"/>
                  </a:lnTo>
                  <a:lnTo>
                    <a:pt x="659218" y="1193520"/>
                  </a:lnTo>
                  <a:lnTo>
                    <a:pt x="697623" y="1205674"/>
                  </a:lnTo>
                  <a:lnTo>
                    <a:pt x="738530" y="1215174"/>
                  </a:lnTo>
                  <a:lnTo>
                    <a:pt x="781634" y="1222222"/>
                  </a:lnTo>
                  <a:lnTo>
                    <a:pt x="826643" y="1227010"/>
                  </a:lnTo>
                  <a:lnTo>
                    <a:pt x="873277" y="1229741"/>
                  </a:lnTo>
                  <a:lnTo>
                    <a:pt x="921219" y="1230617"/>
                  </a:lnTo>
                  <a:lnTo>
                    <a:pt x="972362" y="1229220"/>
                  </a:lnTo>
                  <a:lnTo>
                    <a:pt x="1023124" y="1225054"/>
                  </a:lnTo>
                  <a:lnTo>
                    <a:pt x="1073188" y="1218069"/>
                  </a:lnTo>
                  <a:lnTo>
                    <a:pt x="1122248" y="1208278"/>
                  </a:lnTo>
                  <a:lnTo>
                    <a:pt x="1169987" y="1195628"/>
                  </a:lnTo>
                  <a:lnTo>
                    <a:pt x="1216088" y="1180134"/>
                  </a:lnTo>
                  <a:lnTo>
                    <a:pt x="1260233" y="1161757"/>
                  </a:lnTo>
                  <a:lnTo>
                    <a:pt x="1302118" y="1140472"/>
                  </a:lnTo>
                  <a:lnTo>
                    <a:pt x="1341412" y="1116291"/>
                  </a:lnTo>
                  <a:lnTo>
                    <a:pt x="1377810" y="1089164"/>
                  </a:lnTo>
                  <a:lnTo>
                    <a:pt x="1411008" y="1059091"/>
                  </a:lnTo>
                  <a:lnTo>
                    <a:pt x="1440675" y="1026045"/>
                  </a:lnTo>
                  <a:lnTo>
                    <a:pt x="1458455" y="1001242"/>
                  </a:lnTo>
                  <a:lnTo>
                    <a:pt x="1466494" y="990028"/>
                  </a:lnTo>
                  <a:lnTo>
                    <a:pt x="1488173" y="950988"/>
                  </a:lnTo>
                  <a:lnTo>
                    <a:pt x="1505369" y="908926"/>
                  </a:lnTo>
                  <a:lnTo>
                    <a:pt x="1517789" y="863828"/>
                  </a:lnTo>
                  <a:lnTo>
                    <a:pt x="1526463" y="807440"/>
                  </a:lnTo>
                  <a:lnTo>
                    <a:pt x="1527556" y="757580"/>
                  </a:lnTo>
                  <a:lnTo>
                    <a:pt x="1521739" y="713778"/>
                  </a:lnTo>
                  <a:lnTo>
                    <a:pt x="1509649" y="675538"/>
                  </a:lnTo>
                  <a:lnTo>
                    <a:pt x="1469301" y="613803"/>
                  </a:lnTo>
                  <a:lnTo>
                    <a:pt x="1411757" y="568528"/>
                  </a:lnTo>
                  <a:lnTo>
                    <a:pt x="1342263" y="535825"/>
                  </a:lnTo>
                  <a:lnTo>
                    <a:pt x="1304671" y="522973"/>
                  </a:lnTo>
                  <a:lnTo>
                    <a:pt x="1266063" y="511822"/>
                  </a:lnTo>
                  <a:lnTo>
                    <a:pt x="1227086" y="501878"/>
                  </a:lnTo>
                  <a:lnTo>
                    <a:pt x="1150658" y="483654"/>
                  </a:lnTo>
                  <a:lnTo>
                    <a:pt x="1114513" y="474421"/>
                  </a:lnTo>
                  <a:lnTo>
                    <a:pt x="1064463" y="459676"/>
                  </a:lnTo>
                  <a:lnTo>
                    <a:pt x="1016800" y="441147"/>
                  </a:lnTo>
                  <a:lnTo>
                    <a:pt x="977925" y="416255"/>
                  </a:lnTo>
                  <a:lnTo>
                    <a:pt x="954265" y="382409"/>
                  </a:lnTo>
                  <a:lnTo>
                    <a:pt x="952258" y="337007"/>
                  </a:lnTo>
                  <a:lnTo>
                    <a:pt x="972540" y="295287"/>
                  </a:lnTo>
                  <a:lnTo>
                    <a:pt x="1010564" y="260934"/>
                  </a:lnTo>
                  <a:lnTo>
                    <a:pt x="1060335" y="237629"/>
                  </a:lnTo>
                  <a:lnTo>
                    <a:pt x="1115885" y="229044"/>
                  </a:lnTo>
                  <a:lnTo>
                    <a:pt x="1154633" y="231470"/>
                  </a:lnTo>
                  <a:lnTo>
                    <a:pt x="1213764" y="250469"/>
                  </a:lnTo>
                  <a:lnTo>
                    <a:pt x="1248956" y="286981"/>
                  </a:lnTo>
                  <a:lnTo>
                    <a:pt x="1259357" y="339166"/>
                  </a:lnTo>
                  <a:lnTo>
                    <a:pt x="1254417" y="371386"/>
                  </a:lnTo>
                  <a:lnTo>
                    <a:pt x="1581594" y="371386"/>
                  </a:lnTo>
                  <a:lnTo>
                    <a:pt x="1593507" y="317055"/>
                  </a:lnTo>
                  <a:lnTo>
                    <a:pt x="1597647" y="267804"/>
                  </a:lnTo>
                  <a:close/>
                </a:path>
                <a:path w="6492240" h="1230629">
                  <a:moveTo>
                    <a:pt x="2779204" y="24511"/>
                  </a:moveTo>
                  <a:lnTo>
                    <a:pt x="1879384" y="24511"/>
                  </a:lnTo>
                  <a:lnTo>
                    <a:pt x="1628279" y="1205801"/>
                  </a:lnTo>
                  <a:lnTo>
                    <a:pt x="2528112" y="1205801"/>
                  </a:lnTo>
                  <a:lnTo>
                    <a:pt x="2576906" y="976693"/>
                  </a:lnTo>
                  <a:lnTo>
                    <a:pt x="2004250" y="976693"/>
                  </a:lnTo>
                  <a:lnTo>
                    <a:pt x="2057425" y="726376"/>
                  </a:lnTo>
                  <a:lnTo>
                    <a:pt x="2584246" y="726376"/>
                  </a:lnTo>
                  <a:lnTo>
                    <a:pt x="2632786" y="497420"/>
                  </a:lnTo>
                  <a:lnTo>
                    <a:pt x="2105964" y="497420"/>
                  </a:lnTo>
                  <a:lnTo>
                    <a:pt x="2157768" y="253555"/>
                  </a:lnTo>
                  <a:lnTo>
                    <a:pt x="2730411" y="253555"/>
                  </a:lnTo>
                  <a:lnTo>
                    <a:pt x="2779204" y="24511"/>
                  </a:lnTo>
                  <a:close/>
                </a:path>
                <a:path w="6492240" h="1230629">
                  <a:moveTo>
                    <a:pt x="4115854" y="24511"/>
                  </a:moveTo>
                  <a:lnTo>
                    <a:pt x="3821379" y="24511"/>
                  </a:lnTo>
                  <a:lnTo>
                    <a:pt x="3634879" y="901433"/>
                  </a:lnTo>
                  <a:lnTo>
                    <a:pt x="3631057" y="904773"/>
                  </a:lnTo>
                  <a:lnTo>
                    <a:pt x="3487813" y="301078"/>
                  </a:lnTo>
                  <a:lnTo>
                    <a:pt x="3422192" y="24511"/>
                  </a:lnTo>
                  <a:lnTo>
                    <a:pt x="2964078" y="24511"/>
                  </a:lnTo>
                  <a:lnTo>
                    <a:pt x="2712948" y="1205801"/>
                  </a:lnTo>
                  <a:lnTo>
                    <a:pt x="3007461" y="1205801"/>
                  </a:lnTo>
                  <a:lnTo>
                    <a:pt x="3199714" y="301078"/>
                  </a:lnTo>
                  <a:lnTo>
                    <a:pt x="3202978" y="301078"/>
                  </a:lnTo>
                  <a:lnTo>
                    <a:pt x="3411550" y="1205801"/>
                  </a:lnTo>
                  <a:lnTo>
                    <a:pt x="3864762" y="1205801"/>
                  </a:lnTo>
                  <a:lnTo>
                    <a:pt x="3928745" y="904773"/>
                  </a:lnTo>
                  <a:lnTo>
                    <a:pt x="4115854" y="24511"/>
                  </a:lnTo>
                  <a:close/>
                </a:path>
                <a:path w="6492240" h="1230629">
                  <a:moveTo>
                    <a:pt x="5317591" y="1205801"/>
                  </a:moveTo>
                  <a:lnTo>
                    <a:pt x="5275567" y="975106"/>
                  </a:lnTo>
                  <a:lnTo>
                    <a:pt x="5233860" y="746061"/>
                  </a:lnTo>
                  <a:lnTo>
                    <a:pt x="5144465" y="255181"/>
                  </a:lnTo>
                  <a:lnTo>
                    <a:pt x="5102453" y="24511"/>
                  </a:lnTo>
                  <a:lnTo>
                    <a:pt x="4886769" y="24511"/>
                  </a:lnTo>
                  <a:lnTo>
                    <a:pt x="4886769" y="746061"/>
                  </a:lnTo>
                  <a:lnTo>
                    <a:pt x="4571009" y="746061"/>
                  </a:lnTo>
                  <a:lnTo>
                    <a:pt x="4835753" y="255181"/>
                  </a:lnTo>
                  <a:lnTo>
                    <a:pt x="4840643" y="255181"/>
                  </a:lnTo>
                  <a:lnTo>
                    <a:pt x="4886769" y="746061"/>
                  </a:lnTo>
                  <a:lnTo>
                    <a:pt x="4886769" y="24511"/>
                  </a:lnTo>
                  <a:lnTo>
                    <a:pt x="4703229" y="24511"/>
                  </a:lnTo>
                  <a:lnTo>
                    <a:pt x="3985780" y="1205801"/>
                  </a:lnTo>
                  <a:lnTo>
                    <a:pt x="4313047" y="1205801"/>
                  </a:lnTo>
                  <a:lnTo>
                    <a:pt x="4439005" y="975106"/>
                  </a:lnTo>
                  <a:lnTo>
                    <a:pt x="4918392" y="975106"/>
                  </a:lnTo>
                  <a:lnTo>
                    <a:pt x="4947831" y="1205801"/>
                  </a:lnTo>
                  <a:lnTo>
                    <a:pt x="5317591" y="1205801"/>
                  </a:lnTo>
                  <a:close/>
                </a:path>
                <a:path w="6492240" h="1230629">
                  <a:moveTo>
                    <a:pt x="6020232" y="24511"/>
                  </a:moveTo>
                  <a:lnTo>
                    <a:pt x="5693041" y="24511"/>
                  </a:lnTo>
                  <a:lnTo>
                    <a:pt x="5441874" y="1205801"/>
                  </a:lnTo>
                  <a:lnTo>
                    <a:pt x="5769140" y="1205801"/>
                  </a:lnTo>
                  <a:lnTo>
                    <a:pt x="6020232" y="24511"/>
                  </a:lnTo>
                  <a:close/>
                </a:path>
                <a:path w="6492240" h="1230629">
                  <a:moveTo>
                    <a:pt x="6491808" y="1161948"/>
                  </a:moveTo>
                  <a:lnTo>
                    <a:pt x="6143117" y="1161948"/>
                  </a:lnTo>
                  <a:lnTo>
                    <a:pt x="6143117" y="1205585"/>
                  </a:lnTo>
                  <a:lnTo>
                    <a:pt x="6491808" y="1205585"/>
                  </a:lnTo>
                  <a:lnTo>
                    <a:pt x="6491808" y="1161948"/>
                  </a:lnTo>
                  <a:close/>
                </a:path>
                <a:path w="6492240" h="1230629">
                  <a:moveTo>
                    <a:pt x="6491808" y="882891"/>
                  </a:moveTo>
                  <a:lnTo>
                    <a:pt x="6143117" y="882891"/>
                  </a:lnTo>
                  <a:lnTo>
                    <a:pt x="6143117" y="926490"/>
                  </a:lnTo>
                  <a:lnTo>
                    <a:pt x="6491808" y="926490"/>
                  </a:lnTo>
                  <a:lnTo>
                    <a:pt x="6491808" y="882891"/>
                  </a:lnTo>
                  <a:close/>
                </a:path>
                <a:path w="6492240" h="1230629">
                  <a:moveTo>
                    <a:pt x="6491808" y="593369"/>
                  </a:moveTo>
                  <a:lnTo>
                    <a:pt x="6143117" y="593369"/>
                  </a:lnTo>
                  <a:lnTo>
                    <a:pt x="6143117" y="636981"/>
                  </a:lnTo>
                  <a:lnTo>
                    <a:pt x="6491808" y="636981"/>
                  </a:lnTo>
                  <a:lnTo>
                    <a:pt x="6491808" y="593369"/>
                  </a:lnTo>
                  <a:close/>
                </a:path>
                <a:path w="6492240" h="1230629">
                  <a:moveTo>
                    <a:pt x="6491808" y="307733"/>
                  </a:moveTo>
                  <a:lnTo>
                    <a:pt x="6143117" y="307733"/>
                  </a:lnTo>
                  <a:lnTo>
                    <a:pt x="6143117" y="351409"/>
                  </a:lnTo>
                  <a:lnTo>
                    <a:pt x="6491808" y="351409"/>
                  </a:lnTo>
                  <a:lnTo>
                    <a:pt x="6491808" y="307733"/>
                  </a:lnTo>
                  <a:close/>
                </a:path>
                <a:path w="6492240" h="1230629">
                  <a:moveTo>
                    <a:pt x="6491808" y="29514"/>
                  </a:moveTo>
                  <a:lnTo>
                    <a:pt x="6143117" y="29514"/>
                  </a:lnTo>
                  <a:lnTo>
                    <a:pt x="6143117" y="73126"/>
                  </a:lnTo>
                  <a:lnTo>
                    <a:pt x="6491808" y="73126"/>
                  </a:lnTo>
                  <a:lnTo>
                    <a:pt x="6491808" y="295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0BCB4BF7-1C02-4670-98EB-A548B299ADD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3868AD09-AF0B-4F1D-A41F-9DCB2B2C4082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B3F5ED2F-B76A-41C2-8455-631EDC2721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1">
            <a:extLst>
              <a:ext uri="{FF2B5EF4-FFF2-40B4-BE49-F238E27FC236}">
                <a16:creationId xmlns:a16="http://schemas.microsoft.com/office/drawing/2014/main" id="{1A8410D5-09A9-4E9A-8324-AE05DD12526F}"/>
              </a:ext>
            </a:extLst>
          </p:cNvPr>
          <p:cNvSpPr txBox="1">
            <a:spLocks/>
          </p:cNvSpPr>
          <p:nvPr/>
        </p:nvSpPr>
        <p:spPr>
          <a:xfrm>
            <a:off x="1509065" y="984549"/>
            <a:ext cx="10328275" cy="22974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rgbClr val="000000"/>
                </a:solidFill>
                <a:latin typeface="Montserrat ExtraBold"/>
                <a:cs typeface="Montserrat ExtraBold"/>
              </a:rPr>
              <a:t>O NASCIMENTO DA ERA CAÓRDICA</a:t>
            </a:r>
            <a:endParaRPr lang="pt-BR" sz="4950" kern="0" dirty="0">
              <a:solidFill>
                <a:srgbClr val="000000"/>
              </a:solidFill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kern="0" spc="-10" dirty="0">
                <a:solidFill>
                  <a:srgbClr val="000000"/>
                </a:solidFill>
                <a:latin typeface="Montserrat"/>
                <a:cs typeface="Montserrat"/>
              </a:rPr>
              <a:t>HOCK, Dee.</a:t>
            </a:r>
            <a:endParaRPr lang="pt-BR" sz="4950" kern="0" dirty="0">
              <a:solidFill>
                <a:srgbClr val="000000"/>
              </a:solidFill>
              <a:latin typeface="Montserrat"/>
              <a:cs typeface="Montserrat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D200404-799A-5AEF-6D40-E3FA090CA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049" y="2200087"/>
            <a:ext cx="6582002" cy="69091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9C38-C77C-0370-49CD-E2553CEC2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2881E21-CCBB-1B81-32E3-510F36123B8A}"/>
              </a:ext>
            </a:extLst>
          </p:cNvPr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C8A8D52A-539D-126E-ABF9-7769A9F747E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7C91518-9AD2-4B8D-0712-A9FFE04C161B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Imagem 7">
            <a:extLst>
              <a:ext uri="{FF2B5EF4-FFF2-40B4-BE49-F238E27FC236}">
                <a16:creationId xmlns:a16="http://schemas.microsoft.com/office/drawing/2014/main" id="{A96CC36F-A39A-452E-11E3-47D128A2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450" y="2333408"/>
            <a:ext cx="11430000" cy="6484676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88FAA633-8FFA-50D1-AF70-2E9ECE8F2A6B}"/>
              </a:ext>
            </a:extLst>
          </p:cNvPr>
          <p:cNvSpPr/>
          <p:nvPr/>
        </p:nvSpPr>
        <p:spPr>
          <a:xfrm>
            <a:off x="374650" y="8893221"/>
            <a:ext cx="7239000" cy="186204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11500" b="1" cap="none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Caórdica</a:t>
            </a:r>
            <a:endParaRPr lang="pt-BR" sz="11500" b="1" cap="none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5584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41D9-7375-D759-7322-756F05315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986646-2E73-D76E-D246-4B81E1DB9B9D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4CFA270-5B55-D392-6F6D-340B3E9A0FE6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04D625C-7747-F736-7DE7-C3B0DB08FE9B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0B71A1E-6D9A-B9DD-E2F3-A6E9045A2034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E305041-8EA9-EE7A-F662-0423E81B5ED6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30D4E00-426C-9492-8C5A-D12E9AFBCAF6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874B3163-2E79-DB46-EED5-1B544E14A840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82E4658-C2C6-9606-BAD4-D6BFFBEBD95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26EFE5C-BC08-D115-A655-0BB073C0E670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3F80E5-862A-98BC-D602-4B8BB5E65CED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4CC2B09-07B7-DC08-F57B-B1C330E0D5BB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05BF798D-08DA-991A-5611-8C7D330AEF7A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C4EDFE9-F085-9F7F-7246-A4F856C3BEB1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9D6F936-4422-4E1F-A599-D44FE897BDF1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C044012-B6EA-FDD7-3911-4FEF39839FE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9D1CE1F-751B-A704-DDB8-C3ED4C133064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A17396F6-9150-EAC1-BEDB-BC5CC5D32481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33253C5-BCC1-B944-4E1E-A2A8FBCDCA1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BD7DFDB8-EDF1-F613-9025-E35892B4C8E5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8661FCBD-A8AB-2C76-FB9B-B39FA61568B2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A4F4FBC2-89CA-39DE-B93C-A54D317A2C6F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CD19F10-9B27-7B2F-CC76-55722A78529F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28830B0-4BF4-E67D-C4C0-7AD3D44A6105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0286060-269D-CADB-44D5-96D6DED84F5A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7A635A4-A388-DECF-03B0-95A33E5A4C6E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3AA09A22-9837-F304-12DF-F9901FDF83E3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7855BD3-09FF-5828-9E0E-DCC278420A7F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C24AEACC-200B-BFEF-637B-8131DA3694F7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8C9A389B-A3DC-77AB-DF20-EFC4B996CF9D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D2457A5E-2DDD-6DFC-1F6B-2B6ADBA8B409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B457F9D1-25D1-4270-BDFD-E126C83C3AB4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7E6F2D6-1D9B-5B69-E719-BCC8117640E7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FC671A89-5A26-D036-850D-195AD1063A4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889D8D44-5A6A-F65D-B4E6-99968669B82D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A9B824E-AE98-16CD-9D11-AEB908EF7D69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856DBE24-2AFE-FFF4-305D-0AB4CCEE4268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2A18F8C4-4E12-51FA-912E-1235DD627CEA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78CA53A3-A5DF-0729-324C-5E37FB7F0E6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0B964C1-B893-C4DB-2089-0E21CFB8791E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29E08082-5D16-2B75-1B2B-6DF8012961F1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831C83AD-3952-0656-19FD-F137B2C53F20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E60F9A04-3571-8789-70C5-313AB9728D52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60676A6-E5C1-083B-44BB-EBEC1B5CE58A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FE428651-0B72-11DA-77F9-8B0BAA590F64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4CBAC2ED-0B12-A189-A214-E84219E7D7E7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80529218-79B3-11CA-6583-45759F6F227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B6659C62-D221-B395-CD30-F158B213AA1C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29F60AF-22B9-DF82-2C42-2843F2EA309C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94E1E42B-B2BD-A59B-6DD3-3A281F819039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F79DF27E-867C-9ABE-9813-285C9B0B00D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4C97599A-9433-661B-7703-DC6901667C78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A146A2D3-2E86-7D9B-F367-97E63194715A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8A5837AA-9CB7-E0C6-75E6-FCC1D112B43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261D4443-F5F2-EC2F-735A-0A8893D35AB6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F02607A2-C864-930C-A7BF-F19115852D0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397ADEC5-E475-DA55-D2DF-4573F27AE40B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3BE1BEC1-2E51-62BE-4D87-6B657CDA6503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86A44B2F-4E82-7B00-3ADC-44F9A03DAEA0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F9D28B3-96A6-4C81-753D-E252F865DB6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BD56039B-07AC-81AD-B8D0-A791268B387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39C3641-23CF-1404-CE81-57A971BC1934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BBF49DE5-CE81-B19D-7DA1-281F20AFC148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8AC596D3-F3F4-CEE2-14EB-7F9CE8401DF5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33A91A8-FC1C-08BC-7E12-5F9B3123EA5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87C7C940-CCE6-965E-8B8B-B8C397E9855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36E41CB-CC91-BC20-0D14-E76CFD53865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8308A86-E608-4488-7A0E-E497D05305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F9FC0D67-733A-1D21-FDCA-AA486512E828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2A021E35-D97B-CAFA-981F-98CE26E4746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CD51BF0-EB64-74B7-56CA-8E0F7C53A7A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9BB073D0-A26E-97EE-1C90-A40B343D913C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36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686277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MISSÃO 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SENAI</a:t>
            </a:r>
            <a:r>
              <a:rPr lang="pt-BR" sz="4950" spc="-25" dirty="0">
                <a:solidFill>
                  <a:srgbClr val="FFFFFF"/>
                </a:solidFill>
                <a:latin typeface="Montserrat"/>
                <a:cs typeface="Montserrat"/>
              </a:rPr>
              <a:t> – </a:t>
            </a: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Promover o desenvolvimento sustentável do país, elevando a competitividade da indústria, por meio da educação profissional e da inovação e tecnologia.</a:t>
            </a: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r>
              <a:rPr lang="pt-BR" sz="495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Caórdico</a:t>
            </a:r>
            <a:r>
              <a:rPr lang="pt-BR" sz="4950" b="1" spc="-25" dirty="0">
                <a:solidFill>
                  <a:srgbClr val="FFFFFF"/>
                </a:solidFill>
                <a:latin typeface="Montserrat"/>
                <a:cs typeface="Montserrat"/>
              </a:rPr>
              <a:t> -------</a:t>
            </a:r>
            <a:endParaRPr sz="4950" dirty="0">
              <a:latin typeface="Montserrat"/>
              <a:cs typeface="Montserrat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28DCA77A-25D6-4AC8-926C-CA966CB46EF3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D8A9D94-9D25-4BC4-9A69-403DAF9F103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482F69B-C046-4033-9E32-A86819E2272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7" name="Imagem 66">
            <a:extLst>
              <a:ext uri="{FF2B5EF4-FFF2-40B4-BE49-F238E27FC236}">
                <a16:creationId xmlns:a16="http://schemas.microsoft.com/office/drawing/2014/main" id="{03FF49B5-5623-A985-33CC-431F83BA0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314" y="4944077"/>
            <a:ext cx="10662269" cy="60491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1047088" y="3560100"/>
            <a:ext cx="19057620" cy="7068184"/>
            <a:chOff x="1047088" y="3560100"/>
            <a:chExt cx="19057620" cy="7068184"/>
          </a:xfrm>
        </p:grpSpPr>
        <p:pic>
          <p:nvPicPr>
            <p:cNvPr id="33" name="object 33"/>
            <p:cNvPicPr/>
            <p:nvPr/>
          </p:nvPicPr>
          <p:blipFill>
            <a:blip r:embed="rId2" cstate="print">
              <a:alphaModFix amt="20000"/>
            </a:blip>
            <a:stretch>
              <a:fillRect/>
            </a:stretch>
          </p:blipFill>
          <p:spPr>
            <a:xfrm>
              <a:off x="1047088" y="3560100"/>
              <a:ext cx="19057011" cy="6020759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570632" y="9057315"/>
              <a:ext cx="0" cy="1570990"/>
            </a:xfrm>
            <a:custGeom>
              <a:avLst/>
              <a:gdLst/>
              <a:ahLst/>
              <a:cxnLst/>
              <a:rect l="l" t="t" r="r" b="b"/>
              <a:pathLst>
                <a:path h="1570990">
                  <a:moveTo>
                    <a:pt x="0" y="0"/>
                  </a:moveTo>
                  <a:lnTo>
                    <a:pt x="0" y="1570632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  <a:cs typeface="Montserrat ExtraBold"/>
              </a:rPr>
              <a:t>VISÃO</a:t>
            </a:r>
            <a:endParaRPr sz="4950" dirty="0">
              <a:latin typeface="Montserrat ExtraBold"/>
              <a:cs typeface="Montserrat ExtraBold"/>
            </a:endParaRP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92D05B1-5887-0429-F65B-1E38693A4BE5}"/>
              </a:ext>
            </a:extLst>
          </p:cNvPr>
          <p:cNvSpPr txBox="1"/>
          <p:nvPr/>
        </p:nvSpPr>
        <p:spPr>
          <a:xfrm>
            <a:off x="1319399" y="3951575"/>
            <a:ext cx="11030968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 reconhecido pela oferta de formação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profissional de padrão global.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Excelência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Serviços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Processos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Educação para o trabalho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Cidadania</a:t>
            </a:r>
          </a:p>
        </p:txBody>
      </p:sp>
      <p:pic>
        <p:nvPicPr>
          <p:cNvPr id="38" name="Imagem 37">
            <a:extLst>
              <a:ext uri="{FF2B5EF4-FFF2-40B4-BE49-F238E27FC236}">
                <a16:creationId xmlns:a16="http://schemas.microsoft.com/office/drawing/2014/main" id="{626E0122-17F5-84C3-27DF-6AE1CE02F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748" y="5519615"/>
            <a:ext cx="8911133" cy="5055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D97E-A5BF-E760-EF00-0453445DC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D4D4BF2-51B2-3B19-3A3A-E2810AA72D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F80AAA6-6280-7185-8FC0-CF4D0BE45D35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65ACF5E-FC16-4DFF-15C0-B77362D6F1C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032FE9B-580A-7EAC-A737-B37641514ABC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525861-2CC3-D1D2-C641-AFAA2CACE199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E60CAEE-DC8E-BA4F-D3D6-2765D0DBF110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A3D0CB37-5CF1-A463-A3C5-60E77B428525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C0067C2-5451-04C8-6137-09D176BAAE6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17CA304-C0C0-F802-6776-00E5BA0663EA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01E656F-B73E-D84F-5A7A-58DAA05362D4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081F8CB-E0BE-BA52-62EE-D1B62DC15A81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B97B407-3B07-E370-B2E1-8B0466F22E87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0111E94-AA67-1667-5AB9-5CB33ED8C3ED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8C02C5D-8319-B573-E4A6-69B63219EB38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0B2C3CC-D045-8333-0C6B-161C91C618F6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D24FB04D-21BD-F9F4-B1F5-79B74E673787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FAA6C17C-3C08-CDD7-7AAC-362FBF0E622B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9BF81C0-C54B-9897-7942-4B1DF0C5003A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6175E84-42B4-06DF-F96D-4B3B78B0828D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75936D8-4729-44DE-C173-E7528E611A1F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9B6EC061-285D-4B32-2770-809191E51988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8E39C0E-C118-6723-FAD0-0EEA07B7465C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43C43C8-29FD-098D-B19A-D24DAF2F7ECD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5878CB2-C6C4-A75D-DAA0-5EB31A6A9C6E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FD9B9AD-AE14-D6F8-1A33-6C6606D3331B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7CEB551-52BF-1B89-0089-8B7987393A60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86CD1F6-8783-9279-61D1-0B91190D9379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3813066A-4B40-81B6-CD93-7EF1403DCF56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0A23D897-9070-B308-EA0B-D9C6D1D46664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08A609A-7003-8322-77EC-76B5687A70E6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B004B4C-4D11-685D-1E1C-A510E779267A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7D11A7EE-82D5-1AC4-DB46-3B6C55708CE1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D7170EE9-B158-6C54-7BB3-19A6C2C84423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3C3AFB4-444F-E39F-F189-80E32168C005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8DE2441-9E06-C1AA-A1CB-3132D3CA2011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70361DCD-D2E4-8009-39F3-8748172D88C0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C3FD6D6-3A8C-CCBC-2E12-964DADE6088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0320524-5886-5AFE-1B80-77BA77916B7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B60117C-1B04-6046-82CD-E8F1482C8C78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D66A1F81-99BA-772F-2D8C-8017F705D1EF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97D4DE63-CB1E-BAE3-9252-E4CDDA9E9BB7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D89BBC82-709F-7BE7-A9EA-8AB8F624B65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9753D39-89A4-B620-00E0-2EAEB459CEC0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ABC28121-62AB-38BD-F98B-526DA4897DCE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67F9806F-C9BD-FE58-34A6-234CD894D0D3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C7A1DC7-07CC-20A7-6046-1CE98AE9E82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7FD7905B-91A0-8F15-A1FD-24BB86E41DF4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5837596-9C31-186D-8521-99FD38859212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1D99B66B-A6BC-4CED-E4D5-FD179639A4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3DD73B01-8ABE-2703-8E8F-C129D8FFBB70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C9253421-97B0-9755-4E61-EEB7EDC0F73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D7E4AF47-9EE6-C29F-8D89-F0EF056148EE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A084DE68-FB44-AD1A-1D76-F525E6129692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A85AFCE0-87F4-5E25-02B2-F388A7BBDDDC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3C7A205A-B025-C3DD-E01C-9A8B522B6DB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7CCB133-0E84-3677-1FA7-A957A83AC527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A47DF3D6-0B11-855B-1BE7-EB941CD01257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4CA1F689-B420-2B98-269B-548F70E0E73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2268455-8281-B286-6DA9-5F715C80A5DE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79EA638-5129-33F8-08C7-3F235437B75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9B883D7A-BBD9-CE66-B02F-DE81FA8965C5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0B3EA3E7-69A9-C3CB-677E-C7E2A366AA8A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6E4E36C0-E737-F3E4-412A-0FBB41FA0C23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EFFF6AA2-028C-1C47-9F76-CBC0140812BF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BD819DAA-FD4C-DD04-2371-16B64932435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E505879B-9D05-1C94-792B-591EB9DCA3C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BEC790FC-84B5-3A93-F113-445EB2B762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C751ABBF-7582-6275-B4A5-C4B4B2B41F5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7F2851B3-980E-5650-36D4-EAF8C473136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7D353926-2BCE-819B-C95E-FB0D73FDC97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140A647-946D-23E6-CB20-369FF0189EE2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92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1C612-02F1-D6FE-4435-FEAACB3D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8293E90-E8F9-AA3E-420F-111C339A7A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5D970A4-82E4-523E-F76F-1B88213C4E58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34FD51D-7E7B-282C-A8BD-BA9469A0D2C0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14F62FB-C6EB-F84C-3EDD-7410FDEBD363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E28E38C4-BF76-5B73-00BA-10A6D8B7CFA0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68E84D-97C4-0209-FEF3-BBCD3655E1EA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54DA8A5-8BB6-6B99-BD5B-0358E53F07A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B268B49-48B0-9D9B-32ED-4719E11EB868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5850B8F-0782-3BCA-E11B-0C1533465C23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4C848B7-5E97-46D5-5C6F-01A7C60182E6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82F506E-EB5E-EB08-7245-59C5BE9598E9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84043F3-7825-CD64-4EA4-3BFEDCDC1F1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555D0BA-32DA-11D8-96C4-4406C90EED52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6125A25-74A7-F237-521C-83D5DF9DF635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CD4DB64-7922-F637-56D1-F7714213F9A2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BE5C4381-630F-5C58-477C-E80F730FB4B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8AA6B9-AC74-E8F4-EC9B-C2B80205E38D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D46365C-1C71-ADD5-8EBA-318395B48CD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7258276D-491B-4DFD-32DA-83EA573F4C3A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E073E3C4-E4AF-C493-4F79-39CEAED90133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7BF36C13-78B0-FC19-A8C1-41A89620B7C7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8401E80-79B9-FCC6-2466-2762DE408498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DFB8DCE-B047-17A3-D82C-3CC170C45A9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3896ED7-EDEF-AE3A-C697-C7BC1882CCE2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277800F9-A116-CAA0-4D6A-E4089505E75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C5BBAE-6E23-C248-8163-33B0584A7718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37B9AE58-B64B-D263-6F23-F737DA01228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6BE3CA87-A482-EEB5-4E7A-CD680003FD0C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4774BD5-BC34-FA2C-9BF1-780D98A8E6CE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9CA7072-921B-D3C4-5FDB-51ACE1FE97CA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267EC55-F561-511E-DEFD-81395FA54955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47368AB9-4B81-F6DB-3226-1CCCBCAD0903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5214A3E0-0A3B-7008-7EC9-8C570A5AED4F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090546B2-5161-42EE-7831-7B4B0886B86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A02B01F-B223-4DA2-4356-78F61C7A9E0B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3007931A-3C95-AF05-E520-710EC51BFF6C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0332D6F2-9082-4818-F430-CABAB43431EB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2907F76-4308-80BE-E6D4-B848F1E35410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ECA7CAE1-ACC2-8764-9568-8C0784DC9D04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266E009-A745-DF29-6A99-723C1870A85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679104DF-F12D-E39E-4F2A-5F890319DCBE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05E39E2B-0BF7-FCB6-0B02-A98BD8CB0F5F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4952E390-5FAC-8F85-712B-6704B631D703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CF41E008-3332-818D-E5C3-264743FF5B80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29410B0-6225-B62C-AB49-FB0EEC39965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780DD95-4701-CF32-3B29-3F4F91ED0DB8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AADEF271-84FF-40B1-FE18-49D17C6C865E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B1070A4-00E0-80EB-1DF8-2456EB5F0D0A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D951E5B2-46EC-3E8D-F81D-DA1ACFB85C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1546DEF7-2909-CFDD-E7AC-332C7E9945CF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2DA879D6-FC8A-ED72-DAB5-B4724B1B6017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C6FB62BE-8BFD-ED6E-492A-936259D0514C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31DF3020-662C-F147-6F17-CCB11EF432A7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3FFD85AC-6026-ADD7-B0EA-EEE6E637B692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A81720D4-3CD1-B900-0043-5BFBEE1A8692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9CF7C31B-9D6D-F02D-E40F-EC8360E45DBD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E713D9F-6137-FFE1-F085-4EEE26543D80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21480900-63A4-1C82-200E-DB89956F924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A81F984F-832E-BEEE-FC36-1DF74F97501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D04D2D77-97B6-FF19-B3C1-952811167BF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8CA8493-E352-CEA1-3773-C095B72B713A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9B351729-FD50-CB30-B9EC-BDD8E359885B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E11BEF9E-AD71-9509-F44E-55852955671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7E8CCAB-3A40-D295-564C-7F88BF35102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E8F0CC34-8C78-1452-65BC-2077740409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401B534D-71BF-8CAA-6D68-01D3A1C9683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2E7731BC-2801-D289-C7F7-D665802620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B983D6A-CA9D-42A7-387A-5FA8E931362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1D4D3E2D-125C-A81F-9328-0526CD7B1FB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350E67DB-7826-5214-AEE5-544B1EB3D61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DAE4FEAB-A157-5EA6-B380-D6C13D1A5442}"/>
              </a:ext>
            </a:extLst>
          </p:cNvPr>
          <p:cNvSpPr txBox="1"/>
          <p:nvPr/>
        </p:nvSpPr>
        <p:spPr>
          <a:xfrm>
            <a:off x="1502714" y="2173132"/>
            <a:ext cx="14754360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Macaco Velho – Mente Racional;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Instituições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não adm. questões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Conflito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(Pessoas x Instituições)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b="1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“uma transformação da consciência, da cultura,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 da sociedade e das instituições como o mundo 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jamais experimentou”</a:t>
            </a:r>
          </a:p>
        </p:txBody>
      </p:sp>
    </p:spTree>
    <p:extLst>
      <p:ext uri="{BB962C8B-B14F-4D97-AF65-F5344CB8AC3E}">
        <p14:creationId xmlns:p14="http://schemas.microsoft.com/office/powerpoint/2010/main" val="49177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1AAA-6D15-2455-79D0-7B397BD4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44441E9-E8A1-9380-612B-A9F08F638E3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AD0D61E-BF9A-60E4-8C80-41EFD17804B1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BA6B8A2-9589-8485-A9AD-D98F5CC8BB0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EE4AD9F8-FC51-FE55-6D1B-3B61D7F48EF1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6CA625D-B6A0-9DFD-1614-54B9043FD427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3CDC475-647F-4A70-0ADA-517074F7B4D2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54DEC12-DF11-5FF0-7CE2-771D9A3C5CB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22EF0E2-F307-42AA-FFB0-4D54E1F9893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FB4C236-868C-81AF-8813-65E48458B9AF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347784A-C395-7F0C-BBA4-1AFA6F52D549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7A386351-208C-0344-E0CF-F6F89DB6BB54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9774E82-27B1-A4DE-7672-D94F30312F4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84974C9-536C-6EF3-7A20-DEF7A53C054E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4B10559-837E-DA43-9588-7377A4B64144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E931D3B-1737-4ADA-D971-2485698B8C9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3ED5D09-8FDB-9DC7-4262-25496EFF53C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C24D6B9-23C1-0119-B0A2-A89521D75459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82BAEB7C-FF4E-FAB3-EBE9-E9668F7458FF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1F15FCA-32F1-71AC-F225-11578B2A7F81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EE7D7FE-954C-D41B-E0F9-DBCC5D36179B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D603158-88A5-D511-A25D-6381FDC0F1A2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38D7AE47-85D7-BAFB-F573-A073B812AB37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9FF000FA-3B5A-A918-780E-AC6F3B24EC2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BC74E0C-11B1-9DDD-0E9B-2792B3D34280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B60658A-D746-EC26-9030-45DBED02CCC2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D689BC3-5308-2E0A-C544-1E4047C98D1F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02F2A6D-5E1B-3FCA-66FC-33C177ABBFE2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90FFC44-9EF1-10A1-D1CA-D2E75DFBE8D3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251DA24B-859A-70DE-1632-E2176FF3374A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C0A2589F-98AA-2AF3-704B-FFAA5B308578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07019DC2-1A55-844B-D75A-E18B4BB6464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EF43619D-BEC6-54DA-DC36-097E4B6465A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E588FB0C-779C-EE8F-F37A-68DEC326416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06F50D5-3FC0-8C4A-B5A5-AB845B1ADB9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76594FE-C4E3-BCE2-2BE6-5E224713B0FC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12C1CD64-D4FF-1F27-4675-F70E1DD24217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A6A66C6-44B6-3BB7-534B-3C8E82F006D1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CA2B8F26-A7E8-E224-3892-529B41BA4A34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414D70E6-4091-209B-6758-E822030E7E3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B2C2AB9B-D322-708D-AA1B-D66BDB436DA8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34FEB2A8-18DB-4742-7035-72166B9A1443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69A876C5-B6CE-395C-BA4C-21AA156772B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5C42C7C-2B72-D6C4-8C74-51E67AFC2537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233F955C-BA5E-B5B0-617D-ED40A7566146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C1B6D067-5DF0-C679-8503-FCF4237BEC2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83778F4-4319-7330-123C-5E744ACF5E6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D4D59198-CDC3-D4BC-F931-9648D1FDC749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898C4A7-BE4E-B638-C2CF-80EC9A77C12B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533052FF-8988-3850-7EC2-C8A712DAFBC6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E1BD20A-DE2A-23FD-4A80-4E3D0A289441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62125329-EB03-D035-085F-E43E0E2FC846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F1341D13-CC88-A8CB-3E1D-CB5A3986EA2F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DCB35050-59F6-D749-6B3C-EBD093DF235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A48E944-EFDC-D6C0-9D30-8E31331DBAEF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765C2CCB-17D5-8F47-F8A9-FF4C15EE2773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B8486DD-5760-0052-FCFC-37F61A9D2D44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F501A925-FC52-35DE-4641-6C2501A8787C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E5847D66-2224-3AB3-5BEB-6D065EC058B8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97FCF99-1B66-5691-137A-F9A6E2C9CC73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14718AA4-B6D6-F9B2-7F2F-2200AD364A8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7BCF154D-6BE9-BFA2-109C-792B80D024CF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5CC6D9BA-54D9-DB72-F578-CB29A9078526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D9A08EF4-D93C-35FA-7D55-4CF1EF16EC7B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FDCA5E3F-8985-4977-BFE6-F457FCAE96CB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628D059D-AA23-6DFC-E95F-D916C38B1A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865BBA3-ABC6-EAD6-00A1-E0CC67A90367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E2EB99E-0FD4-1697-6F9C-BC7598597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579A346A-BFD1-99D5-22AB-74559B8B927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693C0972-5DC3-9BCE-260C-6914AD4332C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51A31658-995A-CF44-251D-0221C62D793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8DBBDE5-51F9-5743-5C9C-3D2DC4912F9D}"/>
              </a:ext>
            </a:extLst>
          </p:cNvPr>
          <p:cNvSpPr txBox="1"/>
          <p:nvPr/>
        </p:nvSpPr>
        <p:spPr>
          <a:xfrm>
            <a:off x="1502714" y="2173132"/>
            <a:ext cx="13576152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Complexidade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Má distribuição de Riqueza, Poder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“Não precisava ser assim, nunca.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precisa ser assim agora.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pode ser assim para sempre”</a:t>
            </a:r>
          </a:p>
        </p:txBody>
      </p:sp>
    </p:spTree>
    <p:extLst>
      <p:ext uri="{BB962C8B-B14F-4D97-AF65-F5344CB8AC3E}">
        <p14:creationId xmlns:p14="http://schemas.microsoft.com/office/powerpoint/2010/main" val="176021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600DD-E18C-C2B6-AE43-A9AFFC2B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580162A-A816-1317-3FDE-176D10BD90E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10C694A-C0F3-184D-3C1D-4B64212A903F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D39E94E-1920-0BB0-1BBC-DDEE8C3ABA63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380136A-E725-148A-1D99-26DCA55631D8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3C75FEF0-A381-33E6-5666-0CDD1FE2C31C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CBF0258-E472-4843-CE36-9E312F649B24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64A40CD4-3634-0B9B-E108-CB3157390704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0CF906C-95A3-C28E-5068-D4CC69FFAE9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79C82B-9720-C33A-251D-62D5BD7BE926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A65E990-C864-4E16-C358-2CE5721DA95F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9F0C89E-7331-1115-6830-61D5C18AFD86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72AF199-70CA-3698-C70F-50DA2F1EC67E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A40E99C-C745-2BEC-2747-1C8190D14DF3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1A10B04-2013-AE46-4F92-9AC4FA5B3CDF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4367814-FC70-C548-058C-2A9A71B1589E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8BFA76E6-D613-A929-C86A-F83E25530C98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BFC4B75C-BD94-7A48-8080-61B4407C597A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56020F5-4D4D-B775-81D2-1EF171F7C1A4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A137D2C-F5C3-5163-225C-5D3B63A68B84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25F714E-F68A-7CE3-7CF4-3E6B9CF615C6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392D430-D2C6-8387-A700-A5650F96C0C0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39983D-3BCE-F2FC-C3AA-B1A075FE7470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07F7952-91EE-C2EB-4708-F172B7655C7C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79AD6169-1057-758A-1425-A165DA04F18C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68BE3AC-7847-F348-B48A-3601CF8DEE3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3D37FC-58D1-4926-223E-63DF77F9D56D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9C76B511-4BDE-28D3-0177-7BC957993BB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B1A0D06-7E53-04A8-6EC2-C9E87F15BA9F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7B239A82-1F5E-5F9F-5A7F-61EF4CFD9AF1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B9DFBC8-66C5-CDC2-56E6-9860C591F9EB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40AD5998-F148-1CFD-533B-60833606B77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BAE85697-466B-B723-5F2F-961C2A8A1A0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69120A4-71B7-047F-061E-F414EB0B8A0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F4D6EE5D-984D-9D9E-FC90-E640BD59C097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1A370B9-13DD-CD08-4112-86A87EB1B4C7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6E963E71-6BB9-1BAA-E5AF-B4B6B707AD6F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FA566209-DB04-9ED9-3395-DE9536630B5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37871B8-C9CD-F5D3-7469-A4B494798A3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2BAD82E5-8CE8-E19F-E0F8-AC437CEE058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C5FD7D0-C347-2FA2-98FA-ECED409B3F1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E490EF44-9C7C-0D5D-C87D-F63E983BB648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890A4AD3-31EE-94F0-C44C-7CC3B4D9601A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5E6D79D-AFEE-E5FA-2273-3DDB614F4192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B4CE115F-D9DC-CB5D-94B4-BF05AA456F09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E88721D-EDE6-7FDB-1696-8DF3B29FA5B5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71603C95-5A76-E2E8-4E84-453B1EF1256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3D59F179-747A-9548-BE54-8C8162A877BA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057BEA5-3635-4B26-EDDB-1C4E50EA09B6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CAF924D9-BD54-D64D-68F5-410669AA6D91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5C540DD2-852C-1C45-D154-A519654F49F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17FA38BB-ADD9-5CD5-ED04-2B3AA7C5FEC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5CD05782-D871-D1E5-7A7E-112D3CB5B644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72111CAB-0BE0-CF3F-C262-6ED696C3DC65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4F93BE9-C4C2-AD17-0D81-2B6E5EFF9BF1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D17D4EF-556A-F269-57E8-A86C51C39479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4B0CE37D-848B-B36A-C459-282469C75285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87FBBEAC-CF83-BA5E-11C3-BAEB7124E705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7FF33A7-FAB6-9650-0E4A-97A7A4F22321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72DC8B5-3A66-BB2D-D263-D92CAD159838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E1BD6C1-46AA-47AE-0BAF-6D953CA7992B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BAFC725-A9F5-0820-9518-E49D9572A99D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D2BAA9E0-5000-B0E5-BCEC-D01CA069279F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5244BEEB-2609-F938-E290-703F280510E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105C443A-4320-9C2D-E030-C260DF9F6FC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53A4FB49-DEEF-42A2-D501-06B446949B3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D7DE29BD-7776-B578-3BE0-6847F76598F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8DAF0666-0155-B3AC-2064-4259CDDB6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695D593-9032-A6B8-1D3A-FC9AF1351791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7C0C594-7676-B45C-5E75-385647DA81F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1292C635-336A-C252-C6D1-4BB3209C3A6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0FCECD75-E079-A9D0-761A-18BE7A88D143}"/>
              </a:ext>
            </a:extLst>
          </p:cNvPr>
          <p:cNvSpPr txBox="1"/>
          <p:nvPr/>
        </p:nvSpPr>
        <p:spPr>
          <a:xfrm>
            <a:off x="1502714" y="2173132"/>
            <a:ext cx="16208861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Cordeiro e o leão da vida</a:t>
            </a:r>
            <a:endParaRPr lang="pt-BR" sz="5400" b="1" spc="-25" dirty="0">
              <a:solidFill>
                <a:srgbClr val="FFFFFF"/>
              </a:solidFill>
              <a:latin typeface="Montserrat"/>
              <a:cs typeface="Montserrat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Interesse da comunidade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Ligados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“A troca não-monetária de valor é o sistema mais eficaz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e construtivo que já foi inventado”</a:t>
            </a:r>
          </a:p>
        </p:txBody>
      </p:sp>
    </p:spTree>
    <p:extLst>
      <p:ext uri="{BB962C8B-B14F-4D97-AF65-F5344CB8AC3E}">
        <p14:creationId xmlns:p14="http://schemas.microsoft.com/office/powerpoint/2010/main" val="55979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82A12-A371-C05F-766F-AFC03FC50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4C75D51-ACA8-56B4-7192-A1B20C31B1B5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A15FD12-256F-E5A3-8CA2-8F6271783D69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303B3BD-EF80-3123-2AC1-93F9D98774E0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775AA178-BDF8-1958-9908-D52931E6AEF4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C2483084-3E82-653F-95BD-68EFE271D70E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3A272DC-5F1B-4A19-2F8D-4EF5D053E65A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83A2564B-6970-B52B-9ED0-103459ABA7C9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79802224-6A77-00F7-778E-F2C408C48A30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DE11BDB-DC6B-A05D-A1C6-3502C3CACA7C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5C85368-C1CF-997C-6F85-3B447934F9D2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3B29C959-DDE5-923B-A725-A7285E499F61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187A9097-97BB-D929-65BC-D1463F816565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96A3CB8A-92C4-B25C-C44C-6C2ED6FFE109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AD0B81B-1EBE-9F9F-66E3-4C7CC623E3D6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98F8AD3-EB3E-26CC-A669-A8C0315E69BC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9CC0C84B-2F21-EE49-4E09-BAED513FE40B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FE65EAE-1418-7886-46AC-0F4FA4ECD801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A922282-4724-CFE4-7CF3-89ED232F7686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4C4D4DB-4312-9AA1-1B5D-AFFA827D8888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B693BA3-E525-BBBC-C04E-75F4A86EC1C5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77B2840F-D27B-7CC0-C879-F73578EA1D70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4A59E4AE-716A-E69B-1195-B22BB472638F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C54E710-95D6-0AC0-F328-3EE0683B50FE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7383EB60-95D5-AE00-082C-6C0C1542229A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95C7C7B8-3D09-7801-E96C-D700F7775198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60265297-F220-3594-9CEB-7FA981908AAF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CB5CF3EB-8F67-F5DB-CB29-4FCCFE7D6A29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C270FCC-0B6F-BD73-34AA-5F15A86E74C2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30D0303B-130C-759A-C044-B7EDBD7221ED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08A1418-73B1-AAE5-1177-4C617C2628E9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6EF68CF-8E9A-FA68-CF7C-3F472B91E2E3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438479E2-7D3F-BD83-A5E5-BDD564810349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D549989-C406-3B01-41E8-F9D9E19AD241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389B5894-EE57-C42F-4B8F-A1E3D9F2880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D30048D3-8B57-7AB7-B543-C6F8919D7329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25201DC0-6E80-84A6-690D-835DB6E82773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8E1E6941-8D2A-5276-BA05-AB2C286B007E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2D322848-F933-8EF6-51E1-3D4F963A652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5945EC02-58BF-3E06-B156-9955407CDE5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80770DF7-375F-79B7-A19F-53E24293E1A8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0511C444-95DA-337A-BCC5-DFE819241652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61A537AC-192B-6EC8-A2D3-AC88198A3EB7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5DA51D2-545D-CE21-A9E5-2D9853EC5203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F53EE1A4-CC4F-3E47-26E6-C34CA5C0B534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72500BAE-2440-ED92-C639-94D58FBB9AF5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7CD243FE-AC8F-6D08-1E1F-3A3D4D75F1B0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754ECE34-E43C-8030-84AE-3379D0C8283B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840996C-04E5-AF6B-46EC-68DDF2744C93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A9B3A1BD-86F6-8511-A2C2-9D2F7E0A8B5D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B9C1A9C2-7824-E15C-1F51-A00AC29E811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9DC2F9D3-8DF8-3B76-BC8D-60D7B75B4DC9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515A83BC-8F9D-AEEB-5E3E-7A138289FFC8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9BDDE489-7ED0-538F-D89F-A8B64D93BA60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5B295225-A872-303F-D3A6-DC899787C1DF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4D17DC99-1290-6420-97BE-6985D306790E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D57CD7CF-E58C-A51F-B560-18D9914A42BF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C5896561-2D33-99C0-B780-093AC00CC288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940B385C-AB12-C4F8-AEC2-A3A31E3AB78E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7A01D6A0-72DE-243F-613F-FAC87DB0CFCE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1CDB4938-3E26-38E5-902A-81A3F4526CDF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AFF871D4-E497-EC87-F28E-A6358053F7E8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54694A45-C078-8338-57CA-1D081E9D04FA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20297E96-7647-D58C-0C81-4BAE1AF2A4A1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97DD3C9A-8FEA-73DA-ECFF-B05FF46A3178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1BC74A24-F214-3385-3FCE-4DC3BFBE0A5F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C0A837A6-4F6F-849C-C6FB-82B6C6CD9A0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9BFAE36E-1E3F-CB07-259F-F3315DC287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8AC299C5-D6A0-D2E7-FF99-9C856215BC7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8BB0EBAE-7C1A-BC5F-5844-AC6683098FD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608BB6B8-C814-532C-A17B-16BD2016AFB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345ADC3E-7BA6-CB4F-1CD6-5444A38BAED5}"/>
              </a:ext>
            </a:extLst>
          </p:cNvPr>
          <p:cNvSpPr txBox="1"/>
          <p:nvPr/>
        </p:nvSpPr>
        <p:spPr>
          <a:xfrm>
            <a:off x="1502714" y="2173132"/>
            <a:ext cx="15848378" cy="8402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Aposentadoria na ativa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Administrar a si mesmo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Superiores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Iguais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Subordinados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pt-BR" sz="54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“O comportamento forçado é a essência da tirania.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 O comportamento induzido é a essência da liderança.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 Os dois podem ter o mesmo objetivo, mas um tende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 para o mal, o outro para o bem”</a:t>
            </a:r>
          </a:p>
        </p:txBody>
      </p:sp>
    </p:spTree>
    <p:extLst>
      <p:ext uri="{BB962C8B-B14F-4D97-AF65-F5344CB8AC3E}">
        <p14:creationId xmlns:p14="http://schemas.microsoft.com/office/powerpoint/2010/main" val="3142172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/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ESTE BARCO TAMBÉM É MEU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LIDERE PELO EXEMPLO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32678" y="6086775"/>
            <a:ext cx="6158865" cy="4456348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O verdadeiro desenvolvimento profissional ocorre quando os indivíduos entendem que o seu trabalho faz diferença e são estimulados a superar suas limitações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332678" y="4098774"/>
            <a:ext cx="4194810" cy="136575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 </a:t>
            </a:r>
            <a:r>
              <a:rPr lang="pt-BR" sz="4400" b="1" spc="10" dirty="0" err="1">
                <a:solidFill>
                  <a:srgbClr val="333333"/>
                </a:solidFill>
                <a:latin typeface="Montserrat ExtraBold"/>
                <a:cs typeface="Montserrat ExtraBold"/>
              </a:rPr>
              <a:t>Grounding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D897531-F013-C3C8-0FB4-F154275E97D0}"/>
              </a:ext>
            </a:extLst>
          </p:cNvPr>
          <p:cNvSpPr txBox="1"/>
          <p:nvPr/>
        </p:nvSpPr>
        <p:spPr>
          <a:xfrm>
            <a:off x="463610" y="4409152"/>
            <a:ext cx="101455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professor o sucesso do meu aluno é meu.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55337C4-E428-A5DA-A7D1-4533D9A5FE50}"/>
              </a:ext>
            </a:extLst>
          </p:cNvPr>
          <p:cNvSpPr txBox="1"/>
          <p:nvPr/>
        </p:nvSpPr>
        <p:spPr>
          <a:xfrm>
            <a:off x="2132023" y="7041669"/>
            <a:ext cx="75575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sucesso dos meus colegas é meu.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3A2CC5D-8203-2E75-E897-6A4C5B3EE1E3}"/>
              </a:ext>
            </a:extLst>
          </p:cNvPr>
          <p:cNvSpPr txBox="1"/>
          <p:nvPr/>
        </p:nvSpPr>
        <p:spPr>
          <a:xfrm>
            <a:off x="3981028" y="9479068"/>
            <a:ext cx="7275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sucesso da minha escola é meu.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/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/>
          <p:cNvGrpSpPr/>
          <p:nvPr/>
        </p:nvGrpSpPr>
        <p:grpSpPr>
          <a:xfrm>
            <a:off x="0" y="0"/>
            <a:ext cx="14314169" cy="11308715"/>
            <a:chOff x="0" y="0"/>
            <a:chExt cx="14314169" cy="11308715"/>
          </a:xfrm>
        </p:grpSpPr>
        <p:pic>
          <p:nvPicPr>
            <p:cNvPr id="70" name="object 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/>
          <p:cNvSpPr txBox="1">
            <a:spLocks noGrp="1"/>
          </p:cNvSpPr>
          <p:nvPr>
            <p:ph type="title"/>
          </p:nvPr>
        </p:nvSpPr>
        <p:spPr>
          <a:xfrm>
            <a:off x="4390530" y="6455504"/>
            <a:ext cx="10309720" cy="419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905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Para trás, nem pra pegar impulso</a:t>
            </a:r>
            <a:endParaRPr sz="9050" dirty="0">
              <a:latin typeface="Montserrat ExtraBold"/>
              <a:cs typeface="Montserrat ExtraBold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83E6FA07-10CA-CA95-C66D-F6F4D9D2A1BA}"/>
              </a:ext>
            </a:extLst>
          </p:cNvPr>
          <p:cNvSpPr txBox="1"/>
          <p:nvPr/>
        </p:nvSpPr>
        <p:spPr>
          <a:xfrm>
            <a:off x="9775209" y="10238042"/>
            <a:ext cx="44147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Pai do Clovis de Barros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556"/>
            <a:chOff x="0" y="0"/>
            <a:chExt cx="20104100" cy="11308556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235576" y="4635933"/>
            <a:ext cx="511492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5" dirty="0">
                <a:solidFill>
                  <a:srgbClr val="FFFFFF"/>
                </a:solidFill>
              </a:rPr>
              <a:t>DEPARTAMENTO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REGIONAL</a:t>
            </a:r>
            <a:endParaRPr sz="2800"/>
          </a:p>
        </p:txBody>
      </p:sp>
      <p:sp>
        <p:nvSpPr>
          <p:cNvPr id="7" name="object 7"/>
          <p:cNvSpPr txBox="1"/>
          <p:nvPr/>
        </p:nvSpPr>
        <p:spPr>
          <a:xfrm>
            <a:off x="10231201" y="5107290"/>
            <a:ext cx="6974205" cy="1459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>
              <a:lnSpc>
                <a:spcPts val="327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800" b="1" spc="-3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800" b="1" spc="-25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40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800">
              <a:latin typeface="Montserrat ExtraBold"/>
              <a:cs typeface="Montserrat ExtraBold"/>
            </a:endParaRPr>
          </a:p>
          <a:p>
            <a:pPr marL="12700">
              <a:lnSpc>
                <a:spcPts val="8009"/>
              </a:lnSpc>
            </a:pPr>
            <a:r>
              <a:rPr sz="6750" spc="-25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ww</a:t>
            </a:r>
            <a:r>
              <a:rPr sz="6750" spc="-22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</a:t>
            </a:r>
            <a:r>
              <a:rPr sz="675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</a:t>
            </a:r>
            <a:r>
              <a:rPr sz="6750" spc="-10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p</a:t>
            </a:r>
            <a:r>
              <a:rPr sz="6750" spc="5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.senai.br</a:t>
            </a:r>
            <a:endParaRPr sz="6750">
              <a:latin typeface="Montserrat"/>
              <a:cs typeface="Montserra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4154076"/>
            <a:ext cx="20104100" cy="7154545"/>
            <a:chOff x="0" y="4154076"/>
            <a:chExt cx="20104100" cy="7154545"/>
          </a:xfrm>
        </p:grpSpPr>
        <p:sp>
          <p:nvSpPr>
            <p:cNvPr id="9" name="object 9"/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C1C1FFBC5B64943BE6D3064162973C9" ma:contentTypeVersion="13" ma:contentTypeDescription="Crie um novo documento." ma:contentTypeScope="" ma:versionID="40fa6b34c81f3a289ccbc7b1e1965271">
  <xsd:schema xmlns:xsd="http://www.w3.org/2001/XMLSchema" xmlns:xs="http://www.w3.org/2001/XMLSchema" xmlns:p="http://schemas.microsoft.com/office/2006/metadata/properties" xmlns:ns2="2bd5af90-2c43-4f56-be08-340e2f91aafd" xmlns:ns3="b9c37b37-d0ad-42a5-892e-3cb8fae6311e" targetNamespace="http://schemas.microsoft.com/office/2006/metadata/properties" ma:root="true" ma:fieldsID="8fc80ff9e100d70d9cbefb719233993e" ns2:_="" ns3:_="">
    <xsd:import namespace="2bd5af90-2c43-4f56-be08-340e2f91aafd"/>
    <xsd:import namespace="b9c37b37-d0ad-42a5-892e-3cb8fae631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5af90-2c43-4f56-be08-340e2f91aa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c37b37-d0ad-42a5-892e-3cb8fae6311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E43EA8-E4F7-4FB4-A903-CFCDB99F07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d5af90-2c43-4f56-be08-340e2f91aafd"/>
    <ds:schemaRef ds:uri="b9c37b37-d0ad-42a5-892e-3cb8fae631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A42D19-56A1-4D0B-AB84-67451006DC5A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</TotalTime>
  <Words>409</Words>
  <Application>Microsoft Office PowerPoint</Application>
  <PresentationFormat>Personalizar</PresentationFormat>
  <Paragraphs>73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0" baseType="lpstr">
      <vt:lpstr>Montserrat Light</vt:lpstr>
      <vt:lpstr>Montserrat</vt:lpstr>
      <vt:lpstr>Montserrat ExtraBold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6 ELEMENTOS</vt:lpstr>
      <vt:lpstr>MISSÃO  SENAI – Promover o desenvolvimento sustentável do país, elevando a competitividade da indústria, por meio da educação profissional e da inovação e tecnologia.   Caórdico -------</vt:lpstr>
      <vt:lpstr>VISÃO</vt:lpstr>
      <vt:lpstr>6 ELEMENTOS</vt:lpstr>
      <vt:lpstr>TERMOS UTILIZADOS POR Dee Hock.</vt:lpstr>
      <vt:lpstr>TERMOS UTILIZADOS POR Dee Hock.</vt:lpstr>
      <vt:lpstr>TERMOS UTILIZADOS POR Dee Hock.</vt:lpstr>
      <vt:lpstr>TERMOS UTILIZADOS POR Dee Hock.</vt:lpstr>
      <vt:lpstr>ESTE BARCO TAMBÉM É MEU LIDERE PELO EXEMPLO</vt:lpstr>
      <vt:lpstr>Para trás, nem pra pegar impulso</vt:lpstr>
      <vt:lpstr>DEPARTAMENTO REGIONAL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WELLINGTON FABIO DE OLIVEIRA MARTINS</cp:lastModifiedBy>
  <cp:revision>34</cp:revision>
  <dcterms:created xsi:type="dcterms:W3CDTF">2021-08-24T16:20:14Z</dcterms:created>
  <dcterms:modified xsi:type="dcterms:W3CDTF">2026-09-22T15:00:32Z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0x0101001C1C1FFBC5B64943BE6D3064162973C9</vt:lpwstr>
  </property>
</Properties>
</file>