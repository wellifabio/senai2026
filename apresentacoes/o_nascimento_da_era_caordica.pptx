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22"/>
  </p:notesMasterIdLst>
  <p:sldIdLst>
    <p:sldId id="256" r:id="rId5"/>
    <p:sldId id="257" r:id="rId6"/>
    <p:sldId id="280" r:id="rId7"/>
    <p:sldId id="279" r:id="rId8"/>
    <p:sldId id="258" r:id="rId9"/>
    <p:sldId id="260" r:id="rId10"/>
    <p:sldId id="281" r:id="rId11"/>
    <p:sldId id="278" r:id="rId12"/>
    <p:sldId id="282" r:id="rId13"/>
    <p:sldId id="283" r:id="rId14"/>
    <p:sldId id="261" r:id="rId15"/>
    <p:sldId id="284" r:id="rId16"/>
    <p:sldId id="268" r:id="rId17"/>
    <p:sldId id="286" r:id="rId18"/>
    <p:sldId id="285" r:id="rId19"/>
    <p:sldId id="277" r:id="rId20"/>
    <p:sldId id="287" r:id="rId21"/>
  </p:sldIdLst>
  <p:sldSz cx="20104100" cy="11309350"/>
  <p:notesSz cx="20104100" cy="11309350"/>
  <p:embeddedFontLst>
    <p:embeddedFont>
      <p:font typeface="Helvetica" panose="020B0604020202020204" pitchFamily="34" charset="0"/>
      <p:regular r:id="rId23"/>
      <p:bold r:id="rId24"/>
      <p:italic r:id="rId25"/>
      <p:boldItalic r:id="rId26"/>
    </p:embeddedFont>
    <p:embeddedFont>
      <p:font typeface="Montserrat" panose="00000500000000000000" pitchFamily="2" charset="0"/>
      <p:regular r:id="rId27"/>
      <p:bold r:id="rId28"/>
      <p:italic r:id="rId29"/>
      <p:boldItalic r:id="rId30"/>
    </p:embeddedFont>
    <p:embeddedFont>
      <p:font typeface="Montserrat ExtraBold" panose="00000900000000000000" pitchFamily="2" charset="0"/>
      <p:bold r:id="rId31"/>
      <p:boldItalic r:id="rId32"/>
    </p:embeddedFont>
    <p:embeddedFont>
      <p:font typeface="Montserrat Light" panose="00000400000000000000" pitchFamily="2" charset="0"/>
      <p:regular r:id="rId33"/>
      <p:italic r:id="rId34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0E3ABB-C11A-BBD9-2802-532C104E159E}" v="1" dt="2022-01-25T14:55:06.476"/>
    <p1510:client id="{67B79760-9B19-EA06-B321-81BE3DC8DF22}" v="11" dt="2022-01-28T13:28:15.146"/>
    <p1510:client id="{E26C3A5A-D7F9-6D2D-9C24-7E05DE01AA21}" v="11" dt="2021-11-30T01:30:03.168"/>
    <p1510:client id="{E274CB7D-D5F6-CB88-97F7-1F9BAF23F222}" v="10" dt="2021-11-30T01:31:45.183"/>
    <p1510:client id="{E997C4D9-1869-CBC7-0693-58570764A1CA}" v="16" dt="2022-08-15T19:44:12.365"/>
    <p1510:client id="{F9CA789C-FA2B-ABC1-4746-E0D93CC19689}" v="1" dt="2022-01-26T14:38:05.24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450" autoAdjust="0"/>
  </p:normalViewPr>
  <p:slideViewPr>
    <p:cSldViewPr>
      <p:cViewPr varScale="1">
        <p:scale>
          <a:sx n="53" d="100"/>
          <a:sy n="53" d="100"/>
        </p:scale>
        <p:origin x="1500" y="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4.fntdata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font" Target="fonts/font12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9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as Miguel Leal da Silva" userId="S::lucas.msilva@sp.senai.br::5c40faec-5f1f-47e9-a958-68edb761d629" providerId="AD" clId="Web-{E26C3A5A-D7F9-6D2D-9C24-7E05DE01AA21}"/>
    <pc:docChg chg="modSld">
      <pc:chgData name="Lucas Miguel Leal da Silva" userId="S::lucas.msilva@sp.senai.br::5c40faec-5f1f-47e9-a958-68edb761d629" providerId="AD" clId="Web-{E26C3A5A-D7F9-6D2D-9C24-7E05DE01AA21}" dt="2021-11-30T01:30:03.168" v="10" actId="1076"/>
      <pc:docMkLst>
        <pc:docMk/>
      </pc:docMkLst>
      <pc:sldChg chg="modSp">
        <pc:chgData name="Lucas Miguel Leal da Silva" userId="S::lucas.msilva@sp.senai.br::5c40faec-5f1f-47e9-a958-68edb761d629" providerId="AD" clId="Web-{E26C3A5A-D7F9-6D2D-9C24-7E05DE01AA21}" dt="2021-11-30T01:25:45.023" v="3" actId="1076"/>
        <pc:sldMkLst>
          <pc:docMk/>
          <pc:sldMk cId="0" sldId="256"/>
        </pc:sldMkLst>
        <pc:spChg chg="mod">
          <ac:chgData name="Lucas Miguel Leal da Silva" userId="S::lucas.msilva@sp.senai.br::5c40faec-5f1f-47e9-a958-68edb761d629" providerId="AD" clId="Web-{E26C3A5A-D7F9-6D2D-9C24-7E05DE01AA21}" dt="2021-11-30T01:25:45.023" v="3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Lucas Miguel Leal da Silva" userId="S::lucas.msilva@sp.senai.br::5c40faec-5f1f-47e9-a958-68edb761d629" providerId="AD" clId="Web-{E26C3A5A-D7F9-6D2D-9C24-7E05DE01AA21}" dt="2021-11-30T01:10:29.601" v="1" actId="1076"/>
          <ac:spMkLst>
            <pc:docMk/>
            <pc:sldMk cId="0" sldId="256"/>
            <ac:spMk id="5" creationId="{00000000-0000-0000-0000-000000000000}"/>
          </ac:spMkLst>
        </pc:spChg>
      </pc:sldChg>
      <pc:sldChg chg="modSp">
        <pc:chgData name="Lucas Miguel Leal da Silva" userId="S::lucas.msilva@sp.senai.br::5c40faec-5f1f-47e9-a958-68edb761d629" providerId="AD" clId="Web-{E26C3A5A-D7F9-6D2D-9C24-7E05DE01AA21}" dt="2021-11-30T01:29:48.168" v="5" actId="1076"/>
        <pc:sldMkLst>
          <pc:docMk/>
          <pc:sldMk cId="0" sldId="257"/>
        </pc:sldMkLst>
        <pc:spChg chg="mod">
          <ac:chgData name="Lucas Miguel Leal da Silva" userId="S::lucas.msilva@sp.senai.br::5c40faec-5f1f-47e9-a958-68edb761d629" providerId="AD" clId="Web-{E26C3A5A-D7F9-6D2D-9C24-7E05DE01AA21}" dt="2021-11-30T01:29:48.168" v="5" actId="1076"/>
          <ac:spMkLst>
            <pc:docMk/>
            <pc:sldMk cId="0" sldId="257"/>
            <ac:spMk id="71" creationId="{00000000-0000-0000-0000-000000000000}"/>
          </ac:spMkLst>
        </pc:spChg>
        <pc:grpChg chg="mod">
          <ac:chgData name="Lucas Miguel Leal da Silva" userId="S::lucas.msilva@sp.senai.br::5c40faec-5f1f-47e9-a958-68edb761d629" providerId="AD" clId="Web-{E26C3A5A-D7F9-6D2D-9C24-7E05DE01AA21}" dt="2021-11-30T01:26:18.805" v="4" actId="1076"/>
          <ac:grpSpMkLst>
            <pc:docMk/>
            <pc:sldMk cId="0" sldId="257"/>
            <ac:grpSpMk id="4" creationId="{00000000-0000-0000-0000-000000000000}"/>
          </ac:grpSpMkLst>
        </pc:grpChg>
      </pc:sldChg>
      <pc:sldChg chg="modSp">
        <pc:chgData name="Lucas Miguel Leal da Silva" userId="S::lucas.msilva@sp.senai.br::5c40faec-5f1f-47e9-a958-68edb761d629" providerId="AD" clId="Web-{E26C3A5A-D7F9-6D2D-9C24-7E05DE01AA21}" dt="2021-11-30T01:30:03.168" v="10" actId="1076"/>
        <pc:sldMkLst>
          <pc:docMk/>
          <pc:sldMk cId="0" sldId="258"/>
        </pc:sldMkLst>
        <pc:spChg chg="mod">
          <ac:chgData name="Lucas Miguel Leal da Silva" userId="S::lucas.msilva@sp.senai.br::5c40faec-5f1f-47e9-a958-68edb761d629" providerId="AD" clId="Web-{E26C3A5A-D7F9-6D2D-9C24-7E05DE01AA21}" dt="2021-11-30T01:30:03.168" v="10" actId="1076"/>
          <ac:spMkLst>
            <pc:docMk/>
            <pc:sldMk cId="0" sldId="258"/>
            <ac:spMk id="68" creationId="{00000000-0000-0000-0000-000000000000}"/>
          </ac:spMkLst>
        </pc:spChg>
        <pc:grpChg chg="mod">
          <ac:chgData name="Lucas Miguel Leal da Silva" userId="S::lucas.msilva@sp.senai.br::5c40faec-5f1f-47e9-a958-68edb761d629" providerId="AD" clId="Web-{E26C3A5A-D7F9-6D2D-9C24-7E05DE01AA21}" dt="2021-11-30T01:29:51.324" v="6" actId="1076"/>
          <ac:grpSpMkLst>
            <pc:docMk/>
            <pc:sldMk cId="0" sldId="258"/>
            <ac:grpSpMk id="66" creationId="{00000000-0000-0000-0000-000000000000}"/>
          </ac:grpSpMkLst>
        </pc:grpChg>
      </pc:sldChg>
    </pc:docChg>
  </pc:docChgLst>
  <pc:docChgLst>
    <pc:chgData name="Aruana Marcondes" userId="S::aruana.marcondes@sp.senai.br::3b5ba883-9796-4925-87dd-7395c5a849ef" providerId="AD" clId="Web-{F9CA789C-FA2B-ABC1-4746-E0D93CC19689}"/>
    <pc:docChg chg="modSld">
      <pc:chgData name="Aruana Marcondes" userId="S::aruana.marcondes@sp.senai.br::3b5ba883-9796-4925-87dd-7395c5a849ef" providerId="AD" clId="Web-{F9CA789C-FA2B-ABC1-4746-E0D93CC19689}" dt="2022-01-26T14:38:05.244" v="0"/>
      <pc:docMkLst>
        <pc:docMk/>
      </pc:docMkLst>
      <pc:sldChg chg="delSp">
        <pc:chgData name="Aruana Marcondes" userId="S::aruana.marcondes@sp.senai.br::3b5ba883-9796-4925-87dd-7395c5a849ef" providerId="AD" clId="Web-{F9CA789C-FA2B-ABC1-4746-E0D93CC19689}" dt="2022-01-26T14:38:05.244" v="0"/>
        <pc:sldMkLst>
          <pc:docMk/>
          <pc:sldMk cId="0" sldId="258"/>
        </pc:sldMkLst>
        <pc:picChg chg="del">
          <ac:chgData name="Aruana Marcondes" userId="S::aruana.marcondes@sp.senai.br::3b5ba883-9796-4925-87dd-7395c5a849ef" providerId="AD" clId="Web-{F9CA789C-FA2B-ABC1-4746-E0D93CC19689}" dt="2022-01-26T14:38:05.244" v="0"/>
          <ac:picMkLst>
            <pc:docMk/>
            <pc:sldMk cId="0" sldId="258"/>
            <ac:picMk id="66" creationId="{06106D5E-0E16-4805-AB25-BF77A3F07626}"/>
          </ac:picMkLst>
        </pc:picChg>
      </pc:sldChg>
    </pc:docChg>
  </pc:docChgLst>
  <pc:docChgLst>
    <pc:chgData name="Lucas Miguel Leal da Silva" userId="S::lucas.msilva@sp.senai.br::5c40faec-5f1f-47e9-a958-68edb761d629" providerId="AD" clId="Web-{E274CB7D-D5F6-CB88-97F7-1F9BAF23F222}"/>
    <pc:docChg chg="modSld">
      <pc:chgData name="Lucas Miguel Leal da Silva" userId="S::lucas.msilva@sp.senai.br::5c40faec-5f1f-47e9-a958-68edb761d629" providerId="AD" clId="Web-{E274CB7D-D5F6-CB88-97F7-1F9BAF23F222}" dt="2021-11-30T01:31:45.183" v="9"/>
      <pc:docMkLst>
        <pc:docMk/>
      </pc:docMkLst>
      <pc:sldChg chg="addSp delSp modSp">
        <pc:chgData name="Lucas Miguel Leal da Silva" userId="S::lucas.msilva@sp.senai.br::5c40faec-5f1f-47e9-a958-68edb761d629" providerId="AD" clId="Web-{E274CB7D-D5F6-CB88-97F7-1F9BAF23F222}" dt="2021-11-30T01:31:45.183" v="9"/>
        <pc:sldMkLst>
          <pc:docMk/>
          <pc:sldMk cId="0" sldId="257"/>
        </pc:sldMkLst>
        <pc:spChg chg="del mod">
          <ac:chgData name="Lucas Miguel Leal da Silva" userId="S::lucas.msilva@sp.senai.br::5c40faec-5f1f-47e9-a958-68edb761d629" providerId="AD" clId="Web-{E274CB7D-D5F6-CB88-97F7-1F9BAF23F222}" dt="2021-11-30T01:31:37.698" v="7"/>
          <ac:spMkLst>
            <pc:docMk/>
            <pc:sldMk cId="0" sldId="257"/>
            <ac:spMk id="71" creationId="{00000000-0000-0000-0000-000000000000}"/>
          </ac:spMkLst>
        </pc:spChg>
        <pc:spChg chg="add mod">
          <ac:chgData name="Lucas Miguel Leal da Silva" userId="S::lucas.msilva@sp.senai.br::5c40faec-5f1f-47e9-a958-68edb761d629" providerId="AD" clId="Web-{E274CB7D-D5F6-CB88-97F7-1F9BAF23F222}" dt="2021-11-30T01:31:42.995" v="8"/>
          <ac:spMkLst>
            <pc:docMk/>
            <pc:sldMk cId="0" sldId="257"/>
            <ac:spMk id="77" creationId="{1A8410D5-09A9-4E9A-8324-AE05DD12526F}"/>
          </ac:spMkLst>
        </pc:spChg>
        <pc:spChg chg="add del mod">
          <ac:chgData name="Lucas Miguel Leal da Silva" userId="S::lucas.msilva@sp.senai.br::5c40faec-5f1f-47e9-a958-68edb761d629" providerId="AD" clId="Web-{E274CB7D-D5F6-CB88-97F7-1F9BAF23F222}" dt="2021-11-30T01:31:45.183" v="9"/>
          <ac:spMkLst>
            <pc:docMk/>
            <pc:sldMk cId="0" sldId="257"/>
            <ac:spMk id="79" creationId="{F8D9D440-CCAE-4CA4-875F-AD08D54F116D}"/>
          </ac:spMkLst>
        </pc:spChg>
        <pc:grpChg chg="del mod">
          <ac:chgData name="Lucas Miguel Leal da Silva" userId="S::lucas.msilva@sp.senai.br::5c40faec-5f1f-47e9-a958-68edb761d629" providerId="AD" clId="Web-{E274CB7D-D5F6-CB88-97F7-1F9BAF23F222}" dt="2021-11-30T01:31:06.979" v="2"/>
          <ac:grpSpMkLst>
            <pc:docMk/>
            <pc:sldMk cId="0" sldId="257"/>
            <ac:grpSpMk id="4" creationId="{00000000-0000-0000-0000-000000000000}"/>
          </ac:grpSpMkLst>
        </pc:grpChg>
        <pc:grpChg chg="add">
          <ac:chgData name="Lucas Miguel Leal da Silva" userId="S::lucas.msilva@sp.senai.br::5c40faec-5f1f-47e9-a958-68edb761d629" providerId="AD" clId="Web-{E274CB7D-D5F6-CB88-97F7-1F9BAF23F222}" dt="2021-11-30T01:31:20.510" v="5"/>
          <ac:grpSpMkLst>
            <pc:docMk/>
            <pc:sldMk cId="0" sldId="257"/>
            <ac:grpSpMk id="75" creationId="{0BCB4BF7-1C02-4670-98EB-A548B299ADD0}"/>
          </ac:grpSpMkLst>
        </pc:grpChg>
      </pc:sldChg>
      <pc:sldChg chg="addSp delSp">
        <pc:chgData name="Lucas Miguel Leal da Silva" userId="S::lucas.msilva@sp.senai.br::5c40faec-5f1f-47e9-a958-68edb761d629" providerId="AD" clId="Web-{E274CB7D-D5F6-CB88-97F7-1F9BAF23F222}" dt="2021-11-30T01:31:18.042" v="4"/>
        <pc:sldMkLst>
          <pc:docMk/>
          <pc:sldMk cId="0" sldId="258"/>
        </pc:sldMkLst>
        <pc:grpChg chg="del">
          <ac:chgData name="Lucas Miguel Leal da Silva" userId="S::lucas.msilva@sp.senai.br::5c40faec-5f1f-47e9-a958-68edb761d629" providerId="AD" clId="Web-{E274CB7D-D5F6-CB88-97F7-1F9BAF23F222}" dt="2021-11-30T01:31:18.042" v="4"/>
          <ac:grpSpMkLst>
            <pc:docMk/>
            <pc:sldMk cId="0" sldId="258"/>
            <ac:grpSpMk id="66" creationId="{00000000-0000-0000-0000-000000000000}"/>
          </ac:grpSpMkLst>
        </pc:grpChg>
        <pc:grpChg chg="add">
          <ac:chgData name="Lucas Miguel Leal da Silva" userId="S::lucas.msilva@sp.senai.br::5c40faec-5f1f-47e9-a958-68edb761d629" providerId="AD" clId="Web-{E274CB7D-D5F6-CB88-97F7-1F9BAF23F222}" dt="2021-11-30T01:31:14.854" v="3"/>
          <ac:grpSpMkLst>
            <pc:docMk/>
            <pc:sldMk cId="0" sldId="258"/>
            <ac:grpSpMk id="75" creationId="{28DCA77A-25D6-4AC8-926C-CA966CB46EF3}"/>
          </ac:grpSpMkLst>
        </pc:grpChg>
      </pc:sldChg>
    </pc:docChg>
  </pc:docChgLst>
  <pc:docChgLst>
    <pc:chgData name="Aruana Marcondes" userId="S::aruana.marcondes@sp.senai.br::3b5ba883-9796-4925-87dd-7395c5a849ef" providerId="AD" clId="Web-{280E3ABB-C11A-BBD9-2802-532C104E159E}"/>
    <pc:docChg chg="modSld">
      <pc:chgData name="Aruana Marcondes" userId="S::aruana.marcondes@sp.senai.br::3b5ba883-9796-4925-87dd-7395c5a849ef" providerId="AD" clId="Web-{280E3ABB-C11A-BBD9-2802-532C104E159E}" dt="2022-01-25T14:55:06.476" v="0"/>
      <pc:docMkLst>
        <pc:docMk/>
      </pc:docMkLst>
      <pc:sldChg chg="addSp modSp">
        <pc:chgData name="Aruana Marcondes" userId="S::aruana.marcondes@sp.senai.br::3b5ba883-9796-4925-87dd-7395c5a849ef" providerId="AD" clId="Web-{280E3ABB-C11A-BBD9-2802-532C104E159E}" dt="2022-01-25T14:55:06.476" v="0"/>
        <pc:sldMkLst>
          <pc:docMk/>
          <pc:sldMk cId="0" sldId="258"/>
        </pc:sldMkLst>
        <pc:picChg chg="add mod">
          <ac:chgData name="Aruana Marcondes" userId="S::aruana.marcondes@sp.senai.br::3b5ba883-9796-4925-87dd-7395c5a849ef" providerId="AD" clId="Web-{280E3ABB-C11A-BBD9-2802-532C104E159E}" dt="2022-01-25T14:55:06.476" v="0"/>
          <ac:picMkLst>
            <pc:docMk/>
            <pc:sldMk cId="0" sldId="258"/>
            <ac:picMk id="66" creationId="{06106D5E-0E16-4805-AB25-BF77A3F07626}"/>
          </ac:picMkLst>
        </pc:picChg>
      </pc:sldChg>
    </pc:docChg>
  </pc:docChgLst>
  <pc:docChgLst>
    <pc:chgData name="Adelia Bianca Magi de Moura" userId="S::adelia.moura@sp.senai.br::1d064294-64c6-4623-8dcc-126153f5c19e" providerId="AD" clId="Web-{E997C4D9-1869-CBC7-0693-58570764A1CA}"/>
    <pc:docChg chg="modSld">
      <pc:chgData name="Adelia Bianca Magi de Moura" userId="S::adelia.moura@sp.senai.br::1d064294-64c6-4623-8dcc-126153f5c19e" providerId="AD" clId="Web-{E997C4D9-1869-CBC7-0693-58570764A1CA}" dt="2022-08-15T19:44:12.365" v="15" actId="1076"/>
      <pc:docMkLst>
        <pc:docMk/>
      </pc:docMkLst>
      <pc:sldChg chg="addSp delSp modSp">
        <pc:chgData name="Adelia Bianca Magi de Moura" userId="S::adelia.moura@sp.senai.br::1d064294-64c6-4623-8dcc-126153f5c19e" providerId="AD" clId="Web-{E997C4D9-1869-CBC7-0693-58570764A1CA}" dt="2022-08-15T19:44:12.365" v="15" actId="1076"/>
        <pc:sldMkLst>
          <pc:docMk/>
          <pc:sldMk cId="0" sldId="277"/>
        </pc:sldMkLst>
        <pc:spChg chg="add del">
          <ac:chgData name="Adelia Bianca Magi de Moura" userId="S::adelia.moura@sp.senai.br::1d064294-64c6-4623-8dcc-126153f5c19e" providerId="AD" clId="Web-{E997C4D9-1869-CBC7-0693-58570764A1CA}" dt="2022-08-15T19:44:00.364" v="11"/>
          <ac:spMkLst>
            <pc:docMk/>
            <pc:sldMk cId="0" sldId="277"/>
            <ac:spMk id="4" creationId="{00000000-0000-0000-0000-000000000000}"/>
          </ac:spMkLst>
        </pc:spChg>
        <pc:spChg chg="mod">
          <ac:chgData name="Adelia Bianca Magi de Moura" userId="S::adelia.moura@sp.senai.br::1d064294-64c6-4623-8dcc-126153f5c19e" providerId="AD" clId="Web-{E997C4D9-1869-CBC7-0693-58570764A1CA}" dt="2022-08-15T19:44:12.365" v="15" actId="1076"/>
          <ac:spMkLst>
            <pc:docMk/>
            <pc:sldMk cId="0" sldId="277"/>
            <ac:spMk id="5" creationId="{00000000-0000-0000-0000-000000000000}"/>
          </ac:spMkLst>
        </pc:spChg>
        <pc:grpChg chg="mod">
          <ac:chgData name="Adelia Bianca Magi de Moura" userId="S::adelia.moura@sp.senai.br::1d064294-64c6-4623-8dcc-126153f5c19e" providerId="AD" clId="Web-{E997C4D9-1869-CBC7-0693-58570764A1CA}" dt="2022-08-15T19:44:06.521" v="13" actId="1076"/>
          <ac:grpSpMkLst>
            <pc:docMk/>
            <pc:sldMk cId="0" sldId="277"/>
            <ac:grpSpMk id="2" creationId="{00000000-0000-0000-0000-000000000000}"/>
          </ac:grpSpMkLst>
        </pc:grpChg>
        <pc:grpChg chg="mod">
          <ac:chgData name="Adelia Bianca Magi de Moura" userId="S::adelia.moura@sp.senai.br::1d064294-64c6-4623-8dcc-126153f5c19e" providerId="AD" clId="Web-{E997C4D9-1869-CBC7-0693-58570764A1CA}" dt="2022-08-15T19:43:38.489" v="10" actId="1076"/>
          <ac:grpSpMkLst>
            <pc:docMk/>
            <pc:sldMk cId="0" sldId="277"/>
            <ac:grpSpMk id="8" creationId="{00000000-0000-0000-0000-000000000000}"/>
          </ac:grpSpMkLst>
        </pc:grpChg>
      </pc:sldChg>
    </pc:docChg>
  </pc:docChgLst>
  <pc:docChgLst>
    <pc:chgData name="Luciana Seguin E Seguin" userId="S::luciana.seguin@sp.senai.br::c06bbc8a-9dca-427a-8349-4d2edc3ff980" providerId="AD" clId="Web-{67B79760-9B19-EA06-B321-81BE3DC8DF22}"/>
    <pc:docChg chg="modSld">
      <pc:chgData name="Luciana Seguin E Seguin" userId="S::luciana.seguin@sp.senai.br::c06bbc8a-9dca-427a-8349-4d2edc3ff980" providerId="AD" clId="Web-{67B79760-9B19-EA06-B321-81BE3DC8DF22}" dt="2022-01-28T13:28:15.146" v="5" actId="20577"/>
      <pc:docMkLst>
        <pc:docMk/>
      </pc:docMkLst>
      <pc:sldChg chg="modSp">
        <pc:chgData name="Luciana Seguin E Seguin" userId="S::luciana.seguin@sp.senai.br::c06bbc8a-9dca-427a-8349-4d2edc3ff980" providerId="AD" clId="Web-{67B79760-9B19-EA06-B321-81BE3DC8DF22}" dt="2022-01-28T13:27:58.270" v="2" actId="20577"/>
        <pc:sldMkLst>
          <pc:docMk/>
          <pc:sldMk cId="0" sldId="261"/>
        </pc:sldMkLst>
        <pc:spChg chg="mod">
          <ac:chgData name="Luciana Seguin E Seguin" userId="S::luciana.seguin@sp.senai.br::c06bbc8a-9dca-427a-8349-4d2edc3ff980" providerId="AD" clId="Web-{67B79760-9B19-EA06-B321-81BE3DC8DF22}" dt="2022-01-28T13:27:58.270" v="2" actId="20577"/>
          <ac:spMkLst>
            <pc:docMk/>
            <pc:sldMk cId="0" sldId="261"/>
            <ac:spMk id="15" creationId="{00000000-0000-0000-0000-000000000000}"/>
          </ac:spMkLst>
        </pc:spChg>
      </pc:sldChg>
      <pc:sldChg chg="modSp">
        <pc:chgData name="Luciana Seguin E Seguin" userId="S::luciana.seguin@sp.senai.br::c06bbc8a-9dca-427a-8349-4d2edc3ff980" providerId="AD" clId="Web-{67B79760-9B19-EA06-B321-81BE3DC8DF22}" dt="2022-01-28T13:28:15.146" v="5" actId="20577"/>
        <pc:sldMkLst>
          <pc:docMk/>
          <pc:sldMk cId="0" sldId="270"/>
        </pc:sldMkLst>
        <pc:spChg chg="mod">
          <ac:chgData name="Luciana Seguin E Seguin" userId="S::luciana.seguin@sp.senai.br::c06bbc8a-9dca-427a-8349-4d2edc3ff980" providerId="AD" clId="Web-{67B79760-9B19-EA06-B321-81BE3DC8DF22}" dt="2022-01-28T13:28:15.146" v="5" actId="20577"/>
          <ac:spMkLst>
            <pc:docMk/>
            <pc:sldMk cId="0" sldId="270"/>
            <ac:spMk id="7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7A1DCB-4EBB-40A2-8FB5-49AC859F94B4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51B21D-9047-497B-A339-E664BA977B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88695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Linguagem filosófica e cheia de metáforas / parábolas / analogias</a:t>
            </a:r>
          </a:p>
          <a:p>
            <a:r>
              <a:rPr lang="pt-BR" dirty="0"/>
              <a:t>A primeira lei do carneiro sobre o universo</a:t>
            </a:r>
          </a:p>
          <a:p>
            <a:r>
              <a:rPr lang="pt-BR" dirty="0"/>
              <a:t>livro Complexidade de Mitchell </a:t>
            </a:r>
            <a:r>
              <a:rPr lang="pt-BR" dirty="0" err="1"/>
              <a:t>Waldrup</a:t>
            </a:r>
            <a:endParaRPr lang="pt-BR" dirty="0"/>
          </a:p>
          <a:p>
            <a:r>
              <a:rPr lang="pt-BR" dirty="0"/>
              <a:t>Inúmeros conceitos ainda estou tentando entender e debater com o autor.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3264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Comportamento de qualquer organismo, organização ou sistema autogovernado que combine harmoniosamente características de ordem e caos.</a:t>
            </a:r>
          </a:p>
          <a:p>
            <a:r>
              <a:rPr lang="pt-BR" dirty="0"/>
              <a:t>Disposto de maneira a não ser dominado nem pelo caos nem pela ordem.</a:t>
            </a:r>
          </a:p>
          <a:p>
            <a:r>
              <a:rPr lang="pt-BR" dirty="0"/>
              <a:t>Característica dos princípios organizadores fundamentais da evolução e da natureza.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625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Sistema </a:t>
            </a:r>
            <a:r>
              <a:rPr lang="pt-BR" dirty="0" err="1"/>
              <a:t>Caórdico</a:t>
            </a:r>
            <a:r>
              <a:rPr lang="pt-BR" dirty="0"/>
              <a:t> – Como direcionar uma organização para um caminho de sucesso?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Através de: Princípios e propósitos</a:t>
            </a:r>
          </a:p>
          <a:p>
            <a:r>
              <a:rPr lang="pt-BR" dirty="0"/>
              <a:t>A ilusão do controle (Podemos achar que controlamos uma organização por imposição ou até democraticamente)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Há três tipos de poder (Imposto, Eleito, Conquistado)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42987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Autor tomou conhecimento da “nova” disciplina científica chamada </a:t>
            </a:r>
            <a:r>
              <a:rPr lang="pt-BR" b="1" u="none" dirty="0"/>
              <a:t>Complexidade</a:t>
            </a:r>
            <a:r>
              <a:rPr lang="pt-BR" dirty="0"/>
              <a:t>.</a:t>
            </a:r>
          </a:p>
          <a:p>
            <a:pPr marL="171450" indent="-171450">
              <a:buFontTx/>
              <a:buChar char="-"/>
            </a:pPr>
            <a:r>
              <a:rPr lang="pt-BR" dirty="0"/>
              <a:t>Uso de metáforas:</a:t>
            </a:r>
          </a:p>
          <a:p>
            <a:pPr marL="628650" lvl="1" indent="-171450">
              <a:buFontTx/>
              <a:buChar char="-"/>
            </a:pPr>
            <a:r>
              <a:rPr lang="pt-BR" dirty="0"/>
              <a:t>Macaco velho</a:t>
            </a:r>
          </a:p>
          <a:p>
            <a:pPr marL="628650" lvl="1" indent="-171450">
              <a:buFontTx/>
              <a:buChar char="-"/>
            </a:pPr>
            <a:r>
              <a:rPr lang="pt-BR" dirty="0"/>
              <a:t>Cordeiro e Leão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62044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6378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Como direcionar uma organização para um caminho de sucesso?</a:t>
            </a:r>
          </a:p>
          <a:p>
            <a:r>
              <a:rPr lang="pt-BR" dirty="0"/>
              <a:t>Entregar resultados</a:t>
            </a:r>
          </a:p>
          <a:p>
            <a:r>
              <a:rPr lang="pt-BR" dirty="0"/>
              <a:t>Transparência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70022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68304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92577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04589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Há três tipos de poder (Imposto, Eleito, Conquistado)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3079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68C52-B3EA-4E5E-AE77-183340D99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0C14C7-3345-8173-30ED-EDC9E6C9A8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87AE909-012A-31A7-58B4-443C1DE8E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- Em 1968, a comunidade VISA não passava de um conjunto de crenças e de um conceito vago. Em 1970, ela nasceu. Hoje, 29 anos depois, seus produtos são criados por 22 mil instituições financeiras e aceitos em quinze milhões de estabelecimentos comerciais em mais de duzentos países e territórios. </a:t>
            </a:r>
          </a:p>
          <a:p>
            <a:pPr marL="171450" indent="-171450">
              <a:buFontTx/>
              <a:buChar char="-"/>
            </a:pPr>
            <a:r>
              <a:rPr lang="pt-BR" dirty="0"/>
              <a:t>“Cuidado com as Quatro Bestas que inevitavelmente, devoram seu dono: o Ego, a Inveja, a Avareza e a Ambição”</a:t>
            </a:r>
          </a:p>
          <a:p>
            <a:pPr marL="171450" indent="-171450">
              <a:buFontTx/>
              <a:buChar char="-"/>
            </a:pPr>
            <a:r>
              <a:rPr lang="pt-BR" dirty="0"/>
              <a:t>Vítima do sucesso: Concorrência</a:t>
            </a:r>
          </a:p>
          <a:p>
            <a:pPr marL="171450" indent="-171450">
              <a:buFontTx/>
              <a:buChar char="-"/>
            </a:pPr>
            <a:r>
              <a:rPr lang="pt-BR" dirty="0"/>
              <a:t>Vencendo a sabotagem</a:t>
            </a:r>
          </a:p>
          <a:p>
            <a:pPr marL="171450" indent="-171450">
              <a:buFontTx/>
              <a:buChar char="-"/>
            </a:pPr>
            <a:r>
              <a:rPr lang="pt-BR" dirty="0"/>
              <a:t>Lembrança: “a vontade de conseguir sucesso e a graça da conciliação”</a:t>
            </a:r>
          </a:p>
          <a:p>
            <a:pPr marL="171450" indent="-171450">
              <a:buFontTx/>
              <a:buChar char="-"/>
            </a:pP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F7571DF-0C41-4DBA-BB83-6FA318379C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72293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 dirty="0"/>
              <a:t>Formação da NBI</a:t>
            </a:r>
          </a:p>
          <a:p>
            <a:pPr marL="171450" indent="-171450">
              <a:buFontTx/>
              <a:buChar char="-"/>
            </a:pPr>
            <a:r>
              <a:rPr lang="pt-BR" dirty="0"/>
              <a:t>Usuários de cartões e lojistas em membros-proprietários do sistema</a:t>
            </a:r>
          </a:p>
          <a:p>
            <a:pPr marL="171450" indent="-171450">
              <a:buFontTx/>
              <a:buChar char="-"/>
            </a:pPr>
            <a:r>
              <a:rPr lang="pt-BR" dirty="0"/>
              <a:t>A palavra </a:t>
            </a:r>
            <a:r>
              <a:rPr lang="pt-BR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visa</a:t>
            </a:r>
            <a:r>
              <a:rPr lang="pt-BR" dirty="0"/>
              <a:t> (que significa </a:t>
            </a:r>
            <a:r>
              <a:rPr lang="pt-BR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visto</a:t>
            </a:r>
            <a:r>
              <a:rPr lang="pt-BR" dirty="0"/>
              <a:t> em inglês e várias outras línguas)</a:t>
            </a:r>
          </a:p>
          <a:p>
            <a:pPr marL="171450" indent="-171450">
              <a:buFontTx/>
              <a:buChar char="-"/>
            </a:pPr>
            <a:r>
              <a:rPr lang="pt-BR" dirty="0"/>
              <a:t>“Na Era </a:t>
            </a:r>
            <a:r>
              <a:rPr lang="pt-BR" dirty="0" err="1"/>
              <a:t>Caórdica</a:t>
            </a:r>
            <a:r>
              <a:rPr lang="pt-BR" dirty="0"/>
              <a:t>, vai ser muito mais importante ter clareza de propósito e princípios sólidos que permitam o rápido cumprimento de objetivos específicos a curto prazo”</a:t>
            </a:r>
          </a:p>
          <a:p>
            <a:pPr marL="171450" indent="-171450">
              <a:buFontTx/>
              <a:buChar char="-"/>
            </a:pPr>
            <a:r>
              <a:rPr lang="pt-BR" dirty="0"/>
              <a:t>“o sucesso vai depender menos da rotina e mais do raciocínio, menos da autoridade de poucos e mais do julgamento de muitos, menos da compulsão e mais da motivação, menos do controle externo e mais da disciplina interior”</a:t>
            </a:r>
          </a:p>
          <a:p>
            <a:pPr marL="171450" indent="-171450">
              <a:buFontTx/>
              <a:buChar char="-"/>
            </a:pPr>
            <a:r>
              <a:rPr lang="pt-BR" dirty="0"/>
              <a:t>usuários de cartões e lojistas em membros-proprietários do </a:t>
            </a:r>
            <a:r>
              <a:rPr lang="pt-BR" dirty="0" err="1"/>
              <a:t>sistem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57488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8678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Prof. Wellington Martins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78514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0052050" y="0"/>
            <a:ext cx="10052050" cy="11151870"/>
          </a:xfrm>
          <a:custGeom>
            <a:avLst/>
            <a:gdLst/>
            <a:ahLst/>
            <a:cxnLst/>
            <a:rect l="l" t="t" r="r" b="b"/>
            <a:pathLst>
              <a:path w="10052050" h="11151870">
                <a:moveTo>
                  <a:pt x="0" y="11151492"/>
                </a:moveTo>
                <a:lnTo>
                  <a:pt x="10052039" y="11151492"/>
                </a:lnTo>
                <a:lnTo>
                  <a:pt x="1005203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47151" y="9319087"/>
            <a:ext cx="3693160" cy="942975"/>
          </a:xfrm>
          <a:custGeom>
            <a:avLst/>
            <a:gdLst/>
            <a:ahLst/>
            <a:cxnLst/>
            <a:rect l="l" t="t" r="r" b="b"/>
            <a:pathLst>
              <a:path w="3693160" h="942975">
                <a:moveTo>
                  <a:pt x="3692945" y="0"/>
                </a:moveTo>
                <a:lnTo>
                  <a:pt x="0" y="0"/>
                </a:lnTo>
                <a:lnTo>
                  <a:pt x="0" y="942379"/>
                </a:lnTo>
                <a:lnTo>
                  <a:pt x="3692945" y="942379"/>
                </a:lnTo>
                <a:lnTo>
                  <a:pt x="3692945" y="0"/>
                </a:lnTo>
                <a:close/>
              </a:path>
            </a:pathLst>
          </a:custGeom>
          <a:solidFill>
            <a:srgbClr val="E210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47076" y="9439611"/>
            <a:ext cx="3693160" cy="700405"/>
          </a:xfrm>
          <a:custGeom>
            <a:avLst/>
            <a:gdLst/>
            <a:ahLst/>
            <a:cxnLst/>
            <a:rect l="l" t="t" r="r" b="b"/>
            <a:pathLst>
              <a:path w="3693160" h="700404">
                <a:moveTo>
                  <a:pt x="198361" y="660984"/>
                </a:moveTo>
                <a:lnTo>
                  <a:pt x="0" y="660984"/>
                </a:lnTo>
                <a:lnTo>
                  <a:pt x="0" y="685812"/>
                </a:lnTo>
                <a:lnTo>
                  <a:pt x="198361" y="685812"/>
                </a:lnTo>
                <a:lnTo>
                  <a:pt x="198361" y="660984"/>
                </a:lnTo>
                <a:close/>
              </a:path>
              <a:path w="3693160" h="700404">
                <a:moveTo>
                  <a:pt x="198361" y="502246"/>
                </a:moveTo>
                <a:lnTo>
                  <a:pt x="0" y="502246"/>
                </a:lnTo>
                <a:lnTo>
                  <a:pt x="0" y="527050"/>
                </a:lnTo>
                <a:lnTo>
                  <a:pt x="198361" y="527050"/>
                </a:lnTo>
                <a:lnTo>
                  <a:pt x="198361" y="502246"/>
                </a:lnTo>
                <a:close/>
              </a:path>
              <a:path w="3693160" h="700404">
                <a:moveTo>
                  <a:pt x="198361" y="337553"/>
                </a:moveTo>
                <a:lnTo>
                  <a:pt x="0" y="337553"/>
                </a:lnTo>
                <a:lnTo>
                  <a:pt x="0" y="362356"/>
                </a:lnTo>
                <a:lnTo>
                  <a:pt x="198361" y="362356"/>
                </a:lnTo>
                <a:lnTo>
                  <a:pt x="198361" y="337553"/>
                </a:lnTo>
                <a:close/>
              </a:path>
              <a:path w="3693160" h="700404">
                <a:moveTo>
                  <a:pt x="198361" y="175056"/>
                </a:moveTo>
                <a:lnTo>
                  <a:pt x="0" y="175056"/>
                </a:lnTo>
                <a:lnTo>
                  <a:pt x="0" y="199898"/>
                </a:lnTo>
                <a:lnTo>
                  <a:pt x="198361" y="199898"/>
                </a:lnTo>
                <a:lnTo>
                  <a:pt x="198361" y="175056"/>
                </a:lnTo>
                <a:close/>
              </a:path>
              <a:path w="3693160" h="700404">
                <a:moveTo>
                  <a:pt x="198361" y="16802"/>
                </a:moveTo>
                <a:lnTo>
                  <a:pt x="0" y="16802"/>
                </a:lnTo>
                <a:lnTo>
                  <a:pt x="0" y="41592"/>
                </a:lnTo>
                <a:lnTo>
                  <a:pt x="198361" y="41592"/>
                </a:lnTo>
                <a:lnTo>
                  <a:pt x="198361" y="16802"/>
                </a:lnTo>
                <a:close/>
              </a:path>
              <a:path w="3693160" h="700404">
                <a:moveTo>
                  <a:pt x="908532" y="161366"/>
                </a:moveTo>
                <a:lnTo>
                  <a:pt x="905624" y="119291"/>
                </a:lnTo>
                <a:lnTo>
                  <a:pt x="870216" y="56515"/>
                </a:lnTo>
                <a:lnTo>
                  <a:pt x="804735" y="18783"/>
                </a:lnTo>
                <a:lnTo>
                  <a:pt x="764209" y="8001"/>
                </a:lnTo>
                <a:lnTo>
                  <a:pt x="720382" y="1917"/>
                </a:lnTo>
                <a:lnTo>
                  <a:pt x="674649" y="0"/>
                </a:lnTo>
                <a:lnTo>
                  <a:pt x="627659" y="1714"/>
                </a:lnTo>
                <a:lnTo>
                  <a:pt x="580986" y="7264"/>
                </a:lnTo>
                <a:lnTo>
                  <a:pt x="535622" y="17233"/>
                </a:lnTo>
                <a:lnTo>
                  <a:pt x="492493" y="32219"/>
                </a:lnTo>
                <a:lnTo>
                  <a:pt x="452564" y="52793"/>
                </a:lnTo>
                <a:lnTo>
                  <a:pt x="416788" y="79565"/>
                </a:lnTo>
                <a:lnTo>
                  <a:pt x="386118" y="113106"/>
                </a:lnTo>
                <a:lnTo>
                  <a:pt x="361518" y="154025"/>
                </a:lnTo>
                <a:lnTo>
                  <a:pt x="343941" y="202895"/>
                </a:lnTo>
                <a:lnTo>
                  <a:pt x="339204" y="254914"/>
                </a:lnTo>
                <a:lnTo>
                  <a:pt x="348361" y="300837"/>
                </a:lnTo>
                <a:lnTo>
                  <a:pt x="371944" y="338747"/>
                </a:lnTo>
                <a:lnTo>
                  <a:pt x="410476" y="366712"/>
                </a:lnTo>
                <a:lnTo>
                  <a:pt x="460273" y="387235"/>
                </a:lnTo>
                <a:lnTo>
                  <a:pt x="508939" y="402196"/>
                </a:lnTo>
                <a:lnTo>
                  <a:pt x="594944" y="424522"/>
                </a:lnTo>
                <a:lnTo>
                  <a:pt x="628256" y="436435"/>
                </a:lnTo>
                <a:lnTo>
                  <a:pt x="652462" y="451904"/>
                </a:lnTo>
                <a:lnTo>
                  <a:pt x="665543" y="473189"/>
                </a:lnTo>
                <a:lnTo>
                  <a:pt x="665505" y="502577"/>
                </a:lnTo>
                <a:lnTo>
                  <a:pt x="650049" y="531901"/>
                </a:lnTo>
                <a:lnTo>
                  <a:pt x="622071" y="552831"/>
                </a:lnTo>
                <a:lnTo>
                  <a:pt x="587806" y="565391"/>
                </a:lnTo>
                <a:lnTo>
                  <a:pt x="553504" y="569569"/>
                </a:lnTo>
                <a:lnTo>
                  <a:pt x="508876" y="563206"/>
                </a:lnTo>
                <a:lnTo>
                  <a:pt x="477113" y="544449"/>
                </a:lnTo>
                <a:lnTo>
                  <a:pt x="460578" y="513829"/>
                </a:lnTo>
                <a:lnTo>
                  <a:pt x="461683" y="471868"/>
                </a:lnTo>
                <a:lnTo>
                  <a:pt x="275539" y="471868"/>
                </a:lnTo>
                <a:lnTo>
                  <a:pt x="269443" y="527735"/>
                </a:lnTo>
                <a:lnTo>
                  <a:pt x="274370" y="574230"/>
                </a:lnTo>
                <a:lnTo>
                  <a:pt x="289229" y="612101"/>
                </a:lnTo>
                <a:lnTo>
                  <a:pt x="312877" y="642086"/>
                </a:lnTo>
                <a:lnTo>
                  <a:pt x="344220" y="664946"/>
                </a:lnTo>
                <a:lnTo>
                  <a:pt x="382117" y="681431"/>
                </a:lnTo>
                <a:lnTo>
                  <a:pt x="425475" y="692277"/>
                </a:lnTo>
                <a:lnTo>
                  <a:pt x="473151" y="698233"/>
                </a:lnTo>
                <a:lnTo>
                  <a:pt x="524052" y="700049"/>
                </a:lnTo>
                <a:lnTo>
                  <a:pt x="575627" y="697547"/>
                </a:lnTo>
                <a:lnTo>
                  <a:pt x="626084" y="690016"/>
                </a:lnTo>
                <a:lnTo>
                  <a:pt x="674420" y="677392"/>
                </a:lnTo>
                <a:lnTo>
                  <a:pt x="719620" y="659612"/>
                </a:lnTo>
                <a:lnTo>
                  <a:pt x="760679" y="636625"/>
                </a:lnTo>
                <a:lnTo>
                  <a:pt x="796582" y="608368"/>
                </a:lnTo>
                <a:lnTo>
                  <a:pt x="826350" y="574789"/>
                </a:lnTo>
                <a:lnTo>
                  <a:pt x="829373" y="569569"/>
                </a:lnTo>
                <a:lnTo>
                  <a:pt x="848956" y="535825"/>
                </a:lnTo>
                <a:lnTo>
                  <a:pt x="863409" y="491413"/>
                </a:lnTo>
                <a:lnTo>
                  <a:pt x="869188" y="436968"/>
                </a:lnTo>
                <a:lnTo>
                  <a:pt x="862253" y="393585"/>
                </a:lnTo>
                <a:lnTo>
                  <a:pt x="844715" y="359727"/>
                </a:lnTo>
                <a:lnTo>
                  <a:pt x="786193" y="314401"/>
                </a:lnTo>
                <a:lnTo>
                  <a:pt x="749401" y="299821"/>
                </a:lnTo>
                <a:lnTo>
                  <a:pt x="710374" y="288569"/>
                </a:lnTo>
                <a:lnTo>
                  <a:pt x="634009" y="269887"/>
                </a:lnTo>
                <a:lnTo>
                  <a:pt x="598487" y="259118"/>
                </a:lnTo>
                <a:lnTo>
                  <a:pt x="566508" y="244424"/>
                </a:lnTo>
                <a:lnTo>
                  <a:pt x="545211" y="222923"/>
                </a:lnTo>
                <a:lnTo>
                  <a:pt x="541718" y="191719"/>
                </a:lnTo>
                <a:lnTo>
                  <a:pt x="553250" y="167982"/>
                </a:lnTo>
                <a:lnTo>
                  <a:pt x="574865" y="148437"/>
                </a:lnTo>
                <a:lnTo>
                  <a:pt x="603186" y="135178"/>
                </a:lnTo>
                <a:lnTo>
                  <a:pt x="634784" y="130302"/>
                </a:lnTo>
                <a:lnTo>
                  <a:pt x="656831" y="131686"/>
                </a:lnTo>
                <a:lnTo>
                  <a:pt x="701929" y="151726"/>
                </a:lnTo>
                <a:lnTo>
                  <a:pt x="716407" y="192938"/>
                </a:lnTo>
                <a:lnTo>
                  <a:pt x="713600" y="211264"/>
                </a:lnTo>
                <a:lnTo>
                  <a:pt x="899718" y="211264"/>
                </a:lnTo>
                <a:lnTo>
                  <a:pt x="908532" y="161366"/>
                </a:lnTo>
                <a:close/>
              </a:path>
              <a:path w="3693160" h="700404">
                <a:moveTo>
                  <a:pt x="1580984" y="13944"/>
                </a:moveTo>
                <a:lnTo>
                  <a:pt x="1069111" y="13944"/>
                </a:lnTo>
                <a:lnTo>
                  <a:pt x="926261" y="685939"/>
                </a:lnTo>
                <a:lnTo>
                  <a:pt x="1438148" y="685939"/>
                </a:lnTo>
                <a:lnTo>
                  <a:pt x="1465910" y="555612"/>
                </a:lnTo>
                <a:lnTo>
                  <a:pt x="1140142" y="555612"/>
                </a:lnTo>
                <a:lnTo>
                  <a:pt x="1170393" y="413207"/>
                </a:lnTo>
                <a:lnTo>
                  <a:pt x="1470088" y="413207"/>
                </a:lnTo>
                <a:lnTo>
                  <a:pt x="1497685" y="282968"/>
                </a:lnTo>
                <a:lnTo>
                  <a:pt x="1198003" y="282968"/>
                </a:lnTo>
                <a:lnTo>
                  <a:pt x="1227467" y="144246"/>
                </a:lnTo>
                <a:lnTo>
                  <a:pt x="1553235" y="144246"/>
                </a:lnTo>
                <a:lnTo>
                  <a:pt x="1580984" y="13944"/>
                </a:lnTo>
                <a:close/>
              </a:path>
              <a:path w="3693160" h="700404">
                <a:moveTo>
                  <a:pt x="2341372" y="13944"/>
                </a:moveTo>
                <a:lnTo>
                  <a:pt x="2173846" y="13944"/>
                </a:lnTo>
                <a:lnTo>
                  <a:pt x="2067737" y="512787"/>
                </a:lnTo>
                <a:lnTo>
                  <a:pt x="2065578" y="514692"/>
                </a:lnTo>
                <a:lnTo>
                  <a:pt x="1984082" y="171284"/>
                </a:lnTo>
                <a:lnTo>
                  <a:pt x="1946744" y="13944"/>
                </a:lnTo>
                <a:lnTo>
                  <a:pt x="1686153" y="13944"/>
                </a:lnTo>
                <a:lnTo>
                  <a:pt x="1543291" y="685939"/>
                </a:lnTo>
                <a:lnTo>
                  <a:pt x="1710829" y="685939"/>
                </a:lnTo>
                <a:lnTo>
                  <a:pt x="1820202" y="171284"/>
                </a:lnTo>
                <a:lnTo>
                  <a:pt x="1822056" y="171284"/>
                </a:lnTo>
                <a:lnTo>
                  <a:pt x="1940699" y="685939"/>
                </a:lnTo>
                <a:lnTo>
                  <a:pt x="2198522" y="685939"/>
                </a:lnTo>
                <a:lnTo>
                  <a:pt x="2234920" y="514692"/>
                </a:lnTo>
                <a:lnTo>
                  <a:pt x="2341372" y="13944"/>
                </a:lnTo>
                <a:close/>
              </a:path>
              <a:path w="3693160" h="700404">
                <a:moveTo>
                  <a:pt x="3024975" y="685939"/>
                </a:moveTo>
                <a:lnTo>
                  <a:pt x="3001073" y="554697"/>
                </a:lnTo>
                <a:lnTo>
                  <a:pt x="2977350" y="424408"/>
                </a:lnTo>
                <a:lnTo>
                  <a:pt x="2926486" y="145161"/>
                </a:lnTo>
                <a:lnTo>
                  <a:pt x="2902585" y="13944"/>
                </a:lnTo>
                <a:lnTo>
                  <a:pt x="2779890" y="13944"/>
                </a:lnTo>
                <a:lnTo>
                  <a:pt x="2779890" y="424408"/>
                </a:lnTo>
                <a:lnTo>
                  <a:pt x="2600274" y="424408"/>
                </a:lnTo>
                <a:lnTo>
                  <a:pt x="2750870" y="145161"/>
                </a:lnTo>
                <a:lnTo>
                  <a:pt x="2753652" y="145161"/>
                </a:lnTo>
                <a:lnTo>
                  <a:pt x="2779890" y="424408"/>
                </a:lnTo>
                <a:lnTo>
                  <a:pt x="2779890" y="13944"/>
                </a:lnTo>
                <a:lnTo>
                  <a:pt x="2675496" y="13944"/>
                </a:lnTo>
                <a:lnTo>
                  <a:pt x="2267356" y="685939"/>
                </a:lnTo>
                <a:lnTo>
                  <a:pt x="2453525" y="685939"/>
                </a:lnTo>
                <a:lnTo>
                  <a:pt x="2525179" y="554697"/>
                </a:lnTo>
                <a:lnTo>
                  <a:pt x="2797886" y="554697"/>
                </a:lnTo>
                <a:lnTo>
                  <a:pt x="2814637" y="685939"/>
                </a:lnTo>
                <a:lnTo>
                  <a:pt x="3024975" y="685939"/>
                </a:lnTo>
                <a:close/>
              </a:path>
              <a:path w="3693160" h="700404">
                <a:moveTo>
                  <a:pt x="3424682" y="13944"/>
                </a:moveTo>
                <a:lnTo>
                  <a:pt x="3238550" y="13944"/>
                </a:lnTo>
                <a:lnTo>
                  <a:pt x="3095675" y="685939"/>
                </a:lnTo>
                <a:lnTo>
                  <a:pt x="3281845" y="685939"/>
                </a:lnTo>
                <a:lnTo>
                  <a:pt x="3424682" y="13944"/>
                </a:lnTo>
                <a:close/>
              </a:path>
              <a:path w="3693160" h="700404">
                <a:moveTo>
                  <a:pt x="3692931" y="660984"/>
                </a:moveTo>
                <a:lnTo>
                  <a:pt x="3494582" y="660984"/>
                </a:lnTo>
                <a:lnTo>
                  <a:pt x="3494582" y="685812"/>
                </a:lnTo>
                <a:lnTo>
                  <a:pt x="3692931" y="685812"/>
                </a:lnTo>
                <a:lnTo>
                  <a:pt x="3692931" y="660984"/>
                </a:lnTo>
                <a:close/>
              </a:path>
              <a:path w="3693160" h="700404">
                <a:moveTo>
                  <a:pt x="3692931" y="502246"/>
                </a:moveTo>
                <a:lnTo>
                  <a:pt x="3494582" y="502246"/>
                </a:lnTo>
                <a:lnTo>
                  <a:pt x="3494582" y="527050"/>
                </a:lnTo>
                <a:lnTo>
                  <a:pt x="3692931" y="527050"/>
                </a:lnTo>
                <a:lnTo>
                  <a:pt x="3692931" y="502246"/>
                </a:lnTo>
                <a:close/>
              </a:path>
              <a:path w="3693160" h="700404">
                <a:moveTo>
                  <a:pt x="3692931" y="337553"/>
                </a:moveTo>
                <a:lnTo>
                  <a:pt x="3494582" y="337553"/>
                </a:lnTo>
                <a:lnTo>
                  <a:pt x="3494582" y="362356"/>
                </a:lnTo>
                <a:lnTo>
                  <a:pt x="3692931" y="362356"/>
                </a:lnTo>
                <a:lnTo>
                  <a:pt x="3692931" y="337553"/>
                </a:lnTo>
                <a:close/>
              </a:path>
              <a:path w="3693160" h="700404">
                <a:moveTo>
                  <a:pt x="3692931" y="175056"/>
                </a:moveTo>
                <a:lnTo>
                  <a:pt x="3494582" y="175056"/>
                </a:lnTo>
                <a:lnTo>
                  <a:pt x="3494582" y="199898"/>
                </a:lnTo>
                <a:lnTo>
                  <a:pt x="3692931" y="199898"/>
                </a:lnTo>
                <a:lnTo>
                  <a:pt x="3692931" y="175056"/>
                </a:lnTo>
                <a:close/>
              </a:path>
              <a:path w="3693160" h="700404">
                <a:moveTo>
                  <a:pt x="3692931" y="16802"/>
                </a:moveTo>
                <a:lnTo>
                  <a:pt x="3494582" y="16802"/>
                </a:lnTo>
                <a:lnTo>
                  <a:pt x="3494582" y="41592"/>
                </a:lnTo>
                <a:lnTo>
                  <a:pt x="3692931" y="41592"/>
                </a:lnTo>
                <a:lnTo>
                  <a:pt x="3692931" y="16802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1057130"/>
            <a:ext cx="3245974" cy="2722419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4303094"/>
            <a:ext cx="3245974" cy="2722430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7549068"/>
            <a:ext cx="3245974" cy="272243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45691" y="1020182"/>
            <a:ext cx="15812717" cy="3010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56861" y="2375171"/>
            <a:ext cx="10305415" cy="5227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sp.senai.br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sp.senai.br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20104100" cy="11308972"/>
            <a:chOff x="0" y="0"/>
            <a:chExt cx="20104100" cy="11308972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6806190" y="4825978"/>
              <a:ext cx="6492240" cy="1656714"/>
            </a:xfrm>
            <a:custGeom>
              <a:avLst/>
              <a:gdLst/>
              <a:ahLst/>
              <a:cxnLst/>
              <a:rect l="l" t="t" r="r" b="b"/>
              <a:pathLst>
                <a:path w="6492240" h="1656714">
                  <a:moveTo>
                    <a:pt x="6491833" y="0"/>
                  </a:moveTo>
                  <a:lnTo>
                    <a:pt x="0" y="0"/>
                  </a:lnTo>
                  <a:lnTo>
                    <a:pt x="0" y="1656609"/>
                  </a:lnTo>
                  <a:lnTo>
                    <a:pt x="6491833" y="1656609"/>
                  </a:lnTo>
                  <a:lnTo>
                    <a:pt x="6491833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6806069" y="5037842"/>
              <a:ext cx="6492240" cy="1230630"/>
            </a:xfrm>
            <a:custGeom>
              <a:avLst/>
              <a:gdLst/>
              <a:ahLst/>
              <a:cxnLst/>
              <a:rect l="l" t="t" r="r" b="b"/>
              <a:pathLst>
                <a:path w="6492240" h="1230629">
                  <a:moveTo>
                    <a:pt x="348691" y="1161948"/>
                  </a:moveTo>
                  <a:lnTo>
                    <a:pt x="0" y="1161948"/>
                  </a:lnTo>
                  <a:lnTo>
                    <a:pt x="0" y="1205585"/>
                  </a:lnTo>
                  <a:lnTo>
                    <a:pt x="348691" y="1205585"/>
                  </a:lnTo>
                  <a:lnTo>
                    <a:pt x="348691" y="1161948"/>
                  </a:lnTo>
                  <a:close/>
                </a:path>
                <a:path w="6492240" h="1230629">
                  <a:moveTo>
                    <a:pt x="348691" y="882891"/>
                  </a:moveTo>
                  <a:lnTo>
                    <a:pt x="0" y="882891"/>
                  </a:lnTo>
                  <a:lnTo>
                    <a:pt x="0" y="926490"/>
                  </a:lnTo>
                  <a:lnTo>
                    <a:pt x="348691" y="926490"/>
                  </a:lnTo>
                  <a:lnTo>
                    <a:pt x="348691" y="882891"/>
                  </a:lnTo>
                  <a:close/>
                </a:path>
                <a:path w="6492240" h="1230629">
                  <a:moveTo>
                    <a:pt x="348691" y="593369"/>
                  </a:moveTo>
                  <a:lnTo>
                    <a:pt x="0" y="593369"/>
                  </a:lnTo>
                  <a:lnTo>
                    <a:pt x="0" y="636981"/>
                  </a:lnTo>
                  <a:lnTo>
                    <a:pt x="348691" y="636981"/>
                  </a:lnTo>
                  <a:lnTo>
                    <a:pt x="348691" y="593369"/>
                  </a:lnTo>
                  <a:close/>
                </a:path>
                <a:path w="6492240" h="1230629">
                  <a:moveTo>
                    <a:pt x="348691" y="307733"/>
                  </a:moveTo>
                  <a:lnTo>
                    <a:pt x="0" y="307733"/>
                  </a:lnTo>
                  <a:lnTo>
                    <a:pt x="0" y="351409"/>
                  </a:lnTo>
                  <a:lnTo>
                    <a:pt x="348691" y="351409"/>
                  </a:lnTo>
                  <a:lnTo>
                    <a:pt x="348691" y="307733"/>
                  </a:lnTo>
                  <a:close/>
                </a:path>
                <a:path w="6492240" h="1230629">
                  <a:moveTo>
                    <a:pt x="348691" y="29514"/>
                  </a:moveTo>
                  <a:lnTo>
                    <a:pt x="0" y="29514"/>
                  </a:lnTo>
                  <a:lnTo>
                    <a:pt x="0" y="73126"/>
                  </a:lnTo>
                  <a:lnTo>
                    <a:pt x="348691" y="73126"/>
                  </a:lnTo>
                  <a:lnTo>
                    <a:pt x="348691" y="29514"/>
                  </a:lnTo>
                  <a:close/>
                </a:path>
                <a:path w="6492240" h="1230629">
                  <a:moveTo>
                    <a:pt x="1597647" y="267804"/>
                  </a:moveTo>
                  <a:lnTo>
                    <a:pt x="1594929" y="229044"/>
                  </a:lnTo>
                  <a:lnTo>
                    <a:pt x="1584706" y="183756"/>
                  </a:lnTo>
                  <a:lnTo>
                    <a:pt x="1568704" y="148564"/>
                  </a:lnTo>
                  <a:lnTo>
                    <a:pt x="1520291" y="90868"/>
                  </a:lnTo>
                  <a:lnTo>
                    <a:pt x="1488935" y="67945"/>
                  </a:lnTo>
                  <a:lnTo>
                    <a:pt x="1453540" y="48729"/>
                  </a:lnTo>
                  <a:lnTo>
                    <a:pt x="1414627" y="33020"/>
                  </a:lnTo>
                  <a:lnTo>
                    <a:pt x="1372730" y="20599"/>
                  </a:lnTo>
                  <a:lnTo>
                    <a:pt x="1328381" y="11290"/>
                  </a:lnTo>
                  <a:lnTo>
                    <a:pt x="1282115" y="4889"/>
                  </a:lnTo>
                  <a:lnTo>
                    <a:pt x="1234465" y="1193"/>
                  </a:lnTo>
                  <a:lnTo>
                    <a:pt x="1185964" y="0"/>
                  </a:lnTo>
                  <a:lnTo>
                    <a:pt x="1139520" y="927"/>
                  </a:lnTo>
                  <a:lnTo>
                    <a:pt x="1093025" y="3848"/>
                  </a:lnTo>
                  <a:lnTo>
                    <a:pt x="1046784" y="8940"/>
                  </a:lnTo>
                  <a:lnTo>
                    <a:pt x="1001102" y="16383"/>
                  </a:lnTo>
                  <a:lnTo>
                    <a:pt x="956259" y="26377"/>
                  </a:lnTo>
                  <a:lnTo>
                    <a:pt x="912571" y="39090"/>
                  </a:lnTo>
                  <a:lnTo>
                    <a:pt x="870331" y="54711"/>
                  </a:lnTo>
                  <a:lnTo>
                    <a:pt x="829830" y="73418"/>
                  </a:lnTo>
                  <a:lnTo>
                    <a:pt x="791387" y="95415"/>
                  </a:lnTo>
                  <a:lnTo>
                    <a:pt x="755281" y="120878"/>
                  </a:lnTo>
                  <a:lnTo>
                    <a:pt x="721817" y="149974"/>
                  </a:lnTo>
                  <a:lnTo>
                    <a:pt x="691299" y="182918"/>
                  </a:lnTo>
                  <a:lnTo>
                    <a:pt x="664019" y="219862"/>
                  </a:lnTo>
                  <a:lnTo>
                    <a:pt x="640270" y="261010"/>
                  </a:lnTo>
                  <a:lnTo>
                    <a:pt x="620369" y="306552"/>
                  </a:lnTo>
                  <a:lnTo>
                    <a:pt x="604596" y="356666"/>
                  </a:lnTo>
                  <a:lnTo>
                    <a:pt x="596900" y="410032"/>
                  </a:lnTo>
                  <a:lnTo>
                    <a:pt x="597052" y="460375"/>
                  </a:lnTo>
                  <a:lnTo>
                    <a:pt x="605218" y="507060"/>
                  </a:lnTo>
                  <a:lnTo>
                    <a:pt x="621588" y="549465"/>
                  </a:lnTo>
                  <a:lnTo>
                    <a:pt x="646328" y="586930"/>
                  </a:lnTo>
                  <a:lnTo>
                    <a:pt x="679602" y="618871"/>
                  </a:lnTo>
                  <a:lnTo>
                    <a:pt x="721588" y="644626"/>
                  </a:lnTo>
                  <a:lnTo>
                    <a:pt x="775487" y="668210"/>
                  </a:lnTo>
                  <a:lnTo>
                    <a:pt x="829157" y="687501"/>
                  </a:lnTo>
                  <a:lnTo>
                    <a:pt x="881773" y="703440"/>
                  </a:lnTo>
                  <a:lnTo>
                    <a:pt x="932522" y="716953"/>
                  </a:lnTo>
                  <a:lnTo>
                    <a:pt x="1025131" y="740435"/>
                  </a:lnTo>
                  <a:lnTo>
                    <a:pt x="1065352" y="752271"/>
                  </a:lnTo>
                  <a:lnTo>
                    <a:pt x="1129538" y="780821"/>
                  </a:lnTo>
                  <a:lnTo>
                    <a:pt x="1166558" y="822058"/>
                  </a:lnTo>
                  <a:lnTo>
                    <a:pt x="1172845" y="849782"/>
                  </a:lnTo>
                  <a:lnTo>
                    <a:pt x="1169873" y="883488"/>
                  </a:lnTo>
                  <a:lnTo>
                    <a:pt x="1150251" y="925880"/>
                  </a:lnTo>
                  <a:lnTo>
                    <a:pt x="1115136" y="958862"/>
                  </a:lnTo>
                  <a:lnTo>
                    <a:pt x="1070140" y="982408"/>
                  </a:lnTo>
                  <a:lnTo>
                    <a:pt x="1020876" y="996530"/>
                  </a:lnTo>
                  <a:lnTo>
                    <a:pt x="972985" y="1001242"/>
                  </a:lnTo>
                  <a:lnTo>
                    <a:pt x="918387" y="996238"/>
                  </a:lnTo>
                  <a:lnTo>
                    <a:pt x="873213" y="981430"/>
                  </a:lnTo>
                  <a:lnTo>
                    <a:pt x="838695" y="957072"/>
                  </a:lnTo>
                  <a:lnTo>
                    <a:pt x="816089" y="923455"/>
                  </a:lnTo>
                  <a:lnTo>
                    <a:pt x="806640" y="880833"/>
                  </a:lnTo>
                  <a:lnTo>
                    <a:pt x="811580" y="829500"/>
                  </a:lnTo>
                  <a:lnTo>
                    <a:pt x="484365" y="829500"/>
                  </a:lnTo>
                  <a:lnTo>
                    <a:pt x="476148" y="883615"/>
                  </a:lnTo>
                  <a:lnTo>
                    <a:pt x="473621" y="932954"/>
                  </a:lnTo>
                  <a:lnTo>
                    <a:pt x="476516" y="977696"/>
                  </a:lnTo>
                  <a:lnTo>
                    <a:pt x="484517" y="1018032"/>
                  </a:lnTo>
                  <a:lnTo>
                    <a:pt x="497332" y="1054163"/>
                  </a:lnTo>
                  <a:lnTo>
                    <a:pt x="536282" y="1114577"/>
                  </a:lnTo>
                  <a:lnTo>
                    <a:pt x="591019" y="1160513"/>
                  </a:lnTo>
                  <a:lnTo>
                    <a:pt x="659218" y="1193520"/>
                  </a:lnTo>
                  <a:lnTo>
                    <a:pt x="697623" y="1205674"/>
                  </a:lnTo>
                  <a:lnTo>
                    <a:pt x="738530" y="1215174"/>
                  </a:lnTo>
                  <a:lnTo>
                    <a:pt x="781634" y="1222222"/>
                  </a:lnTo>
                  <a:lnTo>
                    <a:pt x="826643" y="1227010"/>
                  </a:lnTo>
                  <a:lnTo>
                    <a:pt x="873277" y="1229741"/>
                  </a:lnTo>
                  <a:lnTo>
                    <a:pt x="921219" y="1230617"/>
                  </a:lnTo>
                  <a:lnTo>
                    <a:pt x="972362" y="1229220"/>
                  </a:lnTo>
                  <a:lnTo>
                    <a:pt x="1023124" y="1225054"/>
                  </a:lnTo>
                  <a:lnTo>
                    <a:pt x="1073188" y="1218069"/>
                  </a:lnTo>
                  <a:lnTo>
                    <a:pt x="1122248" y="1208278"/>
                  </a:lnTo>
                  <a:lnTo>
                    <a:pt x="1169987" y="1195628"/>
                  </a:lnTo>
                  <a:lnTo>
                    <a:pt x="1216088" y="1180134"/>
                  </a:lnTo>
                  <a:lnTo>
                    <a:pt x="1260233" y="1161757"/>
                  </a:lnTo>
                  <a:lnTo>
                    <a:pt x="1302118" y="1140472"/>
                  </a:lnTo>
                  <a:lnTo>
                    <a:pt x="1341412" y="1116291"/>
                  </a:lnTo>
                  <a:lnTo>
                    <a:pt x="1377810" y="1089164"/>
                  </a:lnTo>
                  <a:lnTo>
                    <a:pt x="1411008" y="1059091"/>
                  </a:lnTo>
                  <a:lnTo>
                    <a:pt x="1440675" y="1026045"/>
                  </a:lnTo>
                  <a:lnTo>
                    <a:pt x="1458455" y="1001242"/>
                  </a:lnTo>
                  <a:lnTo>
                    <a:pt x="1466494" y="990028"/>
                  </a:lnTo>
                  <a:lnTo>
                    <a:pt x="1488173" y="950988"/>
                  </a:lnTo>
                  <a:lnTo>
                    <a:pt x="1505369" y="908926"/>
                  </a:lnTo>
                  <a:lnTo>
                    <a:pt x="1517789" y="863828"/>
                  </a:lnTo>
                  <a:lnTo>
                    <a:pt x="1526463" y="807440"/>
                  </a:lnTo>
                  <a:lnTo>
                    <a:pt x="1527556" y="757580"/>
                  </a:lnTo>
                  <a:lnTo>
                    <a:pt x="1521739" y="713778"/>
                  </a:lnTo>
                  <a:lnTo>
                    <a:pt x="1509649" y="675538"/>
                  </a:lnTo>
                  <a:lnTo>
                    <a:pt x="1469301" y="613803"/>
                  </a:lnTo>
                  <a:lnTo>
                    <a:pt x="1411757" y="568528"/>
                  </a:lnTo>
                  <a:lnTo>
                    <a:pt x="1342263" y="535825"/>
                  </a:lnTo>
                  <a:lnTo>
                    <a:pt x="1304671" y="522973"/>
                  </a:lnTo>
                  <a:lnTo>
                    <a:pt x="1266063" y="511822"/>
                  </a:lnTo>
                  <a:lnTo>
                    <a:pt x="1227086" y="501878"/>
                  </a:lnTo>
                  <a:lnTo>
                    <a:pt x="1150658" y="483654"/>
                  </a:lnTo>
                  <a:lnTo>
                    <a:pt x="1114513" y="474421"/>
                  </a:lnTo>
                  <a:lnTo>
                    <a:pt x="1064463" y="459676"/>
                  </a:lnTo>
                  <a:lnTo>
                    <a:pt x="1016800" y="441147"/>
                  </a:lnTo>
                  <a:lnTo>
                    <a:pt x="977925" y="416255"/>
                  </a:lnTo>
                  <a:lnTo>
                    <a:pt x="954265" y="382409"/>
                  </a:lnTo>
                  <a:lnTo>
                    <a:pt x="952258" y="337007"/>
                  </a:lnTo>
                  <a:lnTo>
                    <a:pt x="972540" y="295287"/>
                  </a:lnTo>
                  <a:lnTo>
                    <a:pt x="1010564" y="260934"/>
                  </a:lnTo>
                  <a:lnTo>
                    <a:pt x="1060335" y="237629"/>
                  </a:lnTo>
                  <a:lnTo>
                    <a:pt x="1115885" y="229044"/>
                  </a:lnTo>
                  <a:lnTo>
                    <a:pt x="1154633" y="231470"/>
                  </a:lnTo>
                  <a:lnTo>
                    <a:pt x="1213764" y="250469"/>
                  </a:lnTo>
                  <a:lnTo>
                    <a:pt x="1248956" y="286981"/>
                  </a:lnTo>
                  <a:lnTo>
                    <a:pt x="1259357" y="339166"/>
                  </a:lnTo>
                  <a:lnTo>
                    <a:pt x="1254417" y="371386"/>
                  </a:lnTo>
                  <a:lnTo>
                    <a:pt x="1581594" y="371386"/>
                  </a:lnTo>
                  <a:lnTo>
                    <a:pt x="1593507" y="317055"/>
                  </a:lnTo>
                  <a:lnTo>
                    <a:pt x="1597647" y="267804"/>
                  </a:lnTo>
                  <a:close/>
                </a:path>
                <a:path w="6492240" h="1230629">
                  <a:moveTo>
                    <a:pt x="2779204" y="24511"/>
                  </a:moveTo>
                  <a:lnTo>
                    <a:pt x="1879384" y="24511"/>
                  </a:lnTo>
                  <a:lnTo>
                    <a:pt x="1628279" y="1205801"/>
                  </a:lnTo>
                  <a:lnTo>
                    <a:pt x="2528112" y="1205801"/>
                  </a:lnTo>
                  <a:lnTo>
                    <a:pt x="2576906" y="976693"/>
                  </a:lnTo>
                  <a:lnTo>
                    <a:pt x="2004250" y="976693"/>
                  </a:lnTo>
                  <a:lnTo>
                    <a:pt x="2057425" y="726376"/>
                  </a:lnTo>
                  <a:lnTo>
                    <a:pt x="2584246" y="726376"/>
                  </a:lnTo>
                  <a:lnTo>
                    <a:pt x="2632786" y="497420"/>
                  </a:lnTo>
                  <a:lnTo>
                    <a:pt x="2105964" y="497420"/>
                  </a:lnTo>
                  <a:lnTo>
                    <a:pt x="2157768" y="253555"/>
                  </a:lnTo>
                  <a:lnTo>
                    <a:pt x="2730411" y="253555"/>
                  </a:lnTo>
                  <a:lnTo>
                    <a:pt x="2779204" y="24511"/>
                  </a:lnTo>
                  <a:close/>
                </a:path>
                <a:path w="6492240" h="1230629">
                  <a:moveTo>
                    <a:pt x="4115854" y="24511"/>
                  </a:moveTo>
                  <a:lnTo>
                    <a:pt x="3821379" y="24511"/>
                  </a:lnTo>
                  <a:lnTo>
                    <a:pt x="3634879" y="901433"/>
                  </a:lnTo>
                  <a:lnTo>
                    <a:pt x="3631057" y="904773"/>
                  </a:lnTo>
                  <a:lnTo>
                    <a:pt x="3487813" y="301078"/>
                  </a:lnTo>
                  <a:lnTo>
                    <a:pt x="3422192" y="24511"/>
                  </a:lnTo>
                  <a:lnTo>
                    <a:pt x="2964078" y="24511"/>
                  </a:lnTo>
                  <a:lnTo>
                    <a:pt x="2712948" y="1205801"/>
                  </a:lnTo>
                  <a:lnTo>
                    <a:pt x="3007461" y="1205801"/>
                  </a:lnTo>
                  <a:lnTo>
                    <a:pt x="3199714" y="301078"/>
                  </a:lnTo>
                  <a:lnTo>
                    <a:pt x="3202978" y="301078"/>
                  </a:lnTo>
                  <a:lnTo>
                    <a:pt x="3411550" y="1205801"/>
                  </a:lnTo>
                  <a:lnTo>
                    <a:pt x="3864762" y="1205801"/>
                  </a:lnTo>
                  <a:lnTo>
                    <a:pt x="3928745" y="904773"/>
                  </a:lnTo>
                  <a:lnTo>
                    <a:pt x="4115854" y="24511"/>
                  </a:lnTo>
                  <a:close/>
                </a:path>
                <a:path w="6492240" h="1230629">
                  <a:moveTo>
                    <a:pt x="5317591" y="1205801"/>
                  </a:moveTo>
                  <a:lnTo>
                    <a:pt x="5275567" y="975106"/>
                  </a:lnTo>
                  <a:lnTo>
                    <a:pt x="5233860" y="746061"/>
                  </a:lnTo>
                  <a:lnTo>
                    <a:pt x="5144465" y="255181"/>
                  </a:lnTo>
                  <a:lnTo>
                    <a:pt x="5102453" y="24511"/>
                  </a:lnTo>
                  <a:lnTo>
                    <a:pt x="4886769" y="24511"/>
                  </a:lnTo>
                  <a:lnTo>
                    <a:pt x="4886769" y="746061"/>
                  </a:lnTo>
                  <a:lnTo>
                    <a:pt x="4571009" y="746061"/>
                  </a:lnTo>
                  <a:lnTo>
                    <a:pt x="4835753" y="255181"/>
                  </a:lnTo>
                  <a:lnTo>
                    <a:pt x="4840643" y="255181"/>
                  </a:lnTo>
                  <a:lnTo>
                    <a:pt x="4886769" y="746061"/>
                  </a:lnTo>
                  <a:lnTo>
                    <a:pt x="4886769" y="24511"/>
                  </a:lnTo>
                  <a:lnTo>
                    <a:pt x="4703229" y="24511"/>
                  </a:lnTo>
                  <a:lnTo>
                    <a:pt x="3985780" y="1205801"/>
                  </a:lnTo>
                  <a:lnTo>
                    <a:pt x="4313047" y="1205801"/>
                  </a:lnTo>
                  <a:lnTo>
                    <a:pt x="4439005" y="975106"/>
                  </a:lnTo>
                  <a:lnTo>
                    <a:pt x="4918392" y="975106"/>
                  </a:lnTo>
                  <a:lnTo>
                    <a:pt x="4947831" y="1205801"/>
                  </a:lnTo>
                  <a:lnTo>
                    <a:pt x="5317591" y="1205801"/>
                  </a:lnTo>
                  <a:close/>
                </a:path>
                <a:path w="6492240" h="1230629">
                  <a:moveTo>
                    <a:pt x="6020232" y="24511"/>
                  </a:moveTo>
                  <a:lnTo>
                    <a:pt x="5693041" y="24511"/>
                  </a:lnTo>
                  <a:lnTo>
                    <a:pt x="5441874" y="1205801"/>
                  </a:lnTo>
                  <a:lnTo>
                    <a:pt x="5769140" y="1205801"/>
                  </a:lnTo>
                  <a:lnTo>
                    <a:pt x="6020232" y="24511"/>
                  </a:lnTo>
                  <a:close/>
                </a:path>
                <a:path w="6492240" h="1230629">
                  <a:moveTo>
                    <a:pt x="6491808" y="1161948"/>
                  </a:moveTo>
                  <a:lnTo>
                    <a:pt x="6143117" y="1161948"/>
                  </a:lnTo>
                  <a:lnTo>
                    <a:pt x="6143117" y="1205585"/>
                  </a:lnTo>
                  <a:lnTo>
                    <a:pt x="6491808" y="1205585"/>
                  </a:lnTo>
                  <a:lnTo>
                    <a:pt x="6491808" y="1161948"/>
                  </a:lnTo>
                  <a:close/>
                </a:path>
                <a:path w="6492240" h="1230629">
                  <a:moveTo>
                    <a:pt x="6491808" y="882891"/>
                  </a:moveTo>
                  <a:lnTo>
                    <a:pt x="6143117" y="882891"/>
                  </a:lnTo>
                  <a:lnTo>
                    <a:pt x="6143117" y="926490"/>
                  </a:lnTo>
                  <a:lnTo>
                    <a:pt x="6491808" y="926490"/>
                  </a:lnTo>
                  <a:lnTo>
                    <a:pt x="6491808" y="882891"/>
                  </a:lnTo>
                  <a:close/>
                </a:path>
                <a:path w="6492240" h="1230629">
                  <a:moveTo>
                    <a:pt x="6491808" y="593369"/>
                  </a:moveTo>
                  <a:lnTo>
                    <a:pt x="6143117" y="593369"/>
                  </a:lnTo>
                  <a:lnTo>
                    <a:pt x="6143117" y="636981"/>
                  </a:lnTo>
                  <a:lnTo>
                    <a:pt x="6491808" y="636981"/>
                  </a:lnTo>
                  <a:lnTo>
                    <a:pt x="6491808" y="593369"/>
                  </a:lnTo>
                  <a:close/>
                </a:path>
                <a:path w="6492240" h="1230629">
                  <a:moveTo>
                    <a:pt x="6491808" y="307733"/>
                  </a:moveTo>
                  <a:lnTo>
                    <a:pt x="6143117" y="307733"/>
                  </a:lnTo>
                  <a:lnTo>
                    <a:pt x="6143117" y="351409"/>
                  </a:lnTo>
                  <a:lnTo>
                    <a:pt x="6491808" y="351409"/>
                  </a:lnTo>
                  <a:lnTo>
                    <a:pt x="6491808" y="307733"/>
                  </a:lnTo>
                  <a:close/>
                </a:path>
                <a:path w="6492240" h="1230629">
                  <a:moveTo>
                    <a:pt x="6491808" y="29514"/>
                  </a:moveTo>
                  <a:lnTo>
                    <a:pt x="6143117" y="29514"/>
                  </a:lnTo>
                  <a:lnTo>
                    <a:pt x="6143117" y="73126"/>
                  </a:lnTo>
                  <a:lnTo>
                    <a:pt x="6491808" y="73126"/>
                  </a:lnTo>
                  <a:lnTo>
                    <a:pt x="6491808" y="295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/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0BCB4BF7-1C02-4670-98EB-A548B299ADD0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3868AD09-AF0B-4F1D-A41F-9DCB2B2C4082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B3F5ED2F-B76A-41C2-8455-631EDC27211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7" name="object 71">
            <a:extLst>
              <a:ext uri="{FF2B5EF4-FFF2-40B4-BE49-F238E27FC236}">
                <a16:creationId xmlns:a16="http://schemas.microsoft.com/office/drawing/2014/main" id="{1A8410D5-09A9-4E9A-8324-AE05DD12526F}"/>
              </a:ext>
            </a:extLst>
          </p:cNvPr>
          <p:cNvSpPr txBox="1">
            <a:spLocks/>
          </p:cNvSpPr>
          <p:nvPr/>
        </p:nvSpPr>
        <p:spPr>
          <a:xfrm>
            <a:off x="1509065" y="984549"/>
            <a:ext cx="10328275" cy="229742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rgbClr val="000000"/>
                </a:solidFill>
                <a:latin typeface="Montserrat ExtraBold"/>
                <a:cs typeface="Montserrat ExtraBold"/>
              </a:rPr>
              <a:t>O NASCIMENTO DA ERA CAÓRDICA</a:t>
            </a:r>
            <a:endParaRPr lang="pt-BR" sz="4950" kern="0" dirty="0">
              <a:solidFill>
                <a:srgbClr val="000000"/>
              </a:solidFill>
              <a:latin typeface="Montserrat ExtraBold"/>
              <a:cs typeface="Montserrat ExtraBold"/>
            </a:endParaRPr>
          </a:p>
          <a:p>
            <a:pPr marL="12700">
              <a:lnSpc>
                <a:spcPct val="100000"/>
              </a:lnSpc>
            </a:pPr>
            <a:r>
              <a:rPr lang="pt-BR" sz="4950" kern="0" spc="-10" dirty="0">
                <a:solidFill>
                  <a:srgbClr val="000000"/>
                </a:solidFill>
                <a:latin typeface="Montserrat"/>
                <a:cs typeface="Montserrat"/>
              </a:rPr>
              <a:t>HOCK, Dee.</a:t>
            </a:r>
            <a:endParaRPr lang="pt-BR" sz="4950" kern="0" dirty="0">
              <a:solidFill>
                <a:srgbClr val="000000"/>
              </a:solidFill>
              <a:latin typeface="Montserrat"/>
              <a:cs typeface="Montserrat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D200404-799A-5AEF-6D40-E3FA090CA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049" y="2200087"/>
            <a:ext cx="6582002" cy="6909176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D4553B08-1C00-C2BE-3680-5569A1EC31F4}"/>
              </a:ext>
            </a:extLst>
          </p:cNvPr>
          <p:cNvSpPr txBox="1"/>
          <p:nvPr/>
        </p:nvSpPr>
        <p:spPr>
          <a:xfrm>
            <a:off x="12309320" y="9458261"/>
            <a:ext cx="543918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400" dirty="0"/>
              <a:t>Me ajudem a entender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39C38-C77C-0370-49CD-E2553CEC2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2881E21-CCBB-1B81-32E3-510F36123B8A}"/>
              </a:ext>
            </a:extLst>
          </p:cNvPr>
          <p:cNvGrpSpPr/>
          <p:nvPr/>
        </p:nvGrpSpPr>
        <p:grpSpPr>
          <a:xfrm>
            <a:off x="0" y="0"/>
            <a:ext cx="20104100" cy="11308972"/>
            <a:chOff x="0" y="0"/>
            <a:chExt cx="20104100" cy="11308972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C8A8D52A-539D-126E-ABF9-7769A9F747E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77C91518-9AD2-4B8D-0712-A9FFE04C161B}"/>
                </a:ext>
              </a:extLst>
            </p:cNvPr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" name="Imagem 7">
            <a:extLst>
              <a:ext uri="{FF2B5EF4-FFF2-40B4-BE49-F238E27FC236}">
                <a16:creationId xmlns:a16="http://schemas.microsoft.com/office/drawing/2014/main" id="{A96CC36F-A39A-452E-11E3-47D128A2E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6450" y="2333408"/>
            <a:ext cx="11430000" cy="6484676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88FAA633-8FFA-50D1-AF70-2E9ECE8F2A6B}"/>
              </a:ext>
            </a:extLst>
          </p:cNvPr>
          <p:cNvSpPr/>
          <p:nvPr/>
        </p:nvSpPr>
        <p:spPr>
          <a:xfrm>
            <a:off x="374650" y="8893221"/>
            <a:ext cx="7239000" cy="186204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11500" b="1" cap="none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Caórdica</a:t>
            </a:r>
            <a:endParaRPr lang="pt-BR" sz="11500" b="1" cap="none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55849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41D9-7375-D759-7322-756F05315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E986646-2E73-D76E-D246-4B81E1DB9B9D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4CFA270-5B55-D392-6F6D-340B3E9A0FE6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04D625C-7747-F736-7DE7-C3B0DB08FE9B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0B71A1E-6D9A-B9DD-E2F3-A6E9045A2034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E305041-8EA9-EE7A-F662-0423E81B5ED6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30D4E00-426C-9492-8C5A-D12E9AFBCAF6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874B3163-2E79-DB46-EED5-1B544E14A840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82E4658-C2C6-9606-BAD4-D6BFFBEBD951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A26EFE5C-BC08-D115-A655-0BB073C0E670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E3F80E5-862A-98BC-D602-4B8BB5E65CED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14CC2B09-07B7-DC08-F57B-B1C330E0D5BB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05BF798D-08DA-991A-5611-8C7D330AEF7A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C4EDFE9-F085-9F7F-7246-A4F856C3BEB1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9D6F936-4422-4E1F-A599-D44FE897BDF1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C044012-B6EA-FDD7-3911-4FEF39839FE1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E9D1CE1F-751B-A704-DDB8-C3ED4C133064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A17396F6-9150-EAC1-BEDB-BC5CC5D32481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33253C5-BCC1-B944-4E1E-A2A8FBCDCA1E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BD7DFDB8-EDF1-F613-9025-E35892B4C8E5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8661FCBD-A8AB-2C76-FB9B-B39FA61568B2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A4F4FBC2-89CA-39DE-B93C-A54D317A2C6F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7CD19F10-9B27-7B2F-CC76-55722A78529F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F28830B0-4BF4-E67D-C4C0-7AD3D44A6105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E0286060-269D-CADB-44D5-96D6DED84F5A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B7A635A4-A388-DECF-03B0-95A33E5A4C6E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3AA09A22-9837-F304-12DF-F9901FDF83E3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B7855BD3-09FF-5828-9E0E-DCC278420A7F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C24AEACC-200B-BFEF-637B-8131DA3694F7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8C9A389B-A3DC-77AB-DF20-EFC4B996CF9D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D2457A5E-2DDD-6DFC-1F6B-2B6ADBA8B409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B457F9D1-25D1-4270-BDFD-E126C83C3AB4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A7E6F2D6-1D9B-5B69-E719-BCC8117640E7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FC671A89-5A26-D036-850D-195AD1063A4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889D8D44-5A6A-F65D-B4E6-99968669B82D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FA9B824E-AE98-16CD-9D11-AEB908EF7D69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856DBE24-2AFE-FFF4-305D-0AB4CCEE4268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2A18F8C4-4E12-51FA-912E-1235DD627CEA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78CA53A3-A5DF-0729-324C-5E37FB7F0E6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F0B964C1-B893-C4DB-2089-0E21CFB8791E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29E08082-5D16-2B75-1B2B-6DF8012961F1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831C83AD-3952-0656-19FD-F137B2C53F20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E60F9A04-3571-8789-70C5-313AB9728D52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A60676A6-E5C1-083B-44BB-EBEC1B5CE58A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FE428651-0B72-11DA-77F9-8B0BAA590F64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4CBAC2ED-0B12-A189-A214-E84219E7D7E7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80529218-79B3-11CA-6583-45759F6F227B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B6659C62-D221-B395-CD30-F158B213AA1C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C29F60AF-22B9-DF82-2C42-2843F2EA309C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94E1E42B-B2BD-A59B-6DD3-3A281F819039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F79DF27E-867C-9ABE-9813-285C9B0B00D8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4C97599A-9433-661B-7703-DC6901667C78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A146A2D3-2E86-7D9B-F367-97E63194715A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8A5837AA-9CB7-E0C6-75E6-FCC1D112B431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261D4443-F5F2-EC2F-735A-0A8893D35AB6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F02607A2-C864-930C-A7BF-F19115852D0D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397ADEC5-E475-DA55-D2DF-4573F27AE40B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3BE1BEC1-2E51-62BE-4D87-6B657CDA6503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86A44B2F-4E82-7B00-3ADC-44F9A03DAEA0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8F9D28B3-96A6-4C81-753D-E252F865DB64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BD56039B-07AC-81AD-B8D0-A791268B3873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39C3641-23CF-1404-CE81-57A971BC1934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BBF49DE5-CE81-B19D-7DA1-281F20AFC148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8AC596D3-F3F4-CEE2-14EB-7F9CE8401DF5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33A91A8-FC1C-08BC-7E12-5F9B3123EA5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87C7C940-CCE6-965E-8B8B-B8C397E9855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936E41CB-CC91-BC20-0D14-E76CFD538655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D8308A86-E608-4488-7A0E-E497D05305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6 ELEMENTOS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F9FC0D67-733A-1D21-FDCA-AA486512E828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2A021E35-D97B-CAFA-981F-98CE26E47464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2CD51BF0-EB64-74B7-56CA-8E0F7C53A7AC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9BB073D0-A26E-97EE-1C90-A40B343D913C}"/>
              </a:ext>
            </a:extLst>
          </p:cNvPr>
          <p:cNvSpPr txBox="1"/>
          <p:nvPr/>
        </p:nvSpPr>
        <p:spPr>
          <a:xfrm>
            <a:off x="1502714" y="2173132"/>
            <a:ext cx="1641827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Propósito (Missão)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Princípios (Visão)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Pessoas (Propósitos de acordo com princípios)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Estrutura (Documento – Regimento comum)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Prática (Decisões e atos das pessoas)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Evolução / Lucro - Sucesso</a:t>
            </a:r>
            <a:endParaRPr lang="pt-BR" sz="54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8368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686277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MISSÃO 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ct val="100000"/>
              </a:lnSpc>
            </a:pPr>
            <a: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  <a:t>SENAI</a:t>
            </a:r>
            <a:r>
              <a:rPr lang="pt-BR" sz="4950" spc="-25" dirty="0">
                <a:solidFill>
                  <a:srgbClr val="FFFFFF"/>
                </a:solidFill>
                <a:latin typeface="Montserrat"/>
                <a:cs typeface="Montserrat"/>
              </a:rPr>
              <a:t> – </a:t>
            </a:r>
            <a: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  <a:t>Promover o desenvolvimento sustentável do país, elevando a competitividade da indústria, por meio da educação profissional e da inovação e tecnologia.</a:t>
            </a: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r>
              <a:rPr lang="pt-BR" sz="4950" b="1" spc="-25" dirty="0" err="1">
                <a:solidFill>
                  <a:srgbClr val="FFFFFF"/>
                </a:solidFill>
                <a:latin typeface="Montserrat"/>
                <a:cs typeface="Montserrat"/>
              </a:rPr>
              <a:t>Caórdico</a:t>
            </a:r>
            <a:r>
              <a:rPr lang="pt-BR" sz="4950" b="1" spc="-25" dirty="0">
                <a:solidFill>
                  <a:srgbClr val="FFFFFF"/>
                </a:solidFill>
                <a:latin typeface="Montserrat"/>
                <a:cs typeface="Montserrat"/>
              </a:rPr>
              <a:t> -------</a:t>
            </a:r>
            <a:endParaRPr sz="4950" dirty="0">
              <a:latin typeface="Montserrat"/>
              <a:cs typeface="Montserrat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28DCA77A-25D6-4AC8-926C-CA966CB46EF3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4D8A9D94-9D25-4BC4-9A69-403DAF9F103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2482F69B-C046-4033-9E32-A86819E2272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67" name="Imagem 66">
            <a:extLst>
              <a:ext uri="{FF2B5EF4-FFF2-40B4-BE49-F238E27FC236}">
                <a16:creationId xmlns:a16="http://schemas.microsoft.com/office/drawing/2014/main" id="{03FF49B5-5623-A985-33CC-431F83BA08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314" y="4944077"/>
            <a:ext cx="10662269" cy="60491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/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2" name="object 32"/>
          <p:cNvGrpSpPr/>
          <p:nvPr/>
        </p:nvGrpSpPr>
        <p:grpSpPr>
          <a:xfrm>
            <a:off x="1047088" y="3560100"/>
            <a:ext cx="19057620" cy="7068184"/>
            <a:chOff x="1047088" y="3560100"/>
            <a:chExt cx="19057620" cy="7068184"/>
          </a:xfrm>
        </p:grpSpPr>
        <p:pic>
          <p:nvPicPr>
            <p:cNvPr id="33" name="object 33"/>
            <p:cNvPicPr/>
            <p:nvPr/>
          </p:nvPicPr>
          <p:blipFill>
            <a:blip r:embed="rId3" cstate="print">
              <a:alphaModFix amt="20000"/>
            </a:blip>
            <a:stretch>
              <a:fillRect/>
            </a:stretch>
          </p:blipFill>
          <p:spPr>
            <a:xfrm>
              <a:off x="1047088" y="3560100"/>
              <a:ext cx="19057011" cy="6020759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1570632" y="9057315"/>
              <a:ext cx="0" cy="1570990"/>
            </a:xfrm>
            <a:custGeom>
              <a:avLst/>
              <a:gdLst/>
              <a:ahLst/>
              <a:cxnLst/>
              <a:rect l="l" t="t" r="r" b="b"/>
              <a:pathLst>
                <a:path h="1570990">
                  <a:moveTo>
                    <a:pt x="0" y="0"/>
                  </a:moveTo>
                  <a:lnTo>
                    <a:pt x="0" y="1570632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  <a:cs typeface="Montserrat ExtraBold"/>
              </a:rPr>
              <a:t>VISÃO</a:t>
            </a:r>
            <a:endParaRPr sz="4950" dirty="0">
              <a:latin typeface="Montserrat ExtraBold"/>
              <a:cs typeface="Montserrat ExtraBold"/>
            </a:endParaRP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D92D05B1-5887-0429-F65B-1E38693A4BE5}"/>
              </a:ext>
            </a:extLst>
          </p:cNvPr>
          <p:cNvSpPr txBox="1"/>
          <p:nvPr/>
        </p:nvSpPr>
        <p:spPr>
          <a:xfrm>
            <a:off x="1319399" y="3951575"/>
            <a:ext cx="11030968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Ser reconhecido pela oferta de formação</a:t>
            </a:r>
            <a:br>
              <a:rPr lang="pt-BR" sz="4800" b="1" dirty="0">
                <a:solidFill>
                  <a:schemeClr val="bg1"/>
                </a:solidFill>
              </a:rPr>
            </a:br>
            <a:r>
              <a:rPr lang="pt-BR" sz="4800" b="1" dirty="0">
                <a:solidFill>
                  <a:schemeClr val="bg1"/>
                </a:solidFill>
              </a:rPr>
              <a:t>profissional de padrão global.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Excelência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Serviços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Processos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Educação para o trabalho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Cidadania</a:t>
            </a:r>
          </a:p>
        </p:txBody>
      </p:sp>
      <p:pic>
        <p:nvPicPr>
          <p:cNvPr id="38" name="Imagem 37">
            <a:extLst>
              <a:ext uri="{FF2B5EF4-FFF2-40B4-BE49-F238E27FC236}">
                <a16:creationId xmlns:a16="http://schemas.microsoft.com/office/drawing/2014/main" id="{626E0122-17F5-84C3-27DF-6AE1CE02F6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0748" y="5519615"/>
            <a:ext cx="8911133" cy="50556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D97E-A5BF-E760-EF00-0453445DC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D4D4BF2-51B2-3B19-3A3A-E2810AA72DA7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F80AAA6-6280-7185-8FC0-CF4D0BE45D35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965ACF5E-FC16-4DFF-15C0-B77362D6F1C5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032FE9B-580A-7EAC-A737-B37641514ABC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8525861-2CC3-D1D2-C641-AFAA2CACE199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E60CAEE-DC8E-BA4F-D3D6-2765D0DBF110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A3D0CB37-5CF1-A463-A3C5-60E77B428525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C0067C2-5451-04C8-6137-09D176BAAE6C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17CA304-C0C0-F802-6776-00E5BA0663EA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01E656F-B73E-D84F-5A7A-58DAA05362D4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8081F8CB-E0BE-BA52-62EE-D1B62DC15A81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B97B407-3B07-E370-B2E1-8B0466F22E87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20111E94-AA67-1667-5AB9-5CB33ED8C3ED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8C02C5D-8319-B573-E4A6-69B63219EB38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0B2C3CC-D045-8333-0C6B-161C91C618F6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D24FB04D-21BD-F9F4-B1F5-79B74E673787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FAA6C17C-3C08-CDD7-7AAC-362FBF0E622B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D9BF81C0-C54B-9897-7942-4B1DF0C5003A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36175E84-42B4-06DF-F96D-4B3B78B0828D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775936D8-4729-44DE-C173-E7528E611A1F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9B6EC061-285D-4B32-2770-809191E51988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68E39C0E-C118-6723-FAD0-0EEA07B7465C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843C43C8-29FD-098D-B19A-D24DAF2F7ECD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85878CB2-C6C4-A75D-DAA0-5EB31A6A9C6E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BFD9B9AD-AE14-D6F8-1A33-6C6606D3331B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C7CEB551-52BF-1B89-0089-8B7987393A60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486CD1F6-8783-9279-61D1-0B91190D9379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3813066A-4B40-81B6-CD93-7EF1403DCF56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0A23D897-9070-B308-EA0B-D9C6D1D46664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508A609A-7003-8322-77EC-76B5687A70E6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3B004B4C-4D11-685D-1E1C-A510E779267A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7D11A7EE-82D5-1AC4-DB46-3B6C55708CE1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D7170EE9-B158-6C54-7BB3-19A6C2C84423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63C3AFB4-444F-E39F-F189-80E32168C005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28DE2441-9E06-C1AA-A1CB-3132D3CA2011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70361DCD-D2E4-8009-39F3-8748172D88C0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EC3FD6D6-3A8C-CCBC-2E12-964DADE60880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E0320524-5886-5AFE-1B80-77BA77916B7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FB60117C-1B04-6046-82CD-E8F1482C8C78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D66A1F81-99BA-772F-2D8C-8017F705D1EF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97D4DE63-CB1E-BAE3-9252-E4CDDA9E9BB7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D89BBC82-709F-7BE7-A9EA-8AB8F624B655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99753D39-89A4-B620-00E0-2EAEB459CEC0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ABC28121-62AB-38BD-F98B-526DA4897DCE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67F9806F-C9BD-FE58-34A6-234CD894D0D3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C7A1DC7-07CC-20A7-6046-1CE98AE9E829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7FD7905B-91A0-8F15-A1FD-24BB86E41DF4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C5837596-9C31-186D-8521-99FD38859212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1D99B66B-A6BC-4CED-E4D5-FD179639A4E3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3DD73B01-8ABE-2703-8E8F-C129D8FFBB70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C9253421-97B0-9755-4E61-EEB7EDC0F731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D7E4AF47-9EE6-C29F-8D89-F0EF056148EE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A084DE68-FB44-AD1A-1D76-F525E6129692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A85AFCE0-87F4-5E25-02B2-F388A7BBDDDC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3C7A205A-B025-C3DD-E01C-9A8B522B6DBD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87CCB133-0E84-3677-1FA7-A957A83AC527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A47DF3D6-0B11-855B-1BE7-EB941CD01257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4CA1F689-B420-2B98-269B-548F70E0E736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82268455-8281-B286-6DA9-5F715C80A5DE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879EA638-5129-33F8-08C7-3F235437B75A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9B883D7A-BBD9-CE66-B02F-DE81FA8965C5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0B3EA3E7-69A9-C3CB-677E-C7E2A366AA8A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6E4E36C0-E737-F3E4-412A-0FBB41FA0C23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EFFF6AA2-028C-1C47-9F76-CBC0140812BF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BD819DAA-FD4C-DD04-2371-16B64932435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E505879B-9D05-1C94-792B-591EB9DCA3C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BEC790FC-84B5-3A93-F113-445EB2B762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6 ELEMENTOS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C751ABBF-7582-6275-B4A5-C4B4B2B41F54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7F2851B3-980E-5650-36D4-EAF8C473136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7D353926-2BCE-819B-C95E-FB0D73FDC974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140A647-946D-23E6-CB20-369FF0189EE2}"/>
              </a:ext>
            </a:extLst>
          </p:cNvPr>
          <p:cNvSpPr txBox="1"/>
          <p:nvPr/>
        </p:nvSpPr>
        <p:spPr>
          <a:xfrm>
            <a:off x="1502714" y="2173132"/>
            <a:ext cx="1641827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50000"/>
                  </a:schemeClr>
                </a:solidFill>
                <a:latin typeface="Montserrat"/>
                <a:cs typeface="Montserrat"/>
              </a:rPr>
              <a:t>Propósito (Missão)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50000"/>
                  </a:schemeClr>
                </a:solidFill>
                <a:latin typeface="Montserrat"/>
              </a:rPr>
              <a:t>Princípios (Visão)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Pessoas (Propósitos de acordo com princípios)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Estrutura (Documento – Regimento comum)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Prática (Decisões e atos das pessoas)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Evolução / Lucro - Sucesso</a:t>
            </a:r>
            <a:endParaRPr lang="pt-BR" sz="5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920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1C612-02F1-D6FE-4435-FEAACB3D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8293E90-E8F9-AA3E-420F-111C339A7AA7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5D970A4-82E4-523E-F76F-1B88213C4E58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34FD51D-7E7B-282C-A8BD-BA9469A0D2C0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14F62FB-C6EB-F84C-3EDD-7410FDEBD363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E28E38C4-BF76-5B73-00BA-10A6D8B7CFA0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068E84D-97C4-0209-FEF3-BBCD3655E1EA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54DA8A5-8BB6-6B99-BD5B-0358E53F07A3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0B268B49-48B0-9D9B-32ED-4719E11EB868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55850B8F-0782-3BCA-E11B-0C1533465C23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4C848B7-5E97-46D5-5C6F-01A7C60182E6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82F506E-EB5E-EB08-7245-59C5BE9598E9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84043F3-7825-CD64-4EA4-3BFEDCDC1F11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555D0BA-32DA-11D8-96C4-4406C90EED52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6125A25-74A7-F237-521C-83D5DF9DF635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ACD4DB64-7922-F637-56D1-F7714213F9A2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BE5C4381-630F-5C58-477C-E80F730FB4B9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738AA6B9-AC74-E8F4-EC9B-C2B80205E38D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D46365C-1C71-ADD5-8EBA-318395B48CDE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7258276D-491B-4DFD-32DA-83EA573F4C3A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E073E3C4-E4AF-C493-4F79-39CEAED90133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7BF36C13-78B0-FC19-A8C1-41A89620B7C7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88401E80-79B9-FCC6-2466-2762DE408498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2DFB8DCE-B047-17A3-D82C-3CC170C45A96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53896ED7-EDEF-AE3A-C697-C7BC1882CCE2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277800F9-A116-CAA0-4D6A-E4089505E759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0C5BBAE-6E23-C248-8163-33B0584A7718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37B9AE58-B64B-D263-6F23-F737DA012284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6BE3CA87-A482-EEB5-4E7A-CD680003FD0C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A4774BD5-BC34-FA2C-9BF1-780D98A8E6CE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29CA7072-921B-D3C4-5FDB-51ACE1FE97CA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3267EC55-F561-511E-DEFD-81395FA54955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47368AB9-4B81-F6DB-3226-1CCCBCAD0903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5214A3E0-0A3B-7008-7EC9-8C570A5AED4F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090546B2-5161-42EE-7831-7B4B0886B86E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2A02B01F-B223-4DA2-4356-78F61C7A9E0B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3007931A-3C95-AF05-E520-710EC51BFF6C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0332D6F2-9082-4818-F430-CABAB43431EB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E2907F76-4308-80BE-E6D4-B848F1E35410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ECA7CAE1-ACC2-8764-9568-8C0784DC9D04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1266E009-A745-DF29-6A99-723C1870A85A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679104DF-F12D-E39E-4F2A-5F890319DCBE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05E39E2B-0BF7-FCB6-0B02-A98BD8CB0F5F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4952E390-5FAC-8F85-712B-6704B631D703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CF41E008-3332-818D-E5C3-264743FF5B80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029410B0-6225-B62C-AB49-FB0EEC39965A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780DD95-4701-CF32-3B29-3F4F91ED0DB8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AADEF271-84FF-40B1-FE18-49D17C6C865E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AB1070A4-00E0-80EB-1DF8-2456EB5F0D0A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D951E5B2-46EC-3E8D-F81D-DA1ACFB85CE3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1546DEF7-2909-CFDD-E7AC-332C7E9945CF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2DA879D6-FC8A-ED72-DAB5-B4724B1B6017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C6FB62BE-8BFD-ED6E-492A-936259D0514C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31DF3020-662C-F147-6F17-CCB11EF432A7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3FFD85AC-6026-ADD7-B0EA-EEE6E637B692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A81720D4-3CD1-B900-0043-5BFBEE1A8692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9CF7C31B-9D6D-F02D-E40F-EC8360E45DBD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0E713D9F-6137-FFE1-F085-4EEE26543D80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21480900-63A4-1C82-200E-DB89956F9246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A81F984F-832E-BEEE-FC36-1DF74F975014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D04D2D77-97B6-FF19-B3C1-952811167BF3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8CA8493-E352-CEA1-3773-C095B72B713A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9B351729-FD50-CB30-B9EC-BDD8E359885B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E11BEF9E-AD71-9509-F44E-558529556714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7E8CCAB-3A40-D295-564C-7F88BF35102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E8F0CC34-8C78-1452-65BC-20777404092A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401B534D-71BF-8CAA-6D68-01D3A1C9683A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2E7731BC-2801-D289-C7F7-D665802620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4B983D6A-CA9D-42A7-387A-5FA8E9313620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1D4D3E2D-125C-A81F-9328-0526CD7B1FBB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350E67DB-7826-5214-AEE5-544B1EB3D616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DAE4FEAB-A157-5EA6-B380-D6C13D1A5442}"/>
              </a:ext>
            </a:extLst>
          </p:cNvPr>
          <p:cNvSpPr txBox="1"/>
          <p:nvPr/>
        </p:nvSpPr>
        <p:spPr>
          <a:xfrm>
            <a:off x="1502714" y="2173132"/>
            <a:ext cx="14754360" cy="67403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Macaco Velho – Mente Racional;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Instituições</a:t>
            </a: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 não adm. questões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Conflito</a:t>
            </a: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 (Pessoas x Instituições)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Desequilíbrio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5400" b="1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“uma transformação da consciência, da cultura,</a:t>
            </a:r>
            <a:br>
              <a:rPr lang="pt-BR" sz="5400" dirty="0">
                <a:solidFill>
                  <a:schemeClr val="bg1"/>
                </a:solidFill>
              </a:rPr>
            </a:br>
            <a:r>
              <a:rPr lang="pt-BR" sz="5400" dirty="0">
                <a:solidFill>
                  <a:schemeClr val="bg1"/>
                </a:solidFill>
              </a:rPr>
              <a:t> da sociedade e das instituições como o mundo </a:t>
            </a:r>
            <a:br>
              <a:rPr lang="pt-BR" sz="5400" dirty="0">
                <a:solidFill>
                  <a:schemeClr val="bg1"/>
                </a:solidFill>
              </a:rPr>
            </a:br>
            <a:r>
              <a:rPr lang="pt-BR" sz="5400" dirty="0">
                <a:solidFill>
                  <a:schemeClr val="bg1"/>
                </a:solidFill>
              </a:rPr>
              <a:t>jamais experimentou”</a:t>
            </a:r>
          </a:p>
        </p:txBody>
      </p:sp>
    </p:spTree>
    <p:extLst>
      <p:ext uri="{BB962C8B-B14F-4D97-AF65-F5344CB8AC3E}">
        <p14:creationId xmlns:p14="http://schemas.microsoft.com/office/powerpoint/2010/main" val="491775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51AAA-6D15-2455-79D0-7B397BD44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44441E9-E8A1-9380-612B-A9F08F638E34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AD0D61E-BF9A-60E4-8C80-41EFD17804B1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1BA6B8A2-9589-8485-A9AD-D98F5CC8BB05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EE4AD9F8-FC51-FE55-6D1B-3B61D7F48EF1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56CA625D-B6A0-9DFD-1614-54B9043FD427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43CDC475-647F-4A70-0ADA-517074F7B4D2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54DEC12-DF11-5FF0-7CE2-771D9A3C5CB3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F22EF0E2-F307-42AA-FFB0-4D54E1F9893C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FFB4C236-868C-81AF-8813-65E48458B9AF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D347784A-C395-7F0C-BBA4-1AFA6F52D549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7A386351-208C-0344-E0CF-F6F89DB6BB54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99774E82-27B1-A4DE-7672-D94F30312F41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84974C9-536C-6EF3-7A20-DEF7A53C054E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4B10559-837E-DA43-9588-7377A4B64144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6E931D3B-1737-4ADA-D971-2485698B8C91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13ED5D09-8FDB-9DC7-4262-25496EFF53C9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C24D6B9-23C1-0119-B0A2-A89521D75459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82BAEB7C-FF4E-FAB3-EBE9-E9668F7458FF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E1F15FCA-32F1-71AC-F225-11578B2A7F81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EE7D7FE-954C-D41B-E0F9-DBCC5D36179B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4D603158-88A5-D511-A25D-6381FDC0F1A2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38D7AE47-85D7-BAFB-F573-A073B812AB37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9FF000FA-3B5A-A918-780E-AC6F3B24EC26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FBC74E0C-11B1-9DDD-0E9B-2792B3D34280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FB60658A-D746-EC26-9030-45DBED02CCC2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D689BC3-5308-2E0A-C544-1E4047C98D1F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402F2A6D-5E1B-3FCA-66FC-33C177ABBFE2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790FFC44-9EF1-10A1-D1CA-D2E75DFBE8D3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251DA24B-859A-70DE-1632-E2176FF3374A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C0A2589F-98AA-2AF3-704B-FFAA5B308578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07019DC2-1A55-844B-D75A-E18B4BB6464C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EF43619D-BEC6-54DA-DC36-097E4B6465A2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E588FB0C-779C-EE8F-F37A-68DEC326416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606F50D5-3FC0-8C4A-B5A5-AB845B1ADB9E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76594FE-C4E3-BCE2-2BE6-5E224713B0FC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12C1CD64-D4FF-1F27-4675-F70E1DD24217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EA6A66C6-44B6-3BB7-534B-3C8E82F006D1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CA2B8F26-A7E8-E224-3892-529B41BA4A34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414D70E6-4091-209B-6758-E822030E7E3D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B2C2AB9B-D322-708D-AA1B-D66BDB436DA8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34FEB2A8-18DB-4742-7035-72166B9A1443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69A876C5-B6CE-395C-BA4C-21AA156772B5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95C42C7C-2B72-D6C4-8C74-51E67AFC2537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233F955C-BA5E-B5B0-617D-ED40A7566146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C1B6D067-5DF0-C679-8503-FCF4237BEC2A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83778F4-4319-7330-123C-5E744ACF5E69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D4D59198-CDC3-D4BC-F931-9648D1FDC749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7898C4A7-BE4E-B638-C2CF-80EC9A77C12B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533052FF-8988-3850-7EC2-C8A712DAFBC6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9E1BD20A-DE2A-23FD-4A80-4E3D0A289441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62125329-EB03-D035-085F-E43E0E2FC846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F1341D13-CC88-A8CB-3E1D-CB5A3986EA2F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DCB35050-59F6-D749-6B3C-EBD093DF2351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1A48E944-EFDC-D6C0-9D30-8E31331DBAEF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765C2CCB-17D5-8F47-F8A9-FF4C15EE2773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8B8486DD-5760-0052-FCFC-37F61A9D2D44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F501A925-FC52-35DE-4641-6C2501A8787C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E5847D66-2224-3AB3-5BEB-6D065EC058B8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97FCF99-1B66-5691-137A-F9A6E2C9CC73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14718AA4-B6D6-F9B2-7F2F-2200AD364A8A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7BCF154D-6BE9-BFA2-109C-792B80D024CF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5CC6D9BA-54D9-DB72-F578-CB29A9078526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D9A08EF4-D93C-35FA-7D55-4CF1EF16EC7B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FDCA5E3F-8985-4977-BFE6-F457FCAE96CB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628D059D-AA23-6DFC-E95F-D916C38B1A1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9865BBA3-ABC6-EAD6-00A1-E0CC67A90367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DE2EB99E-0FD4-1697-6F9C-BC75985971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579A346A-BFD1-99D5-22AB-74559B8B9274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693C0972-5DC3-9BCE-260C-6914AD4332C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51A31658-995A-CF44-251D-0221C62D7938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8DBBDE5-51F9-5743-5C9C-3D2DC4912F9D}"/>
              </a:ext>
            </a:extLst>
          </p:cNvPr>
          <p:cNvSpPr txBox="1"/>
          <p:nvPr/>
        </p:nvSpPr>
        <p:spPr>
          <a:xfrm>
            <a:off x="1502714" y="2173132"/>
            <a:ext cx="13576152" cy="67403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Complexidade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Desequilíbrio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Interesse próprio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Má distribuição de Riqueza, Poder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5400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“Não precisava ser assim, nunca.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Não precisa ser assim agora.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Não pode ser assim para sempre”</a:t>
            </a:r>
          </a:p>
        </p:txBody>
      </p:sp>
    </p:spTree>
    <p:extLst>
      <p:ext uri="{BB962C8B-B14F-4D97-AF65-F5344CB8AC3E}">
        <p14:creationId xmlns:p14="http://schemas.microsoft.com/office/powerpoint/2010/main" val="176021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600DD-E18C-C2B6-AE43-A9AFFC2B7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580162A-A816-1317-3FDE-176D10BD90E4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10C694A-C0F3-184D-3C1D-4B64212A903F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D39E94E-1920-0BB0-1BBC-DDEE8C3ABA63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380136A-E725-148A-1D99-26DCA55631D8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3C75FEF0-A381-33E6-5666-0CDD1FE2C31C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CBF0258-E472-4843-CE36-9E312F649B24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64A40CD4-3634-0B9B-E108-CB3157390704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0CF906C-95A3-C28E-5068-D4CC69FFAE91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879C82B-9720-C33A-251D-62D5BD7BE926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A65E990-C864-4E16-C358-2CE5721DA95F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29F0C89E-7331-1115-6830-61D5C18AFD86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72AF199-70CA-3698-C70F-50DA2F1EC67E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A40E99C-C745-2BEC-2747-1C8190D14DF3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1A10B04-2013-AE46-4F92-9AC4FA5B3CDF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4367814-FC70-C548-058C-2A9A71B1589E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8BFA76E6-D613-A929-C86A-F83E25530C98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BFC4B75C-BD94-7A48-8080-61B4407C597A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56020F5-4D4D-B775-81D2-1EF171F7C1A4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5A137D2C-F5C3-5163-225C-5D3B63A68B84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25F714E-F68A-7CE3-7CF4-3E6B9CF615C6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B392D430-D2C6-8387-A700-A5650F96C0C0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739983D-3BCE-F2FC-C3AA-B1A075FE7470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07F7952-91EE-C2EB-4708-F172B7655C7C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79AD6169-1057-758A-1425-A165DA04F18C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E68BE3AC-7847-F348-B48A-3601CF8DEE39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03D37FC-58D1-4926-223E-63DF77F9D56D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9C76B511-4BDE-28D3-0177-7BC957993BB4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BB1A0D06-7E53-04A8-6EC2-C9E87F15BA9F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7B239A82-1F5E-5F9F-5A7F-61EF4CFD9AF1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5B9DFBC8-66C5-CDC2-56E6-9860C591F9EB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40AD5998-F148-1CFD-533B-60833606B77C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BAE85697-466B-B723-5F2F-961C2A8A1A02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B69120A4-71B7-047F-061E-F414EB0B8A0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F4D6EE5D-984D-9D9E-FC90-E640BD59C097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1A370B9-13DD-CD08-4112-86A87EB1B4C7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6E963E71-6BB9-1BAA-E5AF-B4B6B707AD6F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FA566209-DB04-9ED9-3395-DE9536630B50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337871B8-C9CD-F5D3-7469-A4B494798A3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2BAD82E5-8CE8-E19F-E0F8-AC437CEE058D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1C5FD7D0-C347-2FA2-98FA-ECED409B3F1A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E490EF44-9C7C-0D5D-C87D-F63E983BB648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890A4AD3-31EE-94F0-C44C-7CC3B4D9601A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A5E6D79D-AFEE-E5FA-2273-3DDB614F4192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B4CE115F-D9DC-CB5D-94B4-BF05AA456F09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0E88721D-EDE6-7FDB-1696-8DF3B29FA5B5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71603C95-5A76-E2E8-4E84-453B1EF1256B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3D59F179-747A-9548-BE54-8C8162A877BA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A057BEA5-3635-4B26-EDDB-1C4E50EA09B6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CAF924D9-BD54-D64D-68F5-410669AA6D91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5C540DD2-852C-1C45-D154-A519654F49F8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17FA38BB-ADD9-5CD5-ED04-2B3AA7C5FEC1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5CD05782-D871-D1E5-7A7E-112D3CB5B644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72111CAB-0BE0-CF3F-C262-6ED696C3DC65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14F93BE9-C4C2-AD17-0D81-2B6E5EFF9BF1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BD17D4EF-556A-F269-57E8-A86C51C39479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4B0CE37D-848B-B36A-C459-282469C75285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87FBBEAC-CF83-BA5E-11C3-BAEB7124E705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57FF33A7-FAB6-9650-0E4A-97A7A4F22321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72DC8B5-3A66-BB2D-D263-D92CAD159838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8E1BD6C1-46AA-47AE-0BAF-6D953CA7992B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BAFC725-A9F5-0820-9518-E49D9572A99D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D2BAA9E0-5000-B0E5-BCEC-D01CA069279F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5244BEEB-2609-F938-E290-703F280510E4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105C443A-4320-9C2D-E030-C260DF9F6FC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53A4FB49-DEEF-42A2-D501-06B446949B3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D7DE29BD-7776-B578-3BE0-6847F76598F0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8DAF0666-0155-B3AC-2064-4259CDDB6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4695D593-9032-A6B8-1D3A-FC9AF1351791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47C0C594-7676-B45C-5E75-385647DA81F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1292C635-336A-C252-C6D1-4BB3209C3A64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0FCECD75-E079-A9D0-761A-18BE7A88D143}"/>
              </a:ext>
            </a:extLst>
          </p:cNvPr>
          <p:cNvSpPr txBox="1"/>
          <p:nvPr/>
        </p:nvSpPr>
        <p:spPr>
          <a:xfrm>
            <a:off x="1502714" y="2173132"/>
            <a:ext cx="14478579" cy="89562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4800" spc="-25" dirty="0">
                <a:solidFill>
                  <a:srgbClr val="FFFFFF"/>
                </a:solidFill>
                <a:latin typeface="Montserrat"/>
                <a:cs typeface="Montserrat"/>
              </a:rPr>
              <a:t>Cordeiro e o leão da vida</a:t>
            </a:r>
            <a:endParaRPr lang="pt-BR" sz="4800" b="1" spc="-25" dirty="0">
              <a:solidFill>
                <a:srgbClr val="FFFFFF"/>
              </a:solidFill>
              <a:latin typeface="Montserrat"/>
              <a:cs typeface="Montserrat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4800" spc="-25" dirty="0">
                <a:solidFill>
                  <a:srgbClr val="FFFFFF"/>
                </a:solidFill>
                <a:latin typeface="Montserrat"/>
                <a:cs typeface="Montserrat"/>
              </a:rPr>
              <a:t>Interesse próprio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4800" b="1" spc="-25" dirty="0">
                <a:solidFill>
                  <a:srgbClr val="FFFFFF"/>
                </a:solidFill>
                <a:latin typeface="Montserrat"/>
                <a:cs typeface="Montserrat"/>
              </a:rPr>
              <a:t>I n t e r e s </a:t>
            </a:r>
            <a:r>
              <a:rPr lang="pt-BR" sz="4800" b="1" spc="-25" dirty="0" err="1">
                <a:solidFill>
                  <a:srgbClr val="FFFFFF"/>
                </a:solidFill>
                <a:latin typeface="Montserrat"/>
                <a:cs typeface="Montserrat"/>
              </a:rPr>
              <a:t>s</a:t>
            </a:r>
            <a:r>
              <a:rPr lang="pt-BR" sz="4800" b="1" spc="-25" dirty="0">
                <a:solidFill>
                  <a:srgbClr val="FFFFFF"/>
                </a:solidFill>
                <a:latin typeface="Montserrat"/>
                <a:cs typeface="Montserrat"/>
              </a:rPr>
              <a:t> e   d a   c o m u n i d a d 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4800" spc="-25" dirty="0">
                <a:solidFill>
                  <a:srgbClr val="FFFFFF"/>
                </a:solidFill>
                <a:latin typeface="Montserrat"/>
                <a:cs typeface="Montserrat"/>
              </a:rPr>
              <a:t>Ligados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4800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4800" dirty="0">
                <a:solidFill>
                  <a:schemeClr val="bg1"/>
                </a:solidFill>
              </a:rPr>
              <a:t>“A troca não-monetária de valor é o sistema mais eficaz</a:t>
            </a:r>
          </a:p>
          <a:p>
            <a:pPr lvl="1"/>
            <a:r>
              <a:rPr lang="pt-BR" sz="4800" dirty="0">
                <a:solidFill>
                  <a:schemeClr val="bg1"/>
                </a:solidFill>
              </a:rPr>
              <a:t>e construtivo que já foi inventado”</a:t>
            </a:r>
          </a:p>
          <a:p>
            <a:pPr lvl="1"/>
            <a:endParaRPr lang="pt-BR" sz="4800" dirty="0">
              <a:solidFill>
                <a:schemeClr val="bg1"/>
              </a:solidFill>
            </a:endParaRPr>
          </a:p>
          <a:p>
            <a:pPr marL="1143000" lvl="1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Interesses comuns:</a:t>
            </a:r>
          </a:p>
          <a:p>
            <a:pPr marL="1600200" lvl="2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Crescer profissionalmente</a:t>
            </a:r>
          </a:p>
          <a:p>
            <a:pPr marL="1600200" lvl="2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Formar cidadãos profissionais</a:t>
            </a:r>
          </a:p>
          <a:p>
            <a:pPr marL="1600200" lvl="2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Aumentar competitividade</a:t>
            </a:r>
          </a:p>
        </p:txBody>
      </p:sp>
    </p:spTree>
    <p:extLst>
      <p:ext uri="{BB962C8B-B14F-4D97-AF65-F5344CB8AC3E}">
        <p14:creationId xmlns:p14="http://schemas.microsoft.com/office/powerpoint/2010/main" val="559799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20104100" cy="8167370"/>
          </a:xfrm>
          <a:custGeom>
            <a:avLst/>
            <a:gdLst/>
            <a:ahLst/>
            <a:cxnLst/>
            <a:rect l="l" t="t" r="r" b="b"/>
            <a:pathLst>
              <a:path w="20104100" h="8167370">
                <a:moveTo>
                  <a:pt x="0" y="8167290"/>
                </a:moveTo>
                <a:lnTo>
                  <a:pt x="20104099" y="8167290"/>
                </a:lnTo>
                <a:lnTo>
                  <a:pt x="20104099" y="0"/>
                </a:lnTo>
                <a:lnTo>
                  <a:pt x="0" y="0"/>
                </a:lnTo>
                <a:lnTo>
                  <a:pt x="0" y="816729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/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0" y="2774784"/>
            <a:ext cx="20104100" cy="8534400"/>
            <a:chOff x="0" y="2774784"/>
            <a:chExt cx="20104100" cy="8534400"/>
          </a:xfrm>
        </p:grpSpPr>
        <p:sp>
          <p:nvSpPr>
            <p:cNvPr id="8" name="object 8"/>
            <p:cNvSpPr/>
            <p:nvPr/>
          </p:nvSpPr>
          <p:spPr>
            <a:xfrm>
              <a:off x="0" y="8167290"/>
              <a:ext cx="20104100" cy="2984500"/>
            </a:xfrm>
            <a:custGeom>
              <a:avLst/>
              <a:gdLst/>
              <a:ahLst/>
              <a:cxnLst/>
              <a:rect l="l" t="t" r="r" b="b"/>
              <a:pathLst>
                <a:path w="20104100" h="2984500">
                  <a:moveTo>
                    <a:pt x="0" y="2984202"/>
                  </a:moveTo>
                  <a:lnTo>
                    <a:pt x="20104099" y="2984202"/>
                  </a:lnTo>
                  <a:lnTo>
                    <a:pt x="20104099" y="0"/>
                  </a:lnTo>
                  <a:lnTo>
                    <a:pt x="0" y="0"/>
                  </a:lnTo>
                  <a:lnTo>
                    <a:pt x="0" y="2984202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036313" y="2774784"/>
              <a:ext cx="8806014" cy="8533771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821838" y="3560101"/>
              <a:ext cx="7235190" cy="7591425"/>
            </a:xfrm>
            <a:custGeom>
              <a:avLst/>
              <a:gdLst/>
              <a:ahLst/>
              <a:cxnLst/>
              <a:rect l="l" t="t" r="r" b="b"/>
              <a:pathLst>
                <a:path w="7235190" h="7591425">
                  <a:moveTo>
                    <a:pt x="0" y="7591391"/>
                  </a:moveTo>
                  <a:lnTo>
                    <a:pt x="7235172" y="7591391"/>
                  </a:lnTo>
                  <a:lnTo>
                    <a:pt x="7235172" y="0"/>
                  </a:lnTo>
                  <a:lnTo>
                    <a:pt x="0" y="0"/>
                  </a:lnTo>
                  <a:lnTo>
                    <a:pt x="0" y="759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9266420" y="3560108"/>
              <a:ext cx="575945" cy="1885314"/>
            </a:xfrm>
            <a:custGeom>
              <a:avLst/>
              <a:gdLst/>
              <a:ahLst/>
              <a:cxnLst/>
              <a:rect l="l" t="t" r="r" b="b"/>
              <a:pathLst>
                <a:path w="575944" h="1885314">
                  <a:moveTo>
                    <a:pt x="52362" y="1858581"/>
                  </a:moveTo>
                  <a:lnTo>
                    <a:pt x="50304" y="1848396"/>
                  </a:lnTo>
                  <a:lnTo>
                    <a:pt x="44691" y="1840064"/>
                  </a:lnTo>
                  <a:lnTo>
                    <a:pt x="36372" y="1834464"/>
                  </a:lnTo>
                  <a:lnTo>
                    <a:pt x="26174" y="1832406"/>
                  </a:lnTo>
                  <a:lnTo>
                    <a:pt x="15989" y="1834464"/>
                  </a:lnTo>
                  <a:lnTo>
                    <a:pt x="7670" y="1840064"/>
                  </a:lnTo>
                  <a:lnTo>
                    <a:pt x="2057" y="1848396"/>
                  </a:lnTo>
                  <a:lnTo>
                    <a:pt x="0" y="1858581"/>
                  </a:lnTo>
                  <a:lnTo>
                    <a:pt x="2057" y="1868766"/>
                  </a:lnTo>
                  <a:lnTo>
                    <a:pt x="7670" y="1877098"/>
                  </a:lnTo>
                  <a:lnTo>
                    <a:pt x="15989" y="1882698"/>
                  </a:lnTo>
                  <a:lnTo>
                    <a:pt x="26174" y="1884756"/>
                  </a:lnTo>
                  <a:lnTo>
                    <a:pt x="36372" y="1882698"/>
                  </a:lnTo>
                  <a:lnTo>
                    <a:pt x="44691" y="1877098"/>
                  </a:lnTo>
                  <a:lnTo>
                    <a:pt x="50304" y="1868766"/>
                  </a:lnTo>
                  <a:lnTo>
                    <a:pt x="52362" y="1858581"/>
                  </a:lnTo>
                  <a:close/>
                </a:path>
                <a:path w="575944" h="1885314">
                  <a:moveTo>
                    <a:pt x="52362" y="1596809"/>
                  </a:moveTo>
                  <a:lnTo>
                    <a:pt x="50304" y="1586623"/>
                  </a:lnTo>
                  <a:lnTo>
                    <a:pt x="44691" y="1578292"/>
                  </a:lnTo>
                  <a:lnTo>
                    <a:pt x="36372" y="1572691"/>
                  </a:lnTo>
                  <a:lnTo>
                    <a:pt x="26174" y="1570634"/>
                  </a:lnTo>
                  <a:lnTo>
                    <a:pt x="15989" y="1572691"/>
                  </a:lnTo>
                  <a:lnTo>
                    <a:pt x="7670" y="1578292"/>
                  </a:lnTo>
                  <a:lnTo>
                    <a:pt x="2057" y="1586623"/>
                  </a:lnTo>
                  <a:lnTo>
                    <a:pt x="0" y="1596809"/>
                  </a:lnTo>
                  <a:lnTo>
                    <a:pt x="2057" y="1606994"/>
                  </a:lnTo>
                  <a:lnTo>
                    <a:pt x="7670" y="1615325"/>
                  </a:lnTo>
                  <a:lnTo>
                    <a:pt x="15989" y="1620926"/>
                  </a:lnTo>
                  <a:lnTo>
                    <a:pt x="26174" y="1622983"/>
                  </a:lnTo>
                  <a:lnTo>
                    <a:pt x="36372" y="1620926"/>
                  </a:lnTo>
                  <a:lnTo>
                    <a:pt x="44691" y="1615325"/>
                  </a:lnTo>
                  <a:lnTo>
                    <a:pt x="50304" y="1606994"/>
                  </a:lnTo>
                  <a:lnTo>
                    <a:pt x="52362" y="1596809"/>
                  </a:lnTo>
                  <a:close/>
                </a:path>
                <a:path w="575944" h="1885314">
                  <a:moveTo>
                    <a:pt x="52362" y="1335036"/>
                  </a:moveTo>
                  <a:lnTo>
                    <a:pt x="50304" y="1324851"/>
                  </a:lnTo>
                  <a:lnTo>
                    <a:pt x="44691" y="1316520"/>
                  </a:lnTo>
                  <a:lnTo>
                    <a:pt x="36372" y="1310919"/>
                  </a:lnTo>
                  <a:lnTo>
                    <a:pt x="26174" y="1308862"/>
                  </a:lnTo>
                  <a:lnTo>
                    <a:pt x="15989" y="1310919"/>
                  </a:lnTo>
                  <a:lnTo>
                    <a:pt x="7670" y="1316520"/>
                  </a:lnTo>
                  <a:lnTo>
                    <a:pt x="2057" y="1324851"/>
                  </a:lnTo>
                  <a:lnTo>
                    <a:pt x="0" y="1335036"/>
                  </a:lnTo>
                  <a:lnTo>
                    <a:pt x="2057" y="1345222"/>
                  </a:lnTo>
                  <a:lnTo>
                    <a:pt x="7670" y="1353553"/>
                  </a:lnTo>
                  <a:lnTo>
                    <a:pt x="15989" y="1359154"/>
                  </a:lnTo>
                  <a:lnTo>
                    <a:pt x="26174" y="1361211"/>
                  </a:lnTo>
                  <a:lnTo>
                    <a:pt x="36372" y="1359154"/>
                  </a:lnTo>
                  <a:lnTo>
                    <a:pt x="44691" y="1353553"/>
                  </a:lnTo>
                  <a:lnTo>
                    <a:pt x="50304" y="1345222"/>
                  </a:lnTo>
                  <a:lnTo>
                    <a:pt x="52362" y="1335036"/>
                  </a:lnTo>
                  <a:close/>
                </a:path>
                <a:path w="575944" h="1885314">
                  <a:moveTo>
                    <a:pt x="52362" y="1073264"/>
                  </a:moveTo>
                  <a:lnTo>
                    <a:pt x="50304" y="1063078"/>
                  </a:lnTo>
                  <a:lnTo>
                    <a:pt x="44691" y="1054747"/>
                  </a:lnTo>
                  <a:lnTo>
                    <a:pt x="36372" y="1049147"/>
                  </a:lnTo>
                  <a:lnTo>
                    <a:pt x="26174" y="1047089"/>
                  </a:lnTo>
                  <a:lnTo>
                    <a:pt x="15989" y="1049147"/>
                  </a:lnTo>
                  <a:lnTo>
                    <a:pt x="7670" y="1054747"/>
                  </a:lnTo>
                  <a:lnTo>
                    <a:pt x="2057" y="1063078"/>
                  </a:lnTo>
                  <a:lnTo>
                    <a:pt x="0" y="1073264"/>
                  </a:lnTo>
                  <a:lnTo>
                    <a:pt x="2057" y="1083449"/>
                  </a:lnTo>
                  <a:lnTo>
                    <a:pt x="7670" y="1091780"/>
                  </a:lnTo>
                  <a:lnTo>
                    <a:pt x="15989" y="1097381"/>
                  </a:lnTo>
                  <a:lnTo>
                    <a:pt x="26174" y="1099439"/>
                  </a:lnTo>
                  <a:lnTo>
                    <a:pt x="36372" y="1097381"/>
                  </a:lnTo>
                  <a:lnTo>
                    <a:pt x="44691" y="1091780"/>
                  </a:lnTo>
                  <a:lnTo>
                    <a:pt x="50304" y="1083449"/>
                  </a:lnTo>
                  <a:lnTo>
                    <a:pt x="52362" y="1073264"/>
                  </a:lnTo>
                  <a:close/>
                </a:path>
                <a:path w="575944" h="1885314">
                  <a:moveTo>
                    <a:pt x="52362" y="811491"/>
                  </a:moveTo>
                  <a:lnTo>
                    <a:pt x="50304" y="801306"/>
                  </a:lnTo>
                  <a:lnTo>
                    <a:pt x="44691" y="792975"/>
                  </a:lnTo>
                  <a:lnTo>
                    <a:pt x="36372" y="787374"/>
                  </a:lnTo>
                  <a:lnTo>
                    <a:pt x="26174" y="785317"/>
                  </a:lnTo>
                  <a:lnTo>
                    <a:pt x="15989" y="787374"/>
                  </a:lnTo>
                  <a:lnTo>
                    <a:pt x="7670" y="792975"/>
                  </a:lnTo>
                  <a:lnTo>
                    <a:pt x="2057" y="801306"/>
                  </a:lnTo>
                  <a:lnTo>
                    <a:pt x="0" y="811491"/>
                  </a:lnTo>
                  <a:lnTo>
                    <a:pt x="2057" y="821677"/>
                  </a:lnTo>
                  <a:lnTo>
                    <a:pt x="7670" y="830008"/>
                  </a:lnTo>
                  <a:lnTo>
                    <a:pt x="15989" y="835609"/>
                  </a:lnTo>
                  <a:lnTo>
                    <a:pt x="26174" y="837666"/>
                  </a:lnTo>
                  <a:lnTo>
                    <a:pt x="36372" y="835609"/>
                  </a:lnTo>
                  <a:lnTo>
                    <a:pt x="44691" y="830008"/>
                  </a:lnTo>
                  <a:lnTo>
                    <a:pt x="50304" y="821677"/>
                  </a:lnTo>
                  <a:lnTo>
                    <a:pt x="52362" y="811491"/>
                  </a:lnTo>
                  <a:close/>
                </a:path>
                <a:path w="575944" h="1885314">
                  <a:moveTo>
                    <a:pt x="52362" y="549719"/>
                  </a:moveTo>
                  <a:lnTo>
                    <a:pt x="50304" y="539534"/>
                  </a:lnTo>
                  <a:lnTo>
                    <a:pt x="44691" y="531202"/>
                  </a:lnTo>
                  <a:lnTo>
                    <a:pt x="36372" y="525602"/>
                  </a:lnTo>
                  <a:lnTo>
                    <a:pt x="26174" y="523544"/>
                  </a:lnTo>
                  <a:lnTo>
                    <a:pt x="15989" y="525602"/>
                  </a:lnTo>
                  <a:lnTo>
                    <a:pt x="7670" y="531202"/>
                  </a:lnTo>
                  <a:lnTo>
                    <a:pt x="2057" y="539534"/>
                  </a:lnTo>
                  <a:lnTo>
                    <a:pt x="0" y="549719"/>
                  </a:lnTo>
                  <a:lnTo>
                    <a:pt x="2057" y="559904"/>
                  </a:lnTo>
                  <a:lnTo>
                    <a:pt x="7670" y="568236"/>
                  </a:lnTo>
                  <a:lnTo>
                    <a:pt x="15989" y="573836"/>
                  </a:lnTo>
                  <a:lnTo>
                    <a:pt x="26174" y="575894"/>
                  </a:lnTo>
                  <a:lnTo>
                    <a:pt x="36372" y="573836"/>
                  </a:lnTo>
                  <a:lnTo>
                    <a:pt x="44691" y="568236"/>
                  </a:lnTo>
                  <a:lnTo>
                    <a:pt x="50304" y="559904"/>
                  </a:lnTo>
                  <a:lnTo>
                    <a:pt x="52362" y="549719"/>
                  </a:lnTo>
                  <a:close/>
                </a:path>
                <a:path w="575944" h="1885314">
                  <a:moveTo>
                    <a:pt x="52362" y="287947"/>
                  </a:moveTo>
                  <a:lnTo>
                    <a:pt x="50304" y="277761"/>
                  </a:lnTo>
                  <a:lnTo>
                    <a:pt x="44691" y="269443"/>
                  </a:lnTo>
                  <a:lnTo>
                    <a:pt x="36372" y="263829"/>
                  </a:lnTo>
                  <a:lnTo>
                    <a:pt x="26174" y="261772"/>
                  </a:lnTo>
                  <a:lnTo>
                    <a:pt x="15989" y="263829"/>
                  </a:lnTo>
                  <a:lnTo>
                    <a:pt x="7670" y="269443"/>
                  </a:lnTo>
                  <a:lnTo>
                    <a:pt x="2057" y="277761"/>
                  </a:lnTo>
                  <a:lnTo>
                    <a:pt x="0" y="287947"/>
                  </a:lnTo>
                  <a:lnTo>
                    <a:pt x="2057" y="298145"/>
                  </a:lnTo>
                  <a:lnTo>
                    <a:pt x="7670" y="306463"/>
                  </a:lnTo>
                  <a:lnTo>
                    <a:pt x="15989" y="312064"/>
                  </a:lnTo>
                  <a:lnTo>
                    <a:pt x="26174" y="314121"/>
                  </a:lnTo>
                  <a:lnTo>
                    <a:pt x="36372" y="312064"/>
                  </a:lnTo>
                  <a:lnTo>
                    <a:pt x="44691" y="306463"/>
                  </a:lnTo>
                  <a:lnTo>
                    <a:pt x="50304" y="298145"/>
                  </a:lnTo>
                  <a:lnTo>
                    <a:pt x="52362" y="287947"/>
                  </a:lnTo>
                  <a:close/>
                </a:path>
                <a:path w="575944" h="1885314">
                  <a:moveTo>
                    <a:pt x="52362" y="26174"/>
                  </a:moveTo>
                  <a:lnTo>
                    <a:pt x="50304" y="15989"/>
                  </a:lnTo>
                  <a:lnTo>
                    <a:pt x="44691" y="7670"/>
                  </a:lnTo>
                  <a:lnTo>
                    <a:pt x="36372" y="2057"/>
                  </a:lnTo>
                  <a:lnTo>
                    <a:pt x="26174" y="0"/>
                  </a:lnTo>
                  <a:lnTo>
                    <a:pt x="15989" y="2057"/>
                  </a:lnTo>
                  <a:lnTo>
                    <a:pt x="7670" y="7670"/>
                  </a:lnTo>
                  <a:lnTo>
                    <a:pt x="2057" y="15989"/>
                  </a:lnTo>
                  <a:lnTo>
                    <a:pt x="0" y="26174"/>
                  </a:lnTo>
                  <a:lnTo>
                    <a:pt x="2057" y="36372"/>
                  </a:lnTo>
                  <a:lnTo>
                    <a:pt x="7670" y="44691"/>
                  </a:lnTo>
                  <a:lnTo>
                    <a:pt x="15989" y="50292"/>
                  </a:lnTo>
                  <a:lnTo>
                    <a:pt x="26174" y="52349"/>
                  </a:lnTo>
                  <a:lnTo>
                    <a:pt x="36372" y="50292"/>
                  </a:lnTo>
                  <a:lnTo>
                    <a:pt x="44691" y="44691"/>
                  </a:lnTo>
                  <a:lnTo>
                    <a:pt x="50304" y="36372"/>
                  </a:lnTo>
                  <a:lnTo>
                    <a:pt x="52362" y="26174"/>
                  </a:lnTo>
                  <a:close/>
                </a:path>
                <a:path w="575944" h="1885314">
                  <a:moveTo>
                    <a:pt x="314134" y="1858581"/>
                  </a:moveTo>
                  <a:lnTo>
                    <a:pt x="312077" y="1848396"/>
                  </a:lnTo>
                  <a:lnTo>
                    <a:pt x="306463" y="1840064"/>
                  </a:lnTo>
                  <a:lnTo>
                    <a:pt x="298145" y="1834464"/>
                  </a:lnTo>
                  <a:lnTo>
                    <a:pt x="287947" y="1832406"/>
                  </a:lnTo>
                  <a:lnTo>
                    <a:pt x="277761" y="1834464"/>
                  </a:lnTo>
                  <a:lnTo>
                    <a:pt x="269443" y="1840064"/>
                  </a:lnTo>
                  <a:lnTo>
                    <a:pt x="263829" y="1848396"/>
                  </a:lnTo>
                  <a:lnTo>
                    <a:pt x="261772" y="1858581"/>
                  </a:lnTo>
                  <a:lnTo>
                    <a:pt x="263829" y="1868766"/>
                  </a:lnTo>
                  <a:lnTo>
                    <a:pt x="269443" y="1877098"/>
                  </a:lnTo>
                  <a:lnTo>
                    <a:pt x="277761" y="1882698"/>
                  </a:lnTo>
                  <a:lnTo>
                    <a:pt x="287947" y="1884756"/>
                  </a:lnTo>
                  <a:lnTo>
                    <a:pt x="298145" y="1882698"/>
                  </a:lnTo>
                  <a:lnTo>
                    <a:pt x="306463" y="1877098"/>
                  </a:lnTo>
                  <a:lnTo>
                    <a:pt x="312077" y="1868766"/>
                  </a:lnTo>
                  <a:lnTo>
                    <a:pt x="314134" y="1858581"/>
                  </a:lnTo>
                  <a:close/>
                </a:path>
                <a:path w="575944" h="1885314">
                  <a:moveTo>
                    <a:pt x="314134" y="1596809"/>
                  </a:moveTo>
                  <a:lnTo>
                    <a:pt x="312077" y="1586623"/>
                  </a:lnTo>
                  <a:lnTo>
                    <a:pt x="306463" y="1578292"/>
                  </a:lnTo>
                  <a:lnTo>
                    <a:pt x="298145" y="1572691"/>
                  </a:lnTo>
                  <a:lnTo>
                    <a:pt x="287947" y="1570634"/>
                  </a:lnTo>
                  <a:lnTo>
                    <a:pt x="277761" y="1572691"/>
                  </a:lnTo>
                  <a:lnTo>
                    <a:pt x="269443" y="1578292"/>
                  </a:lnTo>
                  <a:lnTo>
                    <a:pt x="263829" y="1586623"/>
                  </a:lnTo>
                  <a:lnTo>
                    <a:pt x="261772" y="1596809"/>
                  </a:lnTo>
                  <a:lnTo>
                    <a:pt x="263829" y="1606994"/>
                  </a:lnTo>
                  <a:lnTo>
                    <a:pt x="269443" y="1615325"/>
                  </a:lnTo>
                  <a:lnTo>
                    <a:pt x="277761" y="1620926"/>
                  </a:lnTo>
                  <a:lnTo>
                    <a:pt x="287947" y="1622983"/>
                  </a:lnTo>
                  <a:lnTo>
                    <a:pt x="298145" y="1620926"/>
                  </a:lnTo>
                  <a:lnTo>
                    <a:pt x="306463" y="1615325"/>
                  </a:lnTo>
                  <a:lnTo>
                    <a:pt x="312077" y="1606994"/>
                  </a:lnTo>
                  <a:lnTo>
                    <a:pt x="314134" y="1596809"/>
                  </a:lnTo>
                  <a:close/>
                </a:path>
                <a:path w="575944" h="1885314">
                  <a:moveTo>
                    <a:pt x="314134" y="1335036"/>
                  </a:moveTo>
                  <a:lnTo>
                    <a:pt x="312077" y="1324851"/>
                  </a:lnTo>
                  <a:lnTo>
                    <a:pt x="306463" y="1316520"/>
                  </a:lnTo>
                  <a:lnTo>
                    <a:pt x="298145" y="1310919"/>
                  </a:lnTo>
                  <a:lnTo>
                    <a:pt x="287947" y="1308862"/>
                  </a:lnTo>
                  <a:lnTo>
                    <a:pt x="277761" y="1310919"/>
                  </a:lnTo>
                  <a:lnTo>
                    <a:pt x="269443" y="1316520"/>
                  </a:lnTo>
                  <a:lnTo>
                    <a:pt x="263829" y="1324851"/>
                  </a:lnTo>
                  <a:lnTo>
                    <a:pt x="261772" y="1335036"/>
                  </a:lnTo>
                  <a:lnTo>
                    <a:pt x="263829" y="1345222"/>
                  </a:lnTo>
                  <a:lnTo>
                    <a:pt x="269443" y="1353553"/>
                  </a:lnTo>
                  <a:lnTo>
                    <a:pt x="277761" y="1359154"/>
                  </a:lnTo>
                  <a:lnTo>
                    <a:pt x="287947" y="1361211"/>
                  </a:lnTo>
                  <a:lnTo>
                    <a:pt x="298145" y="1359154"/>
                  </a:lnTo>
                  <a:lnTo>
                    <a:pt x="306463" y="1353553"/>
                  </a:lnTo>
                  <a:lnTo>
                    <a:pt x="312077" y="1345222"/>
                  </a:lnTo>
                  <a:lnTo>
                    <a:pt x="314134" y="1335036"/>
                  </a:lnTo>
                  <a:close/>
                </a:path>
                <a:path w="575944" h="1885314">
                  <a:moveTo>
                    <a:pt x="314134" y="1073264"/>
                  </a:moveTo>
                  <a:lnTo>
                    <a:pt x="312077" y="1063078"/>
                  </a:lnTo>
                  <a:lnTo>
                    <a:pt x="306463" y="1054747"/>
                  </a:lnTo>
                  <a:lnTo>
                    <a:pt x="298145" y="1049147"/>
                  </a:lnTo>
                  <a:lnTo>
                    <a:pt x="287947" y="1047089"/>
                  </a:lnTo>
                  <a:lnTo>
                    <a:pt x="277761" y="1049147"/>
                  </a:lnTo>
                  <a:lnTo>
                    <a:pt x="269443" y="1054747"/>
                  </a:lnTo>
                  <a:lnTo>
                    <a:pt x="263829" y="1063078"/>
                  </a:lnTo>
                  <a:lnTo>
                    <a:pt x="261772" y="1073264"/>
                  </a:lnTo>
                  <a:lnTo>
                    <a:pt x="263829" y="1083449"/>
                  </a:lnTo>
                  <a:lnTo>
                    <a:pt x="269443" y="1091780"/>
                  </a:lnTo>
                  <a:lnTo>
                    <a:pt x="277761" y="1097381"/>
                  </a:lnTo>
                  <a:lnTo>
                    <a:pt x="287947" y="1099439"/>
                  </a:lnTo>
                  <a:lnTo>
                    <a:pt x="298145" y="1097381"/>
                  </a:lnTo>
                  <a:lnTo>
                    <a:pt x="306463" y="1091780"/>
                  </a:lnTo>
                  <a:lnTo>
                    <a:pt x="312077" y="1083449"/>
                  </a:lnTo>
                  <a:lnTo>
                    <a:pt x="314134" y="1073264"/>
                  </a:lnTo>
                  <a:close/>
                </a:path>
                <a:path w="575944" h="1885314">
                  <a:moveTo>
                    <a:pt x="314134" y="811491"/>
                  </a:moveTo>
                  <a:lnTo>
                    <a:pt x="312077" y="801306"/>
                  </a:lnTo>
                  <a:lnTo>
                    <a:pt x="306463" y="792975"/>
                  </a:lnTo>
                  <a:lnTo>
                    <a:pt x="298145" y="787374"/>
                  </a:lnTo>
                  <a:lnTo>
                    <a:pt x="287947" y="785317"/>
                  </a:lnTo>
                  <a:lnTo>
                    <a:pt x="277761" y="787374"/>
                  </a:lnTo>
                  <a:lnTo>
                    <a:pt x="269443" y="792975"/>
                  </a:lnTo>
                  <a:lnTo>
                    <a:pt x="263829" y="801306"/>
                  </a:lnTo>
                  <a:lnTo>
                    <a:pt x="261772" y="811491"/>
                  </a:lnTo>
                  <a:lnTo>
                    <a:pt x="263829" y="821677"/>
                  </a:lnTo>
                  <a:lnTo>
                    <a:pt x="269443" y="830008"/>
                  </a:lnTo>
                  <a:lnTo>
                    <a:pt x="277761" y="835609"/>
                  </a:lnTo>
                  <a:lnTo>
                    <a:pt x="287947" y="837666"/>
                  </a:lnTo>
                  <a:lnTo>
                    <a:pt x="298145" y="835609"/>
                  </a:lnTo>
                  <a:lnTo>
                    <a:pt x="306463" y="830008"/>
                  </a:lnTo>
                  <a:lnTo>
                    <a:pt x="312077" y="821677"/>
                  </a:lnTo>
                  <a:lnTo>
                    <a:pt x="314134" y="811491"/>
                  </a:lnTo>
                  <a:close/>
                </a:path>
                <a:path w="575944" h="1885314">
                  <a:moveTo>
                    <a:pt x="314134" y="549719"/>
                  </a:moveTo>
                  <a:lnTo>
                    <a:pt x="312077" y="539534"/>
                  </a:lnTo>
                  <a:lnTo>
                    <a:pt x="306463" y="531202"/>
                  </a:lnTo>
                  <a:lnTo>
                    <a:pt x="298145" y="525602"/>
                  </a:lnTo>
                  <a:lnTo>
                    <a:pt x="287947" y="523544"/>
                  </a:lnTo>
                  <a:lnTo>
                    <a:pt x="277761" y="525602"/>
                  </a:lnTo>
                  <a:lnTo>
                    <a:pt x="269443" y="531202"/>
                  </a:lnTo>
                  <a:lnTo>
                    <a:pt x="263829" y="539534"/>
                  </a:lnTo>
                  <a:lnTo>
                    <a:pt x="261772" y="549719"/>
                  </a:lnTo>
                  <a:lnTo>
                    <a:pt x="263829" y="559904"/>
                  </a:lnTo>
                  <a:lnTo>
                    <a:pt x="269443" y="568236"/>
                  </a:lnTo>
                  <a:lnTo>
                    <a:pt x="277761" y="573836"/>
                  </a:lnTo>
                  <a:lnTo>
                    <a:pt x="287947" y="575894"/>
                  </a:lnTo>
                  <a:lnTo>
                    <a:pt x="298145" y="573836"/>
                  </a:lnTo>
                  <a:lnTo>
                    <a:pt x="306463" y="568236"/>
                  </a:lnTo>
                  <a:lnTo>
                    <a:pt x="312077" y="559904"/>
                  </a:lnTo>
                  <a:lnTo>
                    <a:pt x="314134" y="549719"/>
                  </a:lnTo>
                  <a:close/>
                </a:path>
                <a:path w="575944" h="1885314">
                  <a:moveTo>
                    <a:pt x="314134" y="287947"/>
                  </a:moveTo>
                  <a:lnTo>
                    <a:pt x="312077" y="277761"/>
                  </a:lnTo>
                  <a:lnTo>
                    <a:pt x="306463" y="269443"/>
                  </a:lnTo>
                  <a:lnTo>
                    <a:pt x="298145" y="263829"/>
                  </a:lnTo>
                  <a:lnTo>
                    <a:pt x="287947" y="261772"/>
                  </a:lnTo>
                  <a:lnTo>
                    <a:pt x="277761" y="263829"/>
                  </a:lnTo>
                  <a:lnTo>
                    <a:pt x="269443" y="269443"/>
                  </a:lnTo>
                  <a:lnTo>
                    <a:pt x="263829" y="277761"/>
                  </a:lnTo>
                  <a:lnTo>
                    <a:pt x="261772" y="287947"/>
                  </a:lnTo>
                  <a:lnTo>
                    <a:pt x="263829" y="298145"/>
                  </a:lnTo>
                  <a:lnTo>
                    <a:pt x="269443" y="306463"/>
                  </a:lnTo>
                  <a:lnTo>
                    <a:pt x="277761" y="312064"/>
                  </a:lnTo>
                  <a:lnTo>
                    <a:pt x="287947" y="314121"/>
                  </a:lnTo>
                  <a:lnTo>
                    <a:pt x="298145" y="312064"/>
                  </a:lnTo>
                  <a:lnTo>
                    <a:pt x="306463" y="306463"/>
                  </a:lnTo>
                  <a:lnTo>
                    <a:pt x="312077" y="298145"/>
                  </a:lnTo>
                  <a:lnTo>
                    <a:pt x="314134" y="287947"/>
                  </a:lnTo>
                  <a:close/>
                </a:path>
                <a:path w="575944" h="1885314">
                  <a:moveTo>
                    <a:pt x="314134" y="26174"/>
                  </a:moveTo>
                  <a:lnTo>
                    <a:pt x="312077" y="15989"/>
                  </a:lnTo>
                  <a:lnTo>
                    <a:pt x="306463" y="7670"/>
                  </a:lnTo>
                  <a:lnTo>
                    <a:pt x="298145" y="2057"/>
                  </a:lnTo>
                  <a:lnTo>
                    <a:pt x="287947" y="0"/>
                  </a:lnTo>
                  <a:lnTo>
                    <a:pt x="277761" y="2057"/>
                  </a:lnTo>
                  <a:lnTo>
                    <a:pt x="269443" y="7670"/>
                  </a:lnTo>
                  <a:lnTo>
                    <a:pt x="263829" y="15989"/>
                  </a:lnTo>
                  <a:lnTo>
                    <a:pt x="261772" y="26174"/>
                  </a:lnTo>
                  <a:lnTo>
                    <a:pt x="263829" y="36372"/>
                  </a:lnTo>
                  <a:lnTo>
                    <a:pt x="269443" y="44691"/>
                  </a:lnTo>
                  <a:lnTo>
                    <a:pt x="277761" y="50292"/>
                  </a:lnTo>
                  <a:lnTo>
                    <a:pt x="287947" y="52349"/>
                  </a:lnTo>
                  <a:lnTo>
                    <a:pt x="298145" y="50292"/>
                  </a:lnTo>
                  <a:lnTo>
                    <a:pt x="306463" y="44691"/>
                  </a:lnTo>
                  <a:lnTo>
                    <a:pt x="312077" y="36372"/>
                  </a:lnTo>
                  <a:lnTo>
                    <a:pt x="314134" y="26174"/>
                  </a:lnTo>
                  <a:close/>
                </a:path>
                <a:path w="575944" h="1885314">
                  <a:moveTo>
                    <a:pt x="575906" y="1858581"/>
                  </a:moveTo>
                  <a:lnTo>
                    <a:pt x="573849" y="1848396"/>
                  </a:lnTo>
                  <a:lnTo>
                    <a:pt x="568236" y="1840064"/>
                  </a:lnTo>
                  <a:lnTo>
                    <a:pt x="559917" y="1834464"/>
                  </a:lnTo>
                  <a:lnTo>
                    <a:pt x="549719" y="1832406"/>
                  </a:lnTo>
                  <a:lnTo>
                    <a:pt x="539534" y="1834464"/>
                  </a:lnTo>
                  <a:lnTo>
                    <a:pt x="531215" y="1840064"/>
                  </a:lnTo>
                  <a:lnTo>
                    <a:pt x="525602" y="1848396"/>
                  </a:lnTo>
                  <a:lnTo>
                    <a:pt x="523544" y="1858581"/>
                  </a:lnTo>
                  <a:lnTo>
                    <a:pt x="525602" y="1868766"/>
                  </a:lnTo>
                  <a:lnTo>
                    <a:pt x="531215" y="1877098"/>
                  </a:lnTo>
                  <a:lnTo>
                    <a:pt x="539534" y="1882698"/>
                  </a:lnTo>
                  <a:lnTo>
                    <a:pt x="549719" y="1884756"/>
                  </a:lnTo>
                  <a:lnTo>
                    <a:pt x="559917" y="1882698"/>
                  </a:lnTo>
                  <a:lnTo>
                    <a:pt x="568236" y="1877098"/>
                  </a:lnTo>
                  <a:lnTo>
                    <a:pt x="573849" y="1868766"/>
                  </a:lnTo>
                  <a:lnTo>
                    <a:pt x="575906" y="1858581"/>
                  </a:lnTo>
                  <a:close/>
                </a:path>
                <a:path w="575944" h="1885314">
                  <a:moveTo>
                    <a:pt x="575906" y="1596809"/>
                  </a:moveTo>
                  <a:lnTo>
                    <a:pt x="573849" y="1586623"/>
                  </a:lnTo>
                  <a:lnTo>
                    <a:pt x="568236" y="1578292"/>
                  </a:lnTo>
                  <a:lnTo>
                    <a:pt x="559917" y="1572691"/>
                  </a:lnTo>
                  <a:lnTo>
                    <a:pt x="549719" y="1570634"/>
                  </a:lnTo>
                  <a:lnTo>
                    <a:pt x="539534" y="1572691"/>
                  </a:lnTo>
                  <a:lnTo>
                    <a:pt x="531215" y="1578292"/>
                  </a:lnTo>
                  <a:lnTo>
                    <a:pt x="525602" y="1586623"/>
                  </a:lnTo>
                  <a:lnTo>
                    <a:pt x="523544" y="1596809"/>
                  </a:lnTo>
                  <a:lnTo>
                    <a:pt x="525602" y="1606994"/>
                  </a:lnTo>
                  <a:lnTo>
                    <a:pt x="531215" y="1615325"/>
                  </a:lnTo>
                  <a:lnTo>
                    <a:pt x="539534" y="1620926"/>
                  </a:lnTo>
                  <a:lnTo>
                    <a:pt x="549719" y="1622983"/>
                  </a:lnTo>
                  <a:lnTo>
                    <a:pt x="559917" y="1620926"/>
                  </a:lnTo>
                  <a:lnTo>
                    <a:pt x="568236" y="1615325"/>
                  </a:lnTo>
                  <a:lnTo>
                    <a:pt x="573849" y="1606994"/>
                  </a:lnTo>
                  <a:lnTo>
                    <a:pt x="575906" y="1596809"/>
                  </a:lnTo>
                  <a:close/>
                </a:path>
                <a:path w="575944" h="1885314">
                  <a:moveTo>
                    <a:pt x="575906" y="1335036"/>
                  </a:moveTo>
                  <a:lnTo>
                    <a:pt x="573849" y="1324851"/>
                  </a:lnTo>
                  <a:lnTo>
                    <a:pt x="568236" y="1316520"/>
                  </a:lnTo>
                  <a:lnTo>
                    <a:pt x="559917" y="1310919"/>
                  </a:lnTo>
                  <a:lnTo>
                    <a:pt x="549719" y="1308862"/>
                  </a:lnTo>
                  <a:lnTo>
                    <a:pt x="539534" y="1310919"/>
                  </a:lnTo>
                  <a:lnTo>
                    <a:pt x="531215" y="1316520"/>
                  </a:lnTo>
                  <a:lnTo>
                    <a:pt x="525602" y="1324851"/>
                  </a:lnTo>
                  <a:lnTo>
                    <a:pt x="523544" y="1335036"/>
                  </a:lnTo>
                  <a:lnTo>
                    <a:pt x="525602" y="1345222"/>
                  </a:lnTo>
                  <a:lnTo>
                    <a:pt x="531215" y="1353553"/>
                  </a:lnTo>
                  <a:lnTo>
                    <a:pt x="539534" y="1359154"/>
                  </a:lnTo>
                  <a:lnTo>
                    <a:pt x="549719" y="1361211"/>
                  </a:lnTo>
                  <a:lnTo>
                    <a:pt x="559917" y="1359154"/>
                  </a:lnTo>
                  <a:lnTo>
                    <a:pt x="568236" y="1353553"/>
                  </a:lnTo>
                  <a:lnTo>
                    <a:pt x="573849" y="1345222"/>
                  </a:lnTo>
                  <a:lnTo>
                    <a:pt x="575906" y="1335036"/>
                  </a:lnTo>
                  <a:close/>
                </a:path>
                <a:path w="575944" h="1885314">
                  <a:moveTo>
                    <a:pt x="575906" y="1073264"/>
                  </a:moveTo>
                  <a:lnTo>
                    <a:pt x="573849" y="1063078"/>
                  </a:lnTo>
                  <a:lnTo>
                    <a:pt x="568236" y="1054747"/>
                  </a:lnTo>
                  <a:lnTo>
                    <a:pt x="559917" y="1049147"/>
                  </a:lnTo>
                  <a:lnTo>
                    <a:pt x="549719" y="1047089"/>
                  </a:lnTo>
                  <a:lnTo>
                    <a:pt x="539534" y="1049147"/>
                  </a:lnTo>
                  <a:lnTo>
                    <a:pt x="531215" y="1054747"/>
                  </a:lnTo>
                  <a:lnTo>
                    <a:pt x="525602" y="1063078"/>
                  </a:lnTo>
                  <a:lnTo>
                    <a:pt x="523544" y="1073264"/>
                  </a:lnTo>
                  <a:lnTo>
                    <a:pt x="525602" y="1083449"/>
                  </a:lnTo>
                  <a:lnTo>
                    <a:pt x="531215" y="1091780"/>
                  </a:lnTo>
                  <a:lnTo>
                    <a:pt x="539534" y="1097381"/>
                  </a:lnTo>
                  <a:lnTo>
                    <a:pt x="549719" y="1099439"/>
                  </a:lnTo>
                  <a:lnTo>
                    <a:pt x="559917" y="1097381"/>
                  </a:lnTo>
                  <a:lnTo>
                    <a:pt x="568236" y="1091780"/>
                  </a:lnTo>
                  <a:lnTo>
                    <a:pt x="573849" y="1083449"/>
                  </a:lnTo>
                  <a:lnTo>
                    <a:pt x="575906" y="1073264"/>
                  </a:lnTo>
                  <a:close/>
                </a:path>
                <a:path w="575944" h="1885314">
                  <a:moveTo>
                    <a:pt x="575906" y="811491"/>
                  </a:moveTo>
                  <a:lnTo>
                    <a:pt x="573849" y="801306"/>
                  </a:lnTo>
                  <a:lnTo>
                    <a:pt x="568236" y="792975"/>
                  </a:lnTo>
                  <a:lnTo>
                    <a:pt x="559917" y="787374"/>
                  </a:lnTo>
                  <a:lnTo>
                    <a:pt x="549719" y="785317"/>
                  </a:lnTo>
                  <a:lnTo>
                    <a:pt x="539534" y="787374"/>
                  </a:lnTo>
                  <a:lnTo>
                    <a:pt x="531215" y="792975"/>
                  </a:lnTo>
                  <a:lnTo>
                    <a:pt x="525602" y="801306"/>
                  </a:lnTo>
                  <a:lnTo>
                    <a:pt x="523544" y="811491"/>
                  </a:lnTo>
                  <a:lnTo>
                    <a:pt x="525602" y="821677"/>
                  </a:lnTo>
                  <a:lnTo>
                    <a:pt x="531215" y="830008"/>
                  </a:lnTo>
                  <a:lnTo>
                    <a:pt x="539534" y="835609"/>
                  </a:lnTo>
                  <a:lnTo>
                    <a:pt x="549719" y="837666"/>
                  </a:lnTo>
                  <a:lnTo>
                    <a:pt x="559917" y="835609"/>
                  </a:lnTo>
                  <a:lnTo>
                    <a:pt x="568236" y="830008"/>
                  </a:lnTo>
                  <a:lnTo>
                    <a:pt x="573849" y="821677"/>
                  </a:lnTo>
                  <a:lnTo>
                    <a:pt x="575906" y="811491"/>
                  </a:lnTo>
                  <a:close/>
                </a:path>
                <a:path w="575944" h="1885314">
                  <a:moveTo>
                    <a:pt x="575906" y="549719"/>
                  </a:moveTo>
                  <a:lnTo>
                    <a:pt x="573849" y="539534"/>
                  </a:lnTo>
                  <a:lnTo>
                    <a:pt x="568236" y="531202"/>
                  </a:lnTo>
                  <a:lnTo>
                    <a:pt x="559917" y="525602"/>
                  </a:lnTo>
                  <a:lnTo>
                    <a:pt x="549719" y="523544"/>
                  </a:lnTo>
                  <a:lnTo>
                    <a:pt x="539534" y="525602"/>
                  </a:lnTo>
                  <a:lnTo>
                    <a:pt x="531215" y="531202"/>
                  </a:lnTo>
                  <a:lnTo>
                    <a:pt x="525602" y="539534"/>
                  </a:lnTo>
                  <a:lnTo>
                    <a:pt x="523544" y="549719"/>
                  </a:lnTo>
                  <a:lnTo>
                    <a:pt x="525602" y="559904"/>
                  </a:lnTo>
                  <a:lnTo>
                    <a:pt x="531215" y="568236"/>
                  </a:lnTo>
                  <a:lnTo>
                    <a:pt x="539534" y="573836"/>
                  </a:lnTo>
                  <a:lnTo>
                    <a:pt x="549719" y="575894"/>
                  </a:lnTo>
                  <a:lnTo>
                    <a:pt x="559917" y="573836"/>
                  </a:lnTo>
                  <a:lnTo>
                    <a:pt x="568236" y="568236"/>
                  </a:lnTo>
                  <a:lnTo>
                    <a:pt x="573849" y="559904"/>
                  </a:lnTo>
                  <a:lnTo>
                    <a:pt x="575906" y="549719"/>
                  </a:lnTo>
                  <a:close/>
                </a:path>
                <a:path w="575944" h="1885314">
                  <a:moveTo>
                    <a:pt x="575906" y="287947"/>
                  </a:moveTo>
                  <a:lnTo>
                    <a:pt x="573849" y="277761"/>
                  </a:lnTo>
                  <a:lnTo>
                    <a:pt x="568236" y="269443"/>
                  </a:lnTo>
                  <a:lnTo>
                    <a:pt x="559917" y="263829"/>
                  </a:lnTo>
                  <a:lnTo>
                    <a:pt x="549719" y="261772"/>
                  </a:lnTo>
                  <a:lnTo>
                    <a:pt x="539534" y="263829"/>
                  </a:lnTo>
                  <a:lnTo>
                    <a:pt x="531215" y="269443"/>
                  </a:lnTo>
                  <a:lnTo>
                    <a:pt x="525602" y="277761"/>
                  </a:lnTo>
                  <a:lnTo>
                    <a:pt x="523544" y="287947"/>
                  </a:lnTo>
                  <a:lnTo>
                    <a:pt x="525602" y="298145"/>
                  </a:lnTo>
                  <a:lnTo>
                    <a:pt x="531215" y="306463"/>
                  </a:lnTo>
                  <a:lnTo>
                    <a:pt x="539534" y="312064"/>
                  </a:lnTo>
                  <a:lnTo>
                    <a:pt x="549719" y="314121"/>
                  </a:lnTo>
                  <a:lnTo>
                    <a:pt x="559917" y="312064"/>
                  </a:lnTo>
                  <a:lnTo>
                    <a:pt x="568236" y="306463"/>
                  </a:lnTo>
                  <a:lnTo>
                    <a:pt x="573849" y="298145"/>
                  </a:lnTo>
                  <a:lnTo>
                    <a:pt x="575906" y="287947"/>
                  </a:lnTo>
                  <a:close/>
                </a:path>
                <a:path w="575944" h="1885314">
                  <a:moveTo>
                    <a:pt x="575906" y="26174"/>
                  </a:moveTo>
                  <a:lnTo>
                    <a:pt x="573849" y="15989"/>
                  </a:lnTo>
                  <a:lnTo>
                    <a:pt x="568236" y="7670"/>
                  </a:lnTo>
                  <a:lnTo>
                    <a:pt x="559917" y="2057"/>
                  </a:lnTo>
                  <a:lnTo>
                    <a:pt x="549719" y="0"/>
                  </a:lnTo>
                  <a:lnTo>
                    <a:pt x="539534" y="2057"/>
                  </a:lnTo>
                  <a:lnTo>
                    <a:pt x="531215" y="7670"/>
                  </a:lnTo>
                  <a:lnTo>
                    <a:pt x="525602" y="15989"/>
                  </a:lnTo>
                  <a:lnTo>
                    <a:pt x="523544" y="26174"/>
                  </a:lnTo>
                  <a:lnTo>
                    <a:pt x="525602" y="36372"/>
                  </a:lnTo>
                  <a:lnTo>
                    <a:pt x="531215" y="44691"/>
                  </a:lnTo>
                  <a:lnTo>
                    <a:pt x="539534" y="50292"/>
                  </a:lnTo>
                  <a:lnTo>
                    <a:pt x="549719" y="52349"/>
                  </a:lnTo>
                  <a:lnTo>
                    <a:pt x="559917" y="50292"/>
                  </a:lnTo>
                  <a:lnTo>
                    <a:pt x="568236" y="44691"/>
                  </a:lnTo>
                  <a:lnTo>
                    <a:pt x="573849" y="36372"/>
                  </a:lnTo>
                  <a:lnTo>
                    <a:pt x="575906" y="26174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560101"/>
              <a:ext cx="11821629" cy="774845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1A1A1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0774745" y="5654278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1533525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TERMOS de Dee </a:t>
            </a:r>
            <a:r>
              <a:rPr lang="pt-BR" sz="4950" b="1" spc="-15" dirty="0" err="1">
                <a:latin typeface="Montserrat ExtraBold"/>
                <a:cs typeface="Montserrat ExtraBold"/>
              </a:rPr>
              <a:t>Hock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ts val="5940"/>
              </a:lnSpc>
            </a:pPr>
            <a:r>
              <a:rPr lang="pt-BR" sz="4950" b="0" spc="-25" dirty="0">
                <a:latin typeface="Montserrat"/>
                <a:cs typeface="Montserrat"/>
              </a:rPr>
              <a:t>LIDERANÇA</a:t>
            </a:r>
            <a:endParaRPr sz="4950" dirty="0">
              <a:latin typeface="Montserrat"/>
              <a:cs typeface="Montserra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32678" y="6086775"/>
            <a:ext cx="6158865" cy="2266005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“Não existe trabalho ruim, só trabalho malfeito, pouco reconhecido</a:t>
            </a:r>
          </a:p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ou mal pago”</a:t>
            </a:r>
            <a:r>
              <a:rPr sz="3600" spc="-15" dirty="0">
                <a:solidFill>
                  <a:srgbClr val="4D4D4D"/>
                </a:solidFill>
                <a:latin typeface="Montserrat"/>
                <a:cs typeface="Montserrat"/>
              </a:rPr>
              <a:t>.</a:t>
            </a:r>
            <a:endParaRPr sz="3600" dirty="0">
              <a:latin typeface="Montserrat"/>
              <a:cs typeface="Montserra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2332678" y="4098774"/>
            <a:ext cx="4194810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0"/>
              </a:spcBef>
            </a:pPr>
            <a:r>
              <a:rPr lang="pt-BR" sz="4400" b="1" spc="10" dirty="0">
                <a:solidFill>
                  <a:srgbClr val="333333"/>
                </a:solidFill>
                <a:latin typeface="Montserrat ExtraBold"/>
                <a:cs typeface="Montserrat ExtraBold"/>
              </a:rPr>
              <a:t>Citação</a:t>
            </a:r>
            <a:endParaRPr sz="4400" dirty="0">
              <a:latin typeface="Montserrat ExtraBold"/>
              <a:cs typeface="Montserrat ExtraBold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D897531-F013-C3C8-0FB4-F154275E97D0}"/>
              </a:ext>
            </a:extLst>
          </p:cNvPr>
          <p:cNvSpPr txBox="1"/>
          <p:nvPr/>
        </p:nvSpPr>
        <p:spPr>
          <a:xfrm>
            <a:off x="596395" y="4314410"/>
            <a:ext cx="73133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É do fracasso que geralmente vem</a:t>
            </a:r>
          </a:p>
          <a:p>
            <a:r>
              <a:rPr lang="pt-B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desenvolvimento e o mérito.</a:t>
            </a:r>
            <a:endParaRPr lang="pt-BR" sz="4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655337C4-E428-A5DA-A7D1-4533D9A5FE50}"/>
              </a:ext>
            </a:extLst>
          </p:cNvPr>
          <p:cNvSpPr txBox="1"/>
          <p:nvPr/>
        </p:nvSpPr>
        <p:spPr>
          <a:xfrm>
            <a:off x="7416220" y="6485088"/>
            <a:ext cx="398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reconhecê-lo,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admiti-lo,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aprender com ele.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63A2CC5D-8203-2E75-E897-6A4C5B3EE1E3}"/>
              </a:ext>
            </a:extLst>
          </p:cNvPr>
          <p:cNvSpPr txBox="1"/>
          <p:nvPr/>
        </p:nvSpPr>
        <p:spPr>
          <a:xfrm>
            <a:off x="1047072" y="10145090"/>
            <a:ext cx="103132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Estamos ao mesmo tempo liderando e seguindo.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C5E15-FA85-2E01-3882-14AAB96AC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1466554-9FFE-864E-D01F-D359D1926032}"/>
              </a:ext>
            </a:extLst>
          </p:cNvPr>
          <p:cNvSpPr/>
          <p:nvPr/>
        </p:nvSpPr>
        <p:spPr>
          <a:xfrm>
            <a:off x="0" y="0"/>
            <a:ext cx="20104100" cy="8167370"/>
          </a:xfrm>
          <a:custGeom>
            <a:avLst/>
            <a:gdLst/>
            <a:ahLst/>
            <a:cxnLst/>
            <a:rect l="l" t="t" r="r" b="b"/>
            <a:pathLst>
              <a:path w="20104100" h="8167370">
                <a:moveTo>
                  <a:pt x="0" y="8167290"/>
                </a:moveTo>
                <a:lnTo>
                  <a:pt x="20104099" y="8167290"/>
                </a:lnTo>
                <a:lnTo>
                  <a:pt x="20104099" y="0"/>
                </a:lnTo>
                <a:lnTo>
                  <a:pt x="0" y="0"/>
                </a:lnTo>
                <a:lnTo>
                  <a:pt x="0" y="816729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BA034FF5-9E84-EA97-18F9-91CAF64E9F4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5C8431C-70B0-42DC-A7BB-A5941E61D111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AE6072E8-5214-229F-BA84-61B6C4830DCF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EC8EAA2-158F-1076-A37F-20A2B6AE5AB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>
            <a:extLst>
              <a:ext uri="{FF2B5EF4-FFF2-40B4-BE49-F238E27FC236}">
                <a16:creationId xmlns:a16="http://schemas.microsoft.com/office/drawing/2014/main" id="{C4620D63-CADA-2B58-8BC8-B78AFC05971C}"/>
              </a:ext>
            </a:extLst>
          </p:cNvPr>
          <p:cNvGrpSpPr/>
          <p:nvPr/>
        </p:nvGrpSpPr>
        <p:grpSpPr>
          <a:xfrm>
            <a:off x="0" y="2774784"/>
            <a:ext cx="20104100" cy="8534400"/>
            <a:chOff x="0" y="2774784"/>
            <a:chExt cx="20104100" cy="8534400"/>
          </a:xfrm>
        </p:grpSpPr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86628397-5FE5-E563-0378-E0CFC8E47ED1}"/>
                </a:ext>
              </a:extLst>
            </p:cNvPr>
            <p:cNvSpPr/>
            <p:nvPr/>
          </p:nvSpPr>
          <p:spPr>
            <a:xfrm>
              <a:off x="0" y="8167290"/>
              <a:ext cx="20104100" cy="2984500"/>
            </a:xfrm>
            <a:custGeom>
              <a:avLst/>
              <a:gdLst/>
              <a:ahLst/>
              <a:cxnLst/>
              <a:rect l="l" t="t" r="r" b="b"/>
              <a:pathLst>
                <a:path w="20104100" h="2984500">
                  <a:moveTo>
                    <a:pt x="0" y="2984202"/>
                  </a:moveTo>
                  <a:lnTo>
                    <a:pt x="20104099" y="2984202"/>
                  </a:lnTo>
                  <a:lnTo>
                    <a:pt x="20104099" y="0"/>
                  </a:lnTo>
                  <a:lnTo>
                    <a:pt x="0" y="0"/>
                  </a:lnTo>
                  <a:lnTo>
                    <a:pt x="0" y="2984202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E16DBA1F-B6F1-B275-D33C-682DF07E61B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036313" y="2774784"/>
              <a:ext cx="8806014" cy="8533771"/>
            </a:xfrm>
            <a:prstGeom prst="rect">
              <a:avLst/>
            </a:prstGeom>
          </p:spPr>
        </p:pic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92BA0CF8-2CCC-C343-3107-83AD5BAD20DC}"/>
                </a:ext>
              </a:extLst>
            </p:cNvPr>
            <p:cNvSpPr/>
            <p:nvPr/>
          </p:nvSpPr>
          <p:spPr>
            <a:xfrm>
              <a:off x="11821838" y="3560101"/>
              <a:ext cx="7235190" cy="7591425"/>
            </a:xfrm>
            <a:custGeom>
              <a:avLst/>
              <a:gdLst/>
              <a:ahLst/>
              <a:cxnLst/>
              <a:rect l="l" t="t" r="r" b="b"/>
              <a:pathLst>
                <a:path w="7235190" h="7591425">
                  <a:moveTo>
                    <a:pt x="0" y="7591391"/>
                  </a:moveTo>
                  <a:lnTo>
                    <a:pt x="7235172" y="7591391"/>
                  </a:lnTo>
                  <a:lnTo>
                    <a:pt x="7235172" y="0"/>
                  </a:lnTo>
                  <a:lnTo>
                    <a:pt x="0" y="0"/>
                  </a:lnTo>
                  <a:lnTo>
                    <a:pt x="0" y="759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EC4A33B-2D93-080B-BE6C-D571DB82D70D}"/>
                </a:ext>
              </a:extLst>
            </p:cNvPr>
            <p:cNvSpPr/>
            <p:nvPr/>
          </p:nvSpPr>
          <p:spPr>
            <a:xfrm>
              <a:off x="19266420" y="3560108"/>
              <a:ext cx="575945" cy="1885314"/>
            </a:xfrm>
            <a:custGeom>
              <a:avLst/>
              <a:gdLst/>
              <a:ahLst/>
              <a:cxnLst/>
              <a:rect l="l" t="t" r="r" b="b"/>
              <a:pathLst>
                <a:path w="575944" h="1885314">
                  <a:moveTo>
                    <a:pt x="52362" y="1858581"/>
                  </a:moveTo>
                  <a:lnTo>
                    <a:pt x="50304" y="1848396"/>
                  </a:lnTo>
                  <a:lnTo>
                    <a:pt x="44691" y="1840064"/>
                  </a:lnTo>
                  <a:lnTo>
                    <a:pt x="36372" y="1834464"/>
                  </a:lnTo>
                  <a:lnTo>
                    <a:pt x="26174" y="1832406"/>
                  </a:lnTo>
                  <a:lnTo>
                    <a:pt x="15989" y="1834464"/>
                  </a:lnTo>
                  <a:lnTo>
                    <a:pt x="7670" y="1840064"/>
                  </a:lnTo>
                  <a:lnTo>
                    <a:pt x="2057" y="1848396"/>
                  </a:lnTo>
                  <a:lnTo>
                    <a:pt x="0" y="1858581"/>
                  </a:lnTo>
                  <a:lnTo>
                    <a:pt x="2057" y="1868766"/>
                  </a:lnTo>
                  <a:lnTo>
                    <a:pt x="7670" y="1877098"/>
                  </a:lnTo>
                  <a:lnTo>
                    <a:pt x="15989" y="1882698"/>
                  </a:lnTo>
                  <a:lnTo>
                    <a:pt x="26174" y="1884756"/>
                  </a:lnTo>
                  <a:lnTo>
                    <a:pt x="36372" y="1882698"/>
                  </a:lnTo>
                  <a:lnTo>
                    <a:pt x="44691" y="1877098"/>
                  </a:lnTo>
                  <a:lnTo>
                    <a:pt x="50304" y="1868766"/>
                  </a:lnTo>
                  <a:lnTo>
                    <a:pt x="52362" y="1858581"/>
                  </a:lnTo>
                  <a:close/>
                </a:path>
                <a:path w="575944" h="1885314">
                  <a:moveTo>
                    <a:pt x="52362" y="1596809"/>
                  </a:moveTo>
                  <a:lnTo>
                    <a:pt x="50304" y="1586623"/>
                  </a:lnTo>
                  <a:lnTo>
                    <a:pt x="44691" y="1578292"/>
                  </a:lnTo>
                  <a:lnTo>
                    <a:pt x="36372" y="1572691"/>
                  </a:lnTo>
                  <a:lnTo>
                    <a:pt x="26174" y="1570634"/>
                  </a:lnTo>
                  <a:lnTo>
                    <a:pt x="15989" y="1572691"/>
                  </a:lnTo>
                  <a:lnTo>
                    <a:pt x="7670" y="1578292"/>
                  </a:lnTo>
                  <a:lnTo>
                    <a:pt x="2057" y="1586623"/>
                  </a:lnTo>
                  <a:lnTo>
                    <a:pt x="0" y="1596809"/>
                  </a:lnTo>
                  <a:lnTo>
                    <a:pt x="2057" y="1606994"/>
                  </a:lnTo>
                  <a:lnTo>
                    <a:pt x="7670" y="1615325"/>
                  </a:lnTo>
                  <a:lnTo>
                    <a:pt x="15989" y="1620926"/>
                  </a:lnTo>
                  <a:lnTo>
                    <a:pt x="26174" y="1622983"/>
                  </a:lnTo>
                  <a:lnTo>
                    <a:pt x="36372" y="1620926"/>
                  </a:lnTo>
                  <a:lnTo>
                    <a:pt x="44691" y="1615325"/>
                  </a:lnTo>
                  <a:lnTo>
                    <a:pt x="50304" y="1606994"/>
                  </a:lnTo>
                  <a:lnTo>
                    <a:pt x="52362" y="1596809"/>
                  </a:lnTo>
                  <a:close/>
                </a:path>
                <a:path w="575944" h="1885314">
                  <a:moveTo>
                    <a:pt x="52362" y="1335036"/>
                  </a:moveTo>
                  <a:lnTo>
                    <a:pt x="50304" y="1324851"/>
                  </a:lnTo>
                  <a:lnTo>
                    <a:pt x="44691" y="1316520"/>
                  </a:lnTo>
                  <a:lnTo>
                    <a:pt x="36372" y="1310919"/>
                  </a:lnTo>
                  <a:lnTo>
                    <a:pt x="26174" y="1308862"/>
                  </a:lnTo>
                  <a:lnTo>
                    <a:pt x="15989" y="1310919"/>
                  </a:lnTo>
                  <a:lnTo>
                    <a:pt x="7670" y="1316520"/>
                  </a:lnTo>
                  <a:lnTo>
                    <a:pt x="2057" y="1324851"/>
                  </a:lnTo>
                  <a:lnTo>
                    <a:pt x="0" y="1335036"/>
                  </a:lnTo>
                  <a:lnTo>
                    <a:pt x="2057" y="1345222"/>
                  </a:lnTo>
                  <a:lnTo>
                    <a:pt x="7670" y="1353553"/>
                  </a:lnTo>
                  <a:lnTo>
                    <a:pt x="15989" y="1359154"/>
                  </a:lnTo>
                  <a:lnTo>
                    <a:pt x="26174" y="1361211"/>
                  </a:lnTo>
                  <a:lnTo>
                    <a:pt x="36372" y="1359154"/>
                  </a:lnTo>
                  <a:lnTo>
                    <a:pt x="44691" y="1353553"/>
                  </a:lnTo>
                  <a:lnTo>
                    <a:pt x="50304" y="1345222"/>
                  </a:lnTo>
                  <a:lnTo>
                    <a:pt x="52362" y="1335036"/>
                  </a:lnTo>
                  <a:close/>
                </a:path>
                <a:path w="575944" h="1885314">
                  <a:moveTo>
                    <a:pt x="52362" y="1073264"/>
                  </a:moveTo>
                  <a:lnTo>
                    <a:pt x="50304" y="1063078"/>
                  </a:lnTo>
                  <a:lnTo>
                    <a:pt x="44691" y="1054747"/>
                  </a:lnTo>
                  <a:lnTo>
                    <a:pt x="36372" y="1049147"/>
                  </a:lnTo>
                  <a:lnTo>
                    <a:pt x="26174" y="1047089"/>
                  </a:lnTo>
                  <a:lnTo>
                    <a:pt x="15989" y="1049147"/>
                  </a:lnTo>
                  <a:lnTo>
                    <a:pt x="7670" y="1054747"/>
                  </a:lnTo>
                  <a:lnTo>
                    <a:pt x="2057" y="1063078"/>
                  </a:lnTo>
                  <a:lnTo>
                    <a:pt x="0" y="1073264"/>
                  </a:lnTo>
                  <a:lnTo>
                    <a:pt x="2057" y="1083449"/>
                  </a:lnTo>
                  <a:lnTo>
                    <a:pt x="7670" y="1091780"/>
                  </a:lnTo>
                  <a:lnTo>
                    <a:pt x="15989" y="1097381"/>
                  </a:lnTo>
                  <a:lnTo>
                    <a:pt x="26174" y="1099439"/>
                  </a:lnTo>
                  <a:lnTo>
                    <a:pt x="36372" y="1097381"/>
                  </a:lnTo>
                  <a:lnTo>
                    <a:pt x="44691" y="1091780"/>
                  </a:lnTo>
                  <a:lnTo>
                    <a:pt x="50304" y="1083449"/>
                  </a:lnTo>
                  <a:lnTo>
                    <a:pt x="52362" y="1073264"/>
                  </a:lnTo>
                  <a:close/>
                </a:path>
                <a:path w="575944" h="1885314">
                  <a:moveTo>
                    <a:pt x="52362" y="811491"/>
                  </a:moveTo>
                  <a:lnTo>
                    <a:pt x="50304" y="801306"/>
                  </a:lnTo>
                  <a:lnTo>
                    <a:pt x="44691" y="792975"/>
                  </a:lnTo>
                  <a:lnTo>
                    <a:pt x="36372" y="787374"/>
                  </a:lnTo>
                  <a:lnTo>
                    <a:pt x="26174" y="785317"/>
                  </a:lnTo>
                  <a:lnTo>
                    <a:pt x="15989" y="787374"/>
                  </a:lnTo>
                  <a:lnTo>
                    <a:pt x="7670" y="792975"/>
                  </a:lnTo>
                  <a:lnTo>
                    <a:pt x="2057" y="801306"/>
                  </a:lnTo>
                  <a:lnTo>
                    <a:pt x="0" y="811491"/>
                  </a:lnTo>
                  <a:lnTo>
                    <a:pt x="2057" y="821677"/>
                  </a:lnTo>
                  <a:lnTo>
                    <a:pt x="7670" y="830008"/>
                  </a:lnTo>
                  <a:lnTo>
                    <a:pt x="15989" y="835609"/>
                  </a:lnTo>
                  <a:lnTo>
                    <a:pt x="26174" y="837666"/>
                  </a:lnTo>
                  <a:lnTo>
                    <a:pt x="36372" y="835609"/>
                  </a:lnTo>
                  <a:lnTo>
                    <a:pt x="44691" y="830008"/>
                  </a:lnTo>
                  <a:lnTo>
                    <a:pt x="50304" y="821677"/>
                  </a:lnTo>
                  <a:lnTo>
                    <a:pt x="52362" y="811491"/>
                  </a:lnTo>
                  <a:close/>
                </a:path>
                <a:path w="575944" h="1885314">
                  <a:moveTo>
                    <a:pt x="52362" y="549719"/>
                  </a:moveTo>
                  <a:lnTo>
                    <a:pt x="50304" y="539534"/>
                  </a:lnTo>
                  <a:lnTo>
                    <a:pt x="44691" y="531202"/>
                  </a:lnTo>
                  <a:lnTo>
                    <a:pt x="36372" y="525602"/>
                  </a:lnTo>
                  <a:lnTo>
                    <a:pt x="26174" y="523544"/>
                  </a:lnTo>
                  <a:lnTo>
                    <a:pt x="15989" y="525602"/>
                  </a:lnTo>
                  <a:lnTo>
                    <a:pt x="7670" y="531202"/>
                  </a:lnTo>
                  <a:lnTo>
                    <a:pt x="2057" y="539534"/>
                  </a:lnTo>
                  <a:lnTo>
                    <a:pt x="0" y="549719"/>
                  </a:lnTo>
                  <a:lnTo>
                    <a:pt x="2057" y="559904"/>
                  </a:lnTo>
                  <a:lnTo>
                    <a:pt x="7670" y="568236"/>
                  </a:lnTo>
                  <a:lnTo>
                    <a:pt x="15989" y="573836"/>
                  </a:lnTo>
                  <a:lnTo>
                    <a:pt x="26174" y="575894"/>
                  </a:lnTo>
                  <a:lnTo>
                    <a:pt x="36372" y="573836"/>
                  </a:lnTo>
                  <a:lnTo>
                    <a:pt x="44691" y="568236"/>
                  </a:lnTo>
                  <a:lnTo>
                    <a:pt x="50304" y="559904"/>
                  </a:lnTo>
                  <a:lnTo>
                    <a:pt x="52362" y="549719"/>
                  </a:lnTo>
                  <a:close/>
                </a:path>
                <a:path w="575944" h="1885314">
                  <a:moveTo>
                    <a:pt x="52362" y="287947"/>
                  </a:moveTo>
                  <a:lnTo>
                    <a:pt x="50304" y="277761"/>
                  </a:lnTo>
                  <a:lnTo>
                    <a:pt x="44691" y="269443"/>
                  </a:lnTo>
                  <a:lnTo>
                    <a:pt x="36372" y="263829"/>
                  </a:lnTo>
                  <a:lnTo>
                    <a:pt x="26174" y="261772"/>
                  </a:lnTo>
                  <a:lnTo>
                    <a:pt x="15989" y="263829"/>
                  </a:lnTo>
                  <a:lnTo>
                    <a:pt x="7670" y="269443"/>
                  </a:lnTo>
                  <a:lnTo>
                    <a:pt x="2057" y="277761"/>
                  </a:lnTo>
                  <a:lnTo>
                    <a:pt x="0" y="287947"/>
                  </a:lnTo>
                  <a:lnTo>
                    <a:pt x="2057" y="298145"/>
                  </a:lnTo>
                  <a:lnTo>
                    <a:pt x="7670" y="306463"/>
                  </a:lnTo>
                  <a:lnTo>
                    <a:pt x="15989" y="312064"/>
                  </a:lnTo>
                  <a:lnTo>
                    <a:pt x="26174" y="314121"/>
                  </a:lnTo>
                  <a:lnTo>
                    <a:pt x="36372" y="312064"/>
                  </a:lnTo>
                  <a:lnTo>
                    <a:pt x="44691" y="306463"/>
                  </a:lnTo>
                  <a:lnTo>
                    <a:pt x="50304" y="298145"/>
                  </a:lnTo>
                  <a:lnTo>
                    <a:pt x="52362" y="287947"/>
                  </a:lnTo>
                  <a:close/>
                </a:path>
                <a:path w="575944" h="1885314">
                  <a:moveTo>
                    <a:pt x="52362" y="26174"/>
                  </a:moveTo>
                  <a:lnTo>
                    <a:pt x="50304" y="15989"/>
                  </a:lnTo>
                  <a:lnTo>
                    <a:pt x="44691" y="7670"/>
                  </a:lnTo>
                  <a:lnTo>
                    <a:pt x="36372" y="2057"/>
                  </a:lnTo>
                  <a:lnTo>
                    <a:pt x="26174" y="0"/>
                  </a:lnTo>
                  <a:lnTo>
                    <a:pt x="15989" y="2057"/>
                  </a:lnTo>
                  <a:lnTo>
                    <a:pt x="7670" y="7670"/>
                  </a:lnTo>
                  <a:lnTo>
                    <a:pt x="2057" y="15989"/>
                  </a:lnTo>
                  <a:lnTo>
                    <a:pt x="0" y="26174"/>
                  </a:lnTo>
                  <a:lnTo>
                    <a:pt x="2057" y="36372"/>
                  </a:lnTo>
                  <a:lnTo>
                    <a:pt x="7670" y="44691"/>
                  </a:lnTo>
                  <a:lnTo>
                    <a:pt x="15989" y="50292"/>
                  </a:lnTo>
                  <a:lnTo>
                    <a:pt x="26174" y="52349"/>
                  </a:lnTo>
                  <a:lnTo>
                    <a:pt x="36372" y="50292"/>
                  </a:lnTo>
                  <a:lnTo>
                    <a:pt x="44691" y="44691"/>
                  </a:lnTo>
                  <a:lnTo>
                    <a:pt x="50304" y="36372"/>
                  </a:lnTo>
                  <a:lnTo>
                    <a:pt x="52362" y="26174"/>
                  </a:lnTo>
                  <a:close/>
                </a:path>
                <a:path w="575944" h="1885314">
                  <a:moveTo>
                    <a:pt x="314134" y="1858581"/>
                  </a:moveTo>
                  <a:lnTo>
                    <a:pt x="312077" y="1848396"/>
                  </a:lnTo>
                  <a:lnTo>
                    <a:pt x="306463" y="1840064"/>
                  </a:lnTo>
                  <a:lnTo>
                    <a:pt x="298145" y="1834464"/>
                  </a:lnTo>
                  <a:lnTo>
                    <a:pt x="287947" y="1832406"/>
                  </a:lnTo>
                  <a:lnTo>
                    <a:pt x="277761" y="1834464"/>
                  </a:lnTo>
                  <a:lnTo>
                    <a:pt x="269443" y="1840064"/>
                  </a:lnTo>
                  <a:lnTo>
                    <a:pt x="263829" y="1848396"/>
                  </a:lnTo>
                  <a:lnTo>
                    <a:pt x="261772" y="1858581"/>
                  </a:lnTo>
                  <a:lnTo>
                    <a:pt x="263829" y="1868766"/>
                  </a:lnTo>
                  <a:lnTo>
                    <a:pt x="269443" y="1877098"/>
                  </a:lnTo>
                  <a:lnTo>
                    <a:pt x="277761" y="1882698"/>
                  </a:lnTo>
                  <a:lnTo>
                    <a:pt x="287947" y="1884756"/>
                  </a:lnTo>
                  <a:lnTo>
                    <a:pt x="298145" y="1882698"/>
                  </a:lnTo>
                  <a:lnTo>
                    <a:pt x="306463" y="1877098"/>
                  </a:lnTo>
                  <a:lnTo>
                    <a:pt x="312077" y="1868766"/>
                  </a:lnTo>
                  <a:lnTo>
                    <a:pt x="314134" y="1858581"/>
                  </a:lnTo>
                  <a:close/>
                </a:path>
                <a:path w="575944" h="1885314">
                  <a:moveTo>
                    <a:pt x="314134" y="1596809"/>
                  </a:moveTo>
                  <a:lnTo>
                    <a:pt x="312077" y="1586623"/>
                  </a:lnTo>
                  <a:lnTo>
                    <a:pt x="306463" y="1578292"/>
                  </a:lnTo>
                  <a:lnTo>
                    <a:pt x="298145" y="1572691"/>
                  </a:lnTo>
                  <a:lnTo>
                    <a:pt x="287947" y="1570634"/>
                  </a:lnTo>
                  <a:lnTo>
                    <a:pt x="277761" y="1572691"/>
                  </a:lnTo>
                  <a:lnTo>
                    <a:pt x="269443" y="1578292"/>
                  </a:lnTo>
                  <a:lnTo>
                    <a:pt x="263829" y="1586623"/>
                  </a:lnTo>
                  <a:lnTo>
                    <a:pt x="261772" y="1596809"/>
                  </a:lnTo>
                  <a:lnTo>
                    <a:pt x="263829" y="1606994"/>
                  </a:lnTo>
                  <a:lnTo>
                    <a:pt x="269443" y="1615325"/>
                  </a:lnTo>
                  <a:lnTo>
                    <a:pt x="277761" y="1620926"/>
                  </a:lnTo>
                  <a:lnTo>
                    <a:pt x="287947" y="1622983"/>
                  </a:lnTo>
                  <a:lnTo>
                    <a:pt x="298145" y="1620926"/>
                  </a:lnTo>
                  <a:lnTo>
                    <a:pt x="306463" y="1615325"/>
                  </a:lnTo>
                  <a:lnTo>
                    <a:pt x="312077" y="1606994"/>
                  </a:lnTo>
                  <a:lnTo>
                    <a:pt x="314134" y="1596809"/>
                  </a:lnTo>
                  <a:close/>
                </a:path>
                <a:path w="575944" h="1885314">
                  <a:moveTo>
                    <a:pt x="314134" y="1335036"/>
                  </a:moveTo>
                  <a:lnTo>
                    <a:pt x="312077" y="1324851"/>
                  </a:lnTo>
                  <a:lnTo>
                    <a:pt x="306463" y="1316520"/>
                  </a:lnTo>
                  <a:lnTo>
                    <a:pt x="298145" y="1310919"/>
                  </a:lnTo>
                  <a:lnTo>
                    <a:pt x="287947" y="1308862"/>
                  </a:lnTo>
                  <a:lnTo>
                    <a:pt x="277761" y="1310919"/>
                  </a:lnTo>
                  <a:lnTo>
                    <a:pt x="269443" y="1316520"/>
                  </a:lnTo>
                  <a:lnTo>
                    <a:pt x="263829" y="1324851"/>
                  </a:lnTo>
                  <a:lnTo>
                    <a:pt x="261772" y="1335036"/>
                  </a:lnTo>
                  <a:lnTo>
                    <a:pt x="263829" y="1345222"/>
                  </a:lnTo>
                  <a:lnTo>
                    <a:pt x="269443" y="1353553"/>
                  </a:lnTo>
                  <a:lnTo>
                    <a:pt x="277761" y="1359154"/>
                  </a:lnTo>
                  <a:lnTo>
                    <a:pt x="287947" y="1361211"/>
                  </a:lnTo>
                  <a:lnTo>
                    <a:pt x="298145" y="1359154"/>
                  </a:lnTo>
                  <a:lnTo>
                    <a:pt x="306463" y="1353553"/>
                  </a:lnTo>
                  <a:lnTo>
                    <a:pt x="312077" y="1345222"/>
                  </a:lnTo>
                  <a:lnTo>
                    <a:pt x="314134" y="1335036"/>
                  </a:lnTo>
                  <a:close/>
                </a:path>
                <a:path w="575944" h="1885314">
                  <a:moveTo>
                    <a:pt x="314134" y="1073264"/>
                  </a:moveTo>
                  <a:lnTo>
                    <a:pt x="312077" y="1063078"/>
                  </a:lnTo>
                  <a:lnTo>
                    <a:pt x="306463" y="1054747"/>
                  </a:lnTo>
                  <a:lnTo>
                    <a:pt x="298145" y="1049147"/>
                  </a:lnTo>
                  <a:lnTo>
                    <a:pt x="287947" y="1047089"/>
                  </a:lnTo>
                  <a:lnTo>
                    <a:pt x="277761" y="1049147"/>
                  </a:lnTo>
                  <a:lnTo>
                    <a:pt x="269443" y="1054747"/>
                  </a:lnTo>
                  <a:lnTo>
                    <a:pt x="263829" y="1063078"/>
                  </a:lnTo>
                  <a:lnTo>
                    <a:pt x="261772" y="1073264"/>
                  </a:lnTo>
                  <a:lnTo>
                    <a:pt x="263829" y="1083449"/>
                  </a:lnTo>
                  <a:lnTo>
                    <a:pt x="269443" y="1091780"/>
                  </a:lnTo>
                  <a:lnTo>
                    <a:pt x="277761" y="1097381"/>
                  </a:lnTo>
                  <a:lnTo>
                    <a:pt x="287947" y="1099439"/>
                  </a:lnTo>
                  <a:lnTo>
                    <a:pt x="298145" y="1097381"/>
                  </a:lnTo>
                  <a:lnTo>
                    <a:pt x="306463" y="1091780"/>
                  </a:lnTo>
                  <a:lnTo>
                    <a:pt x="312077" y="1083449"/>
                  </a:lnTo>
                  <a:lnTo>
                    <a:pt x="314134" y="1073264"/>
                  </a:lnTo>
                  <a:close/>
                </a:path>
                <a:path w="575944" h="1885314">
                  <a:moveTo>
                    <a:pt x="314134" y="811491"/>
                  </a:moveTo>
                  <a:lnTo>
                    <a:pt x="312077" y="801306"/>
                  </a:lnTo>
                  <a:lnTo>
                    <a:pt x="306463" y="792975"/>
                  </a:lnTo>
                  <a:lnTo>
                    <a:pt x="298145" y="787374"/>
                  </a:lnTo>
                  <a:lnTo>
                    <a:pt x="287947" y="785317"/>
                  </a:lnTo>
                  <a:lnTo>
                    <a:pt x="277761" y="787374"/>
                  </a:lnTo>
                  <a:lnTo>
                    <a:pt x="269443" y="792975"/>
                  </a:lnTo>
                  <a:lnTo>
                    <a:pt x="263829" y="801306"/>
                  </a:lnTo>
                  <a:lnTo>
                    <a:pt x="261772" y="811491"/>
                  </a:lnTo>
                  <a:lnTo>
                    <a:pt x="263829" y="821677"/>
                  </a:lnTo>
                  <a:lnTo>
                    <a:pt x="269443" y="830008"/>
                  </a:lnTo>
                  <a:lnTo>
                    <a:pt x="277761" y="835609"/>
                  </a:lnTo>
                  <a:lnTo>
                    <a:pt x="287947" y="837666"/>
                  </a:lnTo>
                  <a:lnTo>
                    <a:pt x="298145" y="835609"/>
                  </a:lnTo>
                  <a:lnTo>
                    <a:pt x="306463" y="830008"/>
                  </a:lnTo>
                  <a:lnTo>
                    <a:pt x="312077" y="821677"/>
                  </a:lnTo>
                  <a:lnTo>
                    <a:pt x="314134" y="811491"/>
                  </a:lnTo>
                  <a:close/>
                </a:path>
                <a:path w="575944" h="1885314">
                  <a:moveTo>
                    <a:pt x="314134" y="549719"/>
                  </a:moveTo>
                  <a:lnTo>
                    <a:pt x="312077" y="539534"/>
                  </a:lnTo>
                  <a:lnTo>
                    <a:pt x="306463" y="531202"/>
                  </a:lnTo>
                  <a:lnTo>
                    <a:pt x="298145" y="525602"/>
                  </a:lnTo>
                  <a:lnTo>
                    <a:pt x="287947" y="523544"/>
                  </a:lnTo>
                  <a:lnTo>
                    <a:pt x="277761" y="525602"/>
                  </a:lnTo>
                  <a:lnTo>
                    <a:pt x="269443" y="531202"/>
                  </a:lnTo>
                  <a:lnTo>
                    <a:pt x="263829" y="539534"/>
                  </a:lnTo>
                  <a:lnTo>
                    <a:pt x="261772" y="549719"/>
                  </a:lnTo>
                  <a:lnTo>
                    <a:pt x="263829" y="559904"/>
                  </a:lnTo>
                  <a:lnTo>
                    <a:pt x="269443" y="568236"/>
                  </a:lnTo>
                  <a:lnTo>
                    <a:pt x="277761" y="573836"/>
                  </a:lnTo>
                  <a:lnTo>
                    <a:pt x="287947" y="575894"/>
                  </a:lnTo>
                  <a:lnTo>
                    <a:pt x="298145" y="573836"/>
                  </a:lnTo>
                  <a:lnTo>
                    <a:pt x="306463" y="568236"/>
                  </a:lnTo>
                  <a:lnTo>
                    <a:pt x="312077" y="559904"/>
                  </a:lnTo>
                  <a:lnTo>
                    <a:pt x="314134" y="549719"/>
                  </a:lnTo>
                  <a:close/>
                </a:path>
                <a:path w="575944" h="1885314">
                  <a:moveTo>
                    <a:pt x="314134" y="287947"/>
                  </a:moveTo>
                  <a:lnTo>
                    <a:pt x="312077" y="277761"/>
                  </a:lnTo>
                  <a:lnTo>
                    <a:pt x="306463" y="269443"/>
                  </a:lnTo>
                  <a:lnTo>
                    <a:pt x="298145" y="263829"/>
                  </a:lnTo>
                  <a:lnTo>
                    <a:pt x="287947" y="261772"/>
                  </a:lnTo>
                  <a:lnTo>
                    <a:pt x="277761" y="263829"/>
                  </a:lnTo>
                  <a:lnTo>
                    <a:pt x="269443" y="269443"/>
                  </a:lnTo>
                  <a:lnTo>
                    <a:pt x="263829" y="277761"/>
                  </a:lnTo>
                  <a:lnTo>
                    <a:pt x="261772" y="287947"/>
                  </a:lnTo>
                  <a:lnTo>
                    <a:pt x="263829" y="298145"/>
                  </a:lnTo>
                  <a:lnTo>
                    <a:pt x="269443" y="306463"/>
                  </a:lnTo>
                  <a:lnTo>
                    <a:pt x="277761" y="312064"/>
                  </a:lnTo>
                  <a:lnTo>
                    <a:pt x="287947" y="314121"/>
                  </a:lnTo>
                  <a:lnTo>
                    <a:pt x="298145" y="312064"/>
                  </a:lnTo>
                  <a:lnTo>
                    <a:pt x="306463" y="306463"/>
                  </a:lnTo>
                  <a:lnTo>
                    <a:pt x="312077" y="298145"/>
                  </a:lnTo>
                  <a:lnTo>
                    <a:pt x="314134" y="287947"/>
                  </a:lnTo>
                  <a:close/>
                </a:path>
                <a:path w="575944" h="1885314">
                  <a:moveTo>
                    <a:pt x="314134" y="26174"/>
                  </a:moveTo>
                  <a:lnTo>
                    <a:pt x="312077" y="15989"/>
                  </a:lnTo>
                  <a:lnTo>
                    <a:pt x="306463" y="7670"/>
                  </a:lnTo>
                  <a:lnTo>
                    <a:pt x="298145" y="2057"/>
                  </a:lnTo>
                  <a:lnTo>
                    <a:pt x="287947" y="0"/>
                  </a:lnTo>
                  <a:lnTo>
                    <a:pt x="277761" y="2057"/>
                  </a:lnTo>
                  <a:lnTo>
                    <a:pt x="269443" y="7670"/>
                  </a:lnTo>
                  <a:lnTo>
                    <a:pt x="263829" y="15989"/>
                  </a:lnTo>
                  <a:lnTo>
                    <a:pt x="261772" y="26174"/>
                  </a:lnTo>
                  <a:lnTo>
                    <a:pt x="263829" y="36372"/>
                  </a:lnTo>
                  <a:lnTo>
                    <a:pt x="269443" y="44691"/>
                  </a:lnTo>
                  <a:lnTo>
                    <a:pt x="277761" y="50292"/>
                  </a:lnTo>
                  <a:lnTo>
                    <a:pt x="287947" y="52349"/>
                  </a:lnTo>
                  <a:lnTo>
                    <a:pt x="298145" y="50292"/>
                  </a:lnTo>
                  <a:lnTo>
                    <a:pt x="306463" y="44691"/>
                  </a:lnTo>
                  <a:lnTo>
                    <a:pt x="312077" y="36372"/>
                  </a:lnTo>
                  <a:lnTo>
                    <a:pt x="314134" y="26174"/>
                  </a:lnTo>
                  <a:close/>
                </a:path>
                <a:path w="575944" h="1885314">
                  <a:moveTo>
                    <a:pt x="575906" y="1858581"/>
                  </a:moveTo>
                  <a:lnTo>
                    <a:pt x="573849" y="1848396"/>
                  </a:lnTo>
                  <a:lnTo>
                    <a:pt x="568236" y="1840064"/>
                  </a:lnTo>
                  <a:lnTo>
                    <a:pt x="559917" y="1834464"/>
                  </a:lnTo>
                  <a:lnTo>
                    <a:pt x="549719" y="1832406"/>
                  </a:lnTo>
                  <a:lnTo>
                    <a:pt x="539534" y="1834464"/>
                  </a:lnTo>
                  <a:lnTo>
                    <a:pt x="531215" y="1840064"/>
                  </a:lnTo>
                  <a:lnTo>
                    <a:pt x="525602" y="1848396"/>
                  </a:lnTo>
                  <a:lnTo>
                    <a:pt x="523544" y="1858581"/>
                  </a:lnTo>
                  <a:lnTo>
                    <a:pt x="525602" y="1868766"/>
                  </a:lnTo>
                  <a:lnTo>
                    <a:pt x="531215" y="1877098"/>
                  </a:lnTo>
                  <a:lnTo>
                    <a:pt x="539534" y="1882698"/>
                  </a:lnTo>
                  <a:lnTo>
                    <a:pt x="549719" y="1884756"/>
                  </a:lnTo>
                  <a:lnTo>
                    <a:pt x="559917" y="1882698"/>
                  </a:lnTo>
                  <a:lnTo>
                    <a:pt x="568236" y="1877098"/>
                  </a:lnTo>
                  <a:lnTo>
                    <a:pt x="573849" y="1868766"/>
                  </a:lnTo>
                  <a:lnTo>
                    <a:pt x="575906" y="1858581"/>
                  </a:lnTo>
                  <a:close/>
                </a:path>
                <a:path w="575944" h="1885314">
                  <a:moveTo>
                    <a:pt x="575906" y="1596809"/>
                  </a:moveTo>
                  <a:lnTo>
                    <a:pt x="573849" y="1586623"/>
                  </a:lnTo>
                  <a:lnTo>
                    <a:pt x="568236" y="1578292"/>
                  </a:lnTo>
                  <a:lnTo>
                    <a:pt x="559917" y="1572691"/>
                  </a:lnTo>
                  <a:lnTo>
                    <a:pt x="549719" y="1570634"/>
                  </a:lnTo>
                  <a:lnTo>
                    <a:pt x="539534" y="1572691"/>
                  </a:lnTo>
                  <a:lnTo>
                    <a:pt x="531215" y="1578292"/>
                  </a:lnTo>
                  <a:lnTo>
                    <a:pt x="525602" y="1586623"/>
                  </a:lnTo>
                  <a:lnTo>
                    <a:pt x="523544" y="1596809"/>
                  </a:lnTo>
                  <a:lnTo>
                    <a:pt x="525602" y="1606994"/>
                  </a:lnTo>
                  <a:lnTo>
                    <a:pt x="531215" y="1615325"/>
                  </a:lnTo>
                  <a:lnTo>
                    <a:pt x="539534" y="1620926"/>
                  </a:lnTo>
                  <a:lnTo>
                    <a:pt x="549719" y="1622983"/>
                  </a:lnTo>
                  <a:lnTo>
                    <a:pt x="559917" y="1620926"/>
                  </a:lnTo>
                  <a:lnTo>
                    <a:pt x="568236" y="1615325"/>
                  </a:lnTo>
                  <a:lnTo>
                    <a:pt x="573849" y="1606994"/>
                  </a:lnTo>
                  <a:lnTo>
                    <a:pt x="575906" y="1596809"/>
                  </a:lnTo>
                  <a:close/>
                </a:path>
                <a:path w="575944" h="1885314">
                  <a:moveTo>
                    <a:pt x="575906" y="1335036"/>
                  </a:moveTo>
                  <a:lnTo>
                    <a:pt x="573849" y="1324851"/>
                  </a:lnTo>
                  <a:lnTo>
                    <a:pt x="568236" y="1316520"/>
                  </a:lnTo>
                  <a:lnTo>
                    <a:pt x="559917" y="1310919"/>
                  </a:lnTo>
                  <a:lnTo>
                    <a:pt x="549719" y="1308862"/>
                  </a:lnTo>
                  <a:lnTo>
                    <a:pt x="539534" y="1310919"/>
                  </a:lnTo>
                  <a:lnTo>
                    <a:pt x="531215" y="1316520"/>
                  </a:lnTo>
                  <a:lnTo>
                    <a:pt x="525602" y="1324851"/>
                  </a:lnTo>
                  <a:lnTo>
                    <a:pt x="523544" y="1335036"/>
                  </a:lnTo>
                  <a:lnTo>
                    <a:pt x="525602" y="1345222"/>
                  </a:lnTo>
                  <a:lnTo>
                    <a:pt x="531215" y="1353553"/>
                  </a:lnTo>
                  <a:lnTo>
                    <a:pt x="539534" y="1359154"/>
                  </a:lnTo>
                  <a:lnTo>
                    <a:pt x="549719" y="1361211"/>
                  </a:lnTo>
                  <a:lnTo>
                    <a:pt x="559917" y="1359154"/>
                  </a:lnTo>
                  <a:lnTo>
                    <a:pt x="568236" y="1353553"/>
                  </a:lnTo>
                  <a:lnTo>
                    <a:pt x="573849" y="1345222"/>
                  </a:lnTo>
                  <a:lnTo>
                    <a:pt x="575906" y="1335036"/>
                  </a:lnTo>
                  <a:close/>
                </a:path>
                <a:path w="575944" h="1885314">
                  <a:moveTo>
                    <a:pt x="575906" y="1073264"/>
                  </a:moveTo>
                  <a:lnTo>
                    <a:pt x="573849" y="1063078"/>
                  </a:lnTo>
                  <a:lnTo>
                    <a:pt x="568236" y="1054747"/>
                  </a:lnTo>
                  <a:lnTo>
                    <a:pt x="559917" y="1049147"/>
                  </a:lnTo>
                  <a:lnTo>
                    <a:pt x="549719" y="1047089"/>
                  </a:lnTo>
                  <a:lnTo>
                    <a:pt x="539534" y="1049147"/>
                  </a:lnTo>
                  <a:lnTo>
                    <a:pt x="531215" y="1054747"/>
                  </a:lnTo>
                  <a:lnTo>
                    <a:pt x="525602" y="1063078"/>
                  </a:lnTo>
                  <a:lnTo>
                    <a:pt x="523544" y="1073264"/>
                  </a:lnTo>
                  <a:lnTo>
                    <a:pt x="525602" y="1083449"/>
                  </a:lnTo>
                  <a:lnTo>
                    <a:pt x="531215" y="1091780"/>
                  </a:lnTo>
                  <a:lnTo>
                    <a:pt x="539534" y="1097381"/>
                  </a:lnTo>
                  <a:lnTo>
                    <a:pt x="549719" y="1099439"/>
                  </a:lnTo>
                  <a:lnTo>
                    <a:pt x="559917" y="1097381"/>
                  </a:lnTo>
                  <a:lnTo>
                    <a:pt x="568236" y="1091780"/>
                  </a:lnTo>
                  <a:lnTo>
                    <a:pt x="573849" y="1083449"/>
                  </a:lnTo>
                  <a:lnTo>
                    <a:pt x="575906" y="1073264"/>
                  </a:lnTo>
                  <a:close/>
                </a:path>
                <a:path w="575944" h="1885314">
                  <a:moveTo>
                    <a:pt x="575906" y="811491"/>
                  </a:moveTo>
                  <a:lnTo>
                    <a:pt x="573849" y="801306"/>
                  </a:lnTo>
                  <a:lnTo>
                    <a:pt x="568236" y="792975"/>
                  </a:lnTo>
                  <a:lnTo>
                    <a:pt x="559917" y="787374"/>
                  </a:lnTo>
                  <a:lnTo>
                    <a:pt x="549719" y="785317"/>
                  </a:lnTo>
                  <a:lnTo>
                    <a:pt x="539534" y="787374"/>
                  </a:lnTo>
                  <a:lnTo>
                    <a:pt x="531215" y="792975"/>
                  </a:lnTo>
                  <a:lnTo>
                    <a:pt x="525602" y="801306"/>
                  </a:lnTo>
                  <a:lnTo>
                    <a:pt x="523544" y="811491"/>
                  </a:lnTo>
                  <a:lnTo>
                    <a:pt x="525602" y="821677"/>
                  </a:lnTo>
                  <a:lnTo>
                    <a:pt x="531215" y="830008"/>
                  </a:lnTo>
                  <a:lnTo>
                    <a:pt x="539534" y="835609"/>
                  </a:lnTo>
                  <a:lnTo>
                    <a:pt x="549719" y="837666"/>
                  </a:lnTo>
                  <a:lnTo>
                    <a:pt x="559917" y="835609"/>
                  </a:lnTo>
                  <a:lnTo>
                    <a:pt x="568236" y="830008"/>
                  </a:lnTo>
                  <a:lnTo>
                    <a:pt x="573849" y="821677"/>
                  </a:lnTo>
                  <a:lnTo>
                    <a:pt x="575906" y="811491"/>
                  </a:lnTo>
                  <a:close/>
                </a:path>
                <a:path w="575944" h="1885314">
                  <a:moveTo>
                    <a:pt x="575906" y="549719"/>
                  </a:moveTo>
                  <a:lnTo>
                    <a:pt x="573849" y="539534"/>
                  </a:lnTo>
                  <a:lnTo>
                    <a:pt x="568236" y="531202"/>
                  </a:lnTo>
                  <a:lnTo>
                    <a:pt x="559917" y="525602"/>
                  </a:lnTo>
                  <a:lnTo>
                    <a:pt x="549719" y="523544"/>
                  </a:lnTo>
                  <a:lnTo>
                    <a:pt x="539534" y="525602"/>
                  </a:lnTo>
                  <a:lnTo>
                    <a:pt x="531215" y="531202"/>
                  </a:lnTo>
                  <a:lnTo>
                    <a:pt x="525602" y="539534"/>
                  </a:lnTo>
                  <a:lnTo>
                    <a:pt x="523544" y="549719"/>
                  </a:lnTo>
                  <a:lnTo>
                    <a:pt x="525602" y="559904"/>
                  </a:lnTo>
                  <a:lnTo>
                    <a:pt x="531215" y="568236"/>
                  </a:lnTo>
                  <a:lnTo>
                    <a:pt x="539534" y="573836"/>
                  </a:lnTo>
                  <a:lnTo>
                    <a:pt x="549719" y="575894"/>
                  </a:lnTo>
                  <a:lnTo>
                    <a:pt x="559917" y="573836"/>
                  </a:lnTo>
                  <a:lnTo>
                    <a:pt x="568236" y="568236"/>
                  </a:lnTo>
                  <a:lnTo>
                    <a:pt x="573849" y="559904"/>
                  </a:lnTo>
                  <a:lnTo>
                    <a:pt x="575906" y="549719"/>
                  </a:lnTo>
                  <a:close/>
                </a:path>
                <a:path w="575944" h="1885314">
                  <a:moveTo>
                    <a:pt x="575906" y="287947"/>
                  </a:moveTo>
                  <a:lnTo>
                    <a:pt x="573849" y="277761"/>
                  </a:lnTo>
                  <a:lnTo>
                    <a:pt x="568236" y="269443"/>
                  </a:lnTo>
                  <a:lnTo>
                    <a:pt x="559917" y="263829"/>
                  </a:lnTo>
                  <a:lnTo>
                    <a:pt x="549719" y="261772"/>
                  </a:lnTo>
                  <a:lnTo>
                    <a:pt x="539534" y="263829"/>
                  </a:lnTo>
                  <a:lnTo>
                    <a:pt x="531215" y="269443"/>
                  </a:lnTo>
                  <a:lnTo>
                    <a:pt x="525602" y="277761"/>
                  </a:lnTo>
                  <a:lnTo>
                    <a:pt x="523544" y="287947"/>
                  </a:lnTo>
                  <a:lnTo>
                    <a:pt x="525602" y="298145"/>
                  </a:lnTo>
                  <a:lnTo>
                    <a:pt x="531215" y="306463"/>
                  </a:lnTo>
                  <a:lnTo>
                    <a:pt x="539534" y="312064"/>
                  </a:lnTo>
                  <a:lnTo>
                    <a:pt x="549719" y="314121"/>
                  </a:lnTo>
                  <a:lnTo>
                    <a:pt x="559917" y="312064"/>
                  </a:lnTo>
                  <a:lnTo>
                    <a:pt x="568236" y="306463"/>
                  </a:lnTo>
                  <a:lnTo>
                    <a:pt x="573849" y="298145"/>
                  </a:lnTo>
                  <a:lnTo>
                    <a:pt x="575906" y="287947"/>
                  </a:lnTo>
                  <a:close/>
                </a:path>
                <a:path w="575944" h="1885314">
                  <a:moveTo>
                    <a:pt x="575906" y="26174"/>
                  </a:moveTo>
                  <a:lnTo>
                    <a:pt x="573849" y="15989"/>
                  </a:lnTo>
                  <a:lnTo>
                    <a:pt x="568236" y="7670"/>
                  </a:lnTo>
                  <a:lnTo>
                    <a:pt x="559917" y="2057"/>
                  </a:lnTo>
                  <a:lnTo>
                    <a:pt x="549719" y="0"/>
                  </a:lnTo>
                  <a:lnTo>
                    <a:pt x="539534" y="2057"/>
                  </a:lnTo>
                  <a:lnTo>
                    <a:pt x="531215" y="7670"/>
                  </a:lnTo>
                  <a:lnTo>
                    <a:pt x="525602" y="15989"/>
                  </a:lnTo>
                  <a:lnTo>
                    <a:pt x="523544" y="26174"/>
                  </a:lnTo>
                  <a:lnTo>
                    <a:pt x="525602" y="36372"/>
                  </a:lnTo>
                  <a:lnTo>
                    <a:pt x="531215" y="44691"/>
                  </a:lnTo>
                  <a:lnTo>
                    <a:pt x="539534" y="50292"/>
                  </a:lnTo>
                  <a:lnTo>
                    <a:pt x="549719" y="52349"/>
                  </a:lnTo>
                  <a:lnTo>
                    <a:pt x="559917" y="50292"/>
                  </a:lnTo>
                  <a:lnTo>
                    <a:pt x="568236" y="44691"/>
                  </a:lnTo>
                  <a:lnTo>
                    <a:pt x="573849" y="36372"/>
                  </a:lnTo>
                  <a:lnTo>
                    <a:pt x="575906" y="26174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>
              <a:extLst>
                <a:ext uri="{FF2B5EF4-FFF2-40B4-BE49-F238E27FC236}">
                  <a16:creationId xmlns:a16="http://schemas.microsoft.com/office/drawing/2014/main" id="{4FAD1933-454F-9284-1C0A-AE1C49190916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3560101"/>
              <a:ext cx="11821629" cy="7748455"/>
            </a:xfrm>
            <a:prstGeom prst="rect">
              <a:avLst/>
            </a:prstGeom>
          </p:spPr>
        </p:pic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DD6322BD-388D-1EEA-9C05-48CF7B3A218A}"/>
                </a:ext>
              </a:extLst>
            </p:cNvPr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1A1A1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450C2141-FDB4-660E-C6D6-3472F4B116D6}"/>
                </a:ext>
              </a:extLst>
            </p:cNvPr>
            <p:cNvSpPr/>
            <p:nvPr/>
          </p:nvSpPr>
          <p:spPr>
            <a:xfrm>
              <a:off x="10774745" y="5654278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>
            <a:extLst>
              <a:ext uri="{FF2B5EF4-FFF2-40B4-BE49-F238E27FC236}">
                <a16:creationId xmlns:a16="http://schemas.microsoft.com/office/drawing/2014/main" id="{6CD379BB-C1CC-B529-1E04-5FDFF05EC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1533525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TERMOS de Dee </a:t>
            </a:r>
            <a:r>
              <a:rPr lang="pt-BR" sz="4950" b="1" spc="-15" dirty="0" err="1">
                <a:latin typeface="Montserrat ExtraBold"/>
                <a:cs typeface="Montserrat ExtraBold"/>
              </a:rPr>
              <a:t>Hock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ts val="5940"/>
              </a:lnSpc>
            </a:pPr>
            <a:r>
              <a:rPr lang="pt-BR" sz="4950" b="0" spc="-25" dirty="0">
                <a:latin typeface="Montserrat"/>
                <a:cs typeface="Montserrat"/>
              </a:rPr>
              <a:t>TEMPO</a:t>
            </a:r>
            <a:endParaRPr sz="4950" dirty="0">
              <a:latin typeface="Montserrat"/>
              <a:cs typeface="Montserrat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836C8C9-BFB1-C0B6-A3A6-13C8EF19E093}"/>
              </a:ext>
            </a:extLst>
          </p:cNvPr>
          <p:cNvSpPr txBox="1"/>
          <p:nvPr/>
        </p:nvSpPr>
        <p:spPr>
          <a:xfrm>
            <a:off x="12332678" y="6086775"/>
            <a:ext cx="6158865" cy="2820003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“O passado está cada vez menos profético, o futuro cada vez menos previsível</a:t>
            </a:r>
          </a:p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e o presente quase não existe”</a:t>
            </a:r>
            <a:r>
              <a:rPr sz="3600" spc="-15" dirty="0">
                <a:solidFill>
                  <a:srgbClr val="4D4D4D"/>
                </a:solidFill>
                <a:latin typeface="Montserrat"/>
                <a:cs typeface="Montserrat"/>
              </a:rPr>
              <a:t>.</a:t>
            </a:r>
            <a:endParaRPr sz="3600" dirty="0">
              <a:latin typeface="Montserrat"/>
              <a:cs typeface="Montserrat"/>
            </a:endParaRPr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7B760BFE-752E-ED66-05BD-E34C9A5C2DDD}"/>
              </a:ext>
            </a:extLst>
          </p:cNvPr>
          <p:cNvSpPr txBox="1"/>
          <p:nvPr/>
        </p:nvSpPr>
        <p:spPr>
          <a:xfrm>
            <a:off x="12332678" y="4098774"/>
            <a:ext cx="4194810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0"/>
              </a:spcBef>
            </a:pPr>
            <a:r>
              <a:rPr lang="pt-BR" sz="4400" b="1" spc="10" dirty="0">
                <a:solidFill>
                  <a:srgbClr val="333333"/>
                </a:solidFill>
                <a:latin typeface="Montserrat ExtraBold"/>
                <a:cs typeface="Montserrat ExtraBold"/>
              </a:rPr>
              <a:t>Citação</a:t>
            </a:r>
            <a:endParaRPr sz="4400" dirty="0">
              <a:latin typeface="Montserrat ExtraBold"/>
              <a:cs typeface="Montserrat ExtraBold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320781A-6A40-18B2-B69D-111995D15FF7}"/>
              </a:ext>
            </a:extLst>
          </p:cNvPr>
          <p:cNvSpPr txBox="1"/>
          <p:nvPr/>
        </p:nvSpPr>
        <p:spPr>
          <a:xfrm>
            <a:off x="463610" y="4409152"/>
            <a:ext cx="3960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Flutuação da vida.</a:t>
            </a:r>
            <a:endParaRPr lang="pt-BR" sz="4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4D5AC2DA-3EA9-F04A-8AB3-06A542ED504D}"/>
              </a:ext>
            </a:extLst>
          </p:cNvPr>
          <p:cNvSpPr txBox="1"/>
          <p:nvPr/>
        </p:nvSpPr>
        <p:spPr>
          <a:xfrm>
            <a:off x="7416220" y="6485088"/>
            <a:ext cx="2680477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Informação,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Científica,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Cultural,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Espacial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008BFC09-0167-26C6-273F-93F7B62CA5F0}"/>
              </a:ext>
            </a:extLst>
          </p:cNvPr>
          <p:cNvSpPr txBox="1"/>
          <p:nvPr/>
        </p:nvSpPr>
        <p:spPr>
          <a:xfrm>
            <a:off x="980078" y="9617509"/>
            <a:ext cx="92709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Tudo é mudança acelerada.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Não houve perda de flutuação institucional.</a:t>
            </a:r>
          </a:p>
        </p:txBody>
      </p:sp>
    </p:spTree>
    <p:extLst>
      <p:ext uri="{BB962C8B-B14F-4D97-AF65-F5344CB8AC3E}">
        <p14:creationId xmlns:p14="http://schemas.microsoft.com/office/powerpoint/2010/main" val="31248371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5364003" y="9319087"/>
            <a:ext cx="3693160" cy="942975"/>
            <a:chOff x="15364003" y="9319087"/>
            <a:chExt cx="3693160" cy="942975"/>
          </a:xfrm>
        </p:grpSpPr>
        <p:sp>
          <p:nvSpPr>
            <p:cNvPr id="3" name="object 3"/>
            <p:cNvSpPr/>
            <p:nvPr/>
          </p:nvSpPr>
          <p:spPr>
            <a:xfrm>
              <a:off x="15364066" y="9319087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364003" y="9439611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4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4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4">
                  <a:moveTo>
                    <a:pt x="198348" y="337553"/>
                  </a:moveTo>
                  <a:lnTo>
                    <a:pt x="0" y="337553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53"/>
                  </a:lnTo>
                  <a:close/>
                </a:path>
                <a:path w="3693159" h="700404">
                  <a:moveTo>
                    <a:pt x="198348" y="175056"/>
                  </a:moveTo>
                  <a:lnTo>
                    <a:pt x="0" y="175056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56"/>
                  </a:lnTo>
                  <a:close/>
                </a:path>
                <a:path w="3693159" h="700404">
                  <a:moveTo>
                    <a:pt x="198348" y="16802"/>
                  </a:moveTo>
                  <a:lnTo>
                    <a:pt x="0" y="16802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802"/>
                  </a:lnTo>
                  <a:close/>
                </a:path>
                <a:path w="3693159" h="700404">
                  <a:moveTo>
                    <a:pt x="908519" y="161366"/>
                  </a:moveTo>
                  <a:lnTo>
                    <a:pt x="906360" y="130302"/>
                  </a:lnTo>
                  <a:lnTo>
                    <a:pt x="905611" y="119291"/>
                  </a:lnTo>
                  <a:lnTo>
                    <a:pt x="892365" y="84518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17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19"/>
                  </a:lnTo>
                  <a:lnTo>
                    <a:pt x="452539" y="52793"/>
                  </a:lnTo>
                  <a:lnTo>
                    <a:pt x="416775" y="79565"/>
                  </a:lnTo>
                  <a:lnTo>
                    <a:pt x="386105" y="113106"/>
                  </a:lnTo>
                  <a:lnTo>
                    <a:pt x="361505" y="154025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47"/>
                  </a:lnTo>
                  <a:lnTo>
                    <a:pt x="410464" y="366712"/>
                  </a:lnTo>
                  <a:lnTo>
                    <a:pt x="460248" y="387235"/>
                  </a:lnTo>
                  <a:lnTo>
                    <a:pt x="508927" y="402196"/>
                  </a:lnTo>
                  <a:lnTo>
                    <a:pt x="594918" y="424522"/>
                  </a:lnTo>
                  <a:lnTo>
                    <a:pt x="628230" y="436435"/>
                  </a:lnTo>
                  <a:lnTo>
                    <a:pt x="652437" y="451904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901"/>
                  </a:lnTo>
                  <a:lnTo>
                    <a:pt x="622058" y="552831"/>
                  </a:lnTo>
                  <a:lnTo>
                    <a:pt x="587781" y="565391"/>
                  </a:lnTo>
                  <a:lnTo>
                    <a:pt x="553491" y="569569"/>
                  </a:lnTo>
                  <a:lnTo>
                    <a:pt x="508863" y="563206"/>
                  </a:lnTo>
                  <a:lnTo>
                    <a:pt x="477088" y="544449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101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31"/>
                  </a:lnTo>
                  <a:lnTo>
                    <a:pt x="425462" y="692277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89"/>
                  </a:lnTo>
                  <a:lnTo>
                    <a:pt x="829360" y="569569"/>
                  </a:lnTo>
                  <a:lnTo>
                    <a:pt x="848944" y="535825"/>
                  </a:lnTo>
                  <a:lnTo>
                    <a:pt x="863396" y="491413"/>
                  </a:lnTo>
                  <a:lnTo>
                    <a:pt x="869175" y="436968"/>
                  </a:lnTo>
                  <a:lnTo>
                    <a:pt x="862241" y="393585"/>
                  </a:lnTo>
                  <a:lnTo>
                    <a:pt x="844702" y="359727"/>
                  </a:lnTo>
                  <a:lnTo>
                    <a:pt x="786168" y="314401"/>
                  </a:lnTo>
                  <a:lnTo>
                    <a:pt x="749376" y="299821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18"/>
                  </a:lnTo>
                  <a:lnTo>
                    <a:pt x="566496" y="244424"/>
                  </a:lnTo>
                  <a:lnTo>
                    <a:pt x="545185" y="222923"/>
                  </a:lnTo>
                  <a:lnTo>
                    <a:pt x="541693" y="191719"/>
                  </a:lnTo>
                  <a:lnTo>
                    <a:pt x="553224" y="167982"/>
                  </a:lnTo>
                  <a:lnTo>
                    <a:pt x="574852" y="148437"/>
                  </a:lnTo>
                  <a:lnTo>
                    <a:pt x="603161" y="135178"/>
                  </a:lnTo>
                  <a:lnTo>
                    <a:pt x="634758" y="130302"/>
                  </a:lnTo>
                  <a:lnTo>
                    <a:pt x="656818" y="131686"/>
                  </a:lnTo>
                  <a:lnTo>
                    <a:pt x="701903" y="151726"/>
                  </a:lnTo>
                  <a:lnTo>
                    <a:pt x="716381" y="192938"/>
                  </a:lnTo>
                  <a:lnTo>
                    <a:pt x="713574" y="211264"/>
                  </a:lnTo>
                  <a:lnTo>
                    <a:pt x="899693" y="211264"/>
                  </a:lnTo>
                  <a:lnTo>
                    <a:pt x="908519" y="161366"/>
                  </a:lnTo>
                  <a:close/>
                </a:path>
                <a:path w="3693159" h="700404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39"/>
                  </a:lnTo>
                  <a:lnTo>
                    <a:pt x="1438135" y="685939"/>
                  </a:lnTo>
                  <a:lnTo>
                    <a:pt x="1465884" y="555612"/>
                  </a:lnTo>
                  <a:lnTo>
                    <a:pt x="1140129" y="555612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68"/>
                  </a:lnTo>
                  <a:lnTo>
                    <a:pt x="1197978" y="282968"/>
                  </a:lnTo>
                  <a:lnTo>
                    <a:pt x="1227455" y="144246"/>
                  </a:lnTo>
                  <a:lnTo>
                    <a:pt x="1553210" y="144246"/>
                  </a:lnTo>
                  <a:lnTo>
                    <a:pt x="1580972" y="13944"/>
                  </a:lnTo>
                  <a:close/>
                </a:path>
                <a:path w="3693159" h="700404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87"/>
                  </a:lnTo>
                  <a:lnTo>
                    <a:pt x="2065553" y="514692"/>
                  </a:lnTo>
                  <a:lnTo>
                    <a:pt x="1984070" y="171284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39"/>
                  </a:lnTo>
                  <a:lnTo>
                    <a:pt x="1710817" y="685939"/>
                  </a:lnTo>
                  <a:lnTo>
                    <a:pt x="1820189" y="171284"/>
                  </a:lnTo>
                  <a:lnTo>
                    <a:pt x="1822030" y="171284"/>
                  </a:lnTo>
                  <a:lnTo>
                    <a:pt x="1940687" y="685939"/>
                  </a:lnTo>
                  <a:lnTo>
                    <a:pt x="2198497" y="685939"/>
                  </a:lnTo>
                  <a:lnTo>
                    <a:pt x="2234895" y="514692"/>
                  </a:lnTo>
                  <a:lnTo>
                    <a:pt x="2341346" y="13944"/>
                  </a:lnTo>
                  <a:close/>
                </a:path>
                <a:path w="3693159" h="700404">
                  <a:moveTo>
                    <a:pt x="3024949" y="685939"/>
                  </a:moveTo>
                  <a:lnTo>
                    <a:pt x="3001048" y="554697"/>
                  </a:lnTo>
                  <a:lnTo>
                    <a:pt x="2977324" y="424408"/>
                  </a:lnTo>
                  <a:lnTo>
                    <a:pt x="2926461" y="145161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408"/>
                  </a:lnTo>
                  <a:lnTo>
                    <a:pt x="2600248" y="424408"/>
                  </a:lnTo>
                  <a:lnTo>
                    <a:pt x="2750858" y="145161"/>
                  </a:lnTo>
                  <a:lnTo>
                    <a:pt x="2753639" y="145161"/>
                  </a:lnTo>
                  <a:lnTo>
                    <a:pt x="2779877" y="424408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39"/>
                  </a:lnTo>
                  <a:lnTo>
                    <a:pt x="2453513" y="685939"/>
                  </a:lnTo>
                  <a:lnTo>
                    <a:pt x="2525153" y="554697"/>
                  </a:lnTo>
                  <a:lnTo>
                    <a:pt x="2797873" y="554697"/>
                  </a:lnTo>
                  <a:lnTo>
                    <a:pt x="2814612" y="685939"/>
                  </a:lnTo>
                  <a:lnTo>
                    <a:pt x="3024949" y="685939"/>
                  </a:lnTo>
                  <a:close/>
                </a:path>
                <a:path w="3693159" h="700404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39"/>
                  </a:lnTo>
                  <a:lnTo>
                    <a:pt x="3281819" y="685939"/>
                  </a:lnTo>
                  <a:lnTo>
                    <a:pt x="3424669" y="13944"/>
                  </a:lnTo>
                  <a:close/>
                </a:path>
                <a:path w="3693159" h="700404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4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4">
                  <a:moveTo>
                    <a:pt x="3692918" y="337553"/>
                  </a:moveTo>
                  <a:lnTo>
                    <a:pt x="3494570" y="337553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53"/>
                  </a:lnTo>
                  <a:close/>
                </a:path>
                <a:path w="3693159" h="700404">
                  <a:moveTo>
                    <a:pt x="3692918" y="175056"/>
                  </a:moveTo>
                  <a:lnTo>
                    <a:pt x="3494570" y="175056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56"/>
                  </a:lnTo>
                  <a:close/>
                </a:path>
                <a:path w="3693159" h="700404">
                  <a:moveTo>
                    <a:pt x="3692918" y="16802"/>
                  </a:moveTo>
                  <a:lnTo>
                    <a:pt x="3494570" y="16802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8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17957569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8219340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8481112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8742885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9004657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9266428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9528201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9789973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7957569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8219340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481112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742885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9004657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9266428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9528201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789973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7957569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8219340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8481112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8742885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004657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9266428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528201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789973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7957569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8219340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8481112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8742885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9004657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9266428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9528201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9789973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7957569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8219340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8481112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8742885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9004657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9266428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9528201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9789973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7957569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8219340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8481112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8742885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9004657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9266428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9528201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9789973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7957569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8219340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8481112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8742885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9004657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9266428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9528201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9789973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7957569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8219340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8481112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8742885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9004657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/>
          <p:nvPr/>
        </p:nvSpPr>
        <p:spPr>
          <a:xfrm>
            <a:off x="19266428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/>
          <p:cNvSpPr/>
          <p:nvPr/>
        </p:nvSpPr>
        <p:spPr>
          <a:xfrm>
            <a:off x="19528201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/>
          <p:nvPr/>
        </p:nvSpPr>
        <p:spPr>
          <a:xfrm>
            <a:off x="19789973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9" name="object 69"/>
          <p:cNvGrpSpPr/>
          <p:nvPr/>
        </p:nvGrpSpPr>
        <p:grpSpPr>
          <a:xfrm>
            <a:off x="0" y="0"/>
            <a:ext cx="14313700" cy="11308556"/>
            <a:chOff x="0" y="0"/>
            <a:chExt cx="14313700" cy="11308556"/>
          </a:xfrm>
        </p:grpSpPr>
        <p:pic>
          <p:nvPicPr>
            <p:cNvPr id="70" name="object 7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4313700" cy="11308556"/>
            </a:xfrm>
            <a:prstGeom prst="rect">
              <a:avLst/>
            </a:prstGeom>
          </p:spPr>
        </p:pic>
        <p:sp>
          <p:nvSpPr>
            <p:cNvPr id="71" name="object 71"/>
            <p:cNvSpPr/>
            <p:nvPr/>
          </p:nvSpPr>
          <p:spPr>
            <a:xfrm>
              <a:off x="5395174" y="7776085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2" name="object 72"/>
          <p:cNvSpPr txBox="1">
            <a:spLocks noGrp="1"/>
          </p:cNvSpPr>
          <p:nvPr>
            <p:ph type="title"/>
          </p:nvPr>
        </p:nvSpPr>
        <p:spPr>
          <a:xfrm>
            <a:off x="15147595" y="4357774"/>
            <a:ext cx="4695083" cy="43210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200"/>
              </a:lnSpc>
              <a:spcBef>
                <a:spcPts val="95"/>
              </a:spcBef>
            </a:pP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As organizações saudáveis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induzem o comportamento. As organizações doentias o forçam</a:t>
            </a:r>
            <a:endParaRPr sz="4000" dirty="0">
              <a:latin typeface="Montserrat ExtraBold"/>
              <a:cs typeface="Montserrat ExtraBold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06893E84-8409-8914-EA02-742956979C2C}"/>
              </a:ext>
            </a:extLst>
          </p:cNvPr>
          <p:cNvSpPr txBox="1"/>
          <p:nvPr/>
        </p:nvSpPr>
        <p:spPr>
          <a:xfrm>
            <a:off x="1078290" y="7881926"/>
            <a:ext cx="115363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As organizações saudáveis induzem o comportamento.</a:t>
            </a:r>
          </a:p>
          <a:p>
            <a:r>
              <a:rPr lang="pt-BR" sz="4000" dirty="0">
                <a:solidFill>
                  <a:schemeClr val="bg1"/>
                </a:solidFill>
              </a:rPr>
              <a:t>As organizações doentias o forçam.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C2BC4182-1B83-686E-6296-9508E4FFB1B3}"/>
              </a:ext>
            </a:extLst>
          </p:cNvPr>
          <p:cNvSpPr txBox="1"/>
          <p:nvPr/>
        </p:nvSpPr>
        <p:spPr>
          <a:xfrm>
            <a:off x="1076619" y="914604"/>
            <a:ext cx="6521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Tx/>
              <a:buChar char="-"/>
            </a:pPr>
            <a:r>
              <a:rPr lang="pt-BR" sz="4000" dirty="0"/>
              <a:t>Nada a perder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O impossível imaginado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A penúltima palavra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A corporação ou a bengala?</a:t>
            </a:r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839AB9DB-225E-5B55-A378-026598D49C04}"/>
              </a:ext>
            </a:extLst>
          </p:cNvPr>
          <p:cNvSpPr txBox="1"/>
          <p:nvPr/>
        </p:nvSpPr>
        <p:spPr>
          <a:xfrm>
            <a:off x="1012082" y="9323606"/>
            <a:ext cx="115363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O verdadeiro poder nunca é usado. Quem usa o poder,</a:t>
            </a:r>
          </a:p>
          <a:p>
            <a:r>
              <a:rPr lang="pt-BR" sz="4000" dirty="0">
                <a:solidFill>
                  <a:schemeClr val="bg1"/>
                </a:solidFill>
              </a:rPr>
              <a:t>nunca o tem de verdade.</a:t>
            </a:r>
          </a:p>
        </p:txBody>
      </p:sp>
      <p:sp>
        <p:nvSpPr>
          <p:cNvPr id="80" name="object 71">
            <a:extLst>
              <a:ext uri="{FF2B5EF4-FFF2-40B4-BE49-F238E27FC236}">
                <a16:creationId xmlns:a16="http://schemas.microsoft.com/office/drawing/2014/main" id="{3D581306-6F89-0E17-9D98-FEC66CDA5417}"/>
              </a:ext>
            </a:extLst>
          </p:cNvPr>
          <p:cNvSpPr/>
          <p:nvPr/>
        </p:nvSpPr>
        <p:spPr>
          <a:xfrm>
            <a:off x="5547574" y="7928485"/>
            <a:ext cx="2094230" cy="0"/>
          </a:xfrm>
          <a:custGeom>
            <a:avLst/>
            <a:gdLst/>
            <a:ahLst/>
            <a:cxnLst/>
            <a:rect l="l" t="t" r="r" b="b"/>
            <a:pathLst>
              <a:path w="2094229">
                <a:moveTo>
                  <a:pt x="0" y="0"/>
                </a:moveTo>
                <a:lnTo>
                  <a:pt x="2094177" y="0"/>
                </a:lnTo>
              </a:path>
            </a:pathLst>
          </a:custGeom>
          <a:ln w="31412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6692-99A3-AFF0-090C-BC9398284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2D79BA5-083A-56BB-0031-5D7A9912340E}"/>
              </a:ext>
            </a:extLst>
          </p:cNvPr>
          <p:cNvGrpSpPr/>
          <p:nvPr/>
        </p:nvGrpSpPr>
        <p:grpSpPr>
          <a:xfrm>
            <a:off x="15364003" y="9319087"/>
            <a:ext cx="3693160" cy="942975"/>
            <a:chOff x="15364003" y="9319087"/>
            <a:chExt cx="3693160" cy="94297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5CE8FA6-E12D-0BB9-857E-0166D2FA9CEA}"/>
                </a:ext>
              </a:extLst>
            </p:cNvPr>
            <p:cNvSpPr/>
            <p:nvPr/>
          </p:nvSpPr>
          <p:spPr>
            <a:xfrm>
              <a:off x="15364066" y="9319087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60DC678-1397-F2BE-DA49-968094641074}"/>
                </a:ext>
              </a:extLst>
            </p:cNvPr>
            <p:cNvSpPr/>
            <p:nvPr/>
          </p:nvSpPr>
          <p:spPr>
            <a:xfrm>
              <a:off x="15364003" y="9439611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4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4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4">
                  <a:moveTo>
                    <a:pt x="198348" y="337553"/>
                  </a:moveTo>
                  <a:lnTo>
                    <a:pt x="0" y="337553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53"/>
                  </a:lnTo>
                  <a:close/>
                </a:path>
                <a:path w="3693159" h="700404">
                  <a:moveTo>
                    <a:pt x="198348" y="175056"/>
                  </a:moveTo>
                  <a:lnTo>
                    <a:pt x="0" y="175056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56"/>
                  </a:lnTo>
                  <a:close/>
                </a:path>
                <a:path w="3693159" h="700404">
                  <a:moveTo>
                    <a:pt x="198348" y="16802"/>
                  </a:moveTo>
                  <a:lnTo>
                    <a:pt x="0" y="16802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802"/>
                  </a:lnTo>
                  <a:close/>
                </a:path>
                <a:path w="3693159" h="700404">
                  <a:moveTo>
                    <a:pt x="908519" y="161366"/>
                  </a:moveTo>
                  <a:lnTo>
                    <a:pt x="906360" y="130302"/>
                  </a:lnTo>
                  <a:lnTo>
                    <a:pt x="905611" y="119291"/>
                  </a:lnTo>
                  <a:lnTo>
                    <a:pt x="892365" y="84518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17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19"/>
                  </a:lnTo>
                  <a:lnTo>
                    <a:pt x="452539" y="52793"/>
                  </a:lnTo>
                  <a:lnTo>
                    <a:pt x="416775" y="79565"/>
                  </a:lnTo>
                  <a:lnTo>
                    <a:pt x="386105" y="113106"/>
                  </a:lnTo>
                  <a:lnTo>
                    <a:pt x="361505" y="154025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47"/>
                  </a:lnTo>
                  <a:lnTo>
                    <a:pt x="410464" y="366712"/>
                  </a:lnTo>
                  <a:lnTo>
                    <a:pt x="460248" y="387235"/>
                  </a:lnTo>
                  <a:lnTo>
                    <a:pt x="508927" y="402196"/>
                  </a:lnTo>
                  <a:lnTo>
                    <a:pt x="594918" y="424522"/>
                  </a:lnTo>
                  <a:lnTo>
                    <a:pt x="628230" y="436435"/>
                  </a:lnTo>
                  <a:lnTo>
                    <a:pt x="652437" y="451904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901"/>
                  </a:lnTo>
                  <a:lnTo>
                    <a:pt x="622058" y="552831"/>
                  </a:lnTo>
                  <a:lnTo>
                    <a:pt x="587781" y="565391"/>
                  </a:lnTo>
                  <a:lnTo>
                    <a:pt x="553491" y="569569"/>
                  </a:lnTo>
                  <a:lnTo>
                    <a:pt x="508863" y="563206"/>
                  </a:lnTo>
                  <a:lnTo>
                    <a:pt x="477088" y="544449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101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31"/>
                  </a:lnTo>
                  <a:lnTo>
                    <a:pt x="425462" y="692277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89"/>
                  </a:lnTo>
                  <a:lnTo>
                    <a:pt x="829360" y="569569"/>
                  </a:lnTo>
                  <a:lnTo>
                    <a:pt x="848944" y="535825"/>
                  </a:lnTo>
                  <a:lnTo>
                    <a:pt x="863396" y="491413"/>
                  </a:lnTo>
                  <a:lnTo>
                    <a:pt x="869175" y="436968"/>
                  </a:lnTo>
                  <a:lnTo>
                    <a:pt x="862241" y="393585"/>
                  </a:lnTo>
                  <a:lnTo>
                    <a:pt x="844702" y="359727"/>
                  </a:lnTo>
                  <a:lnTo>
                    <a:pt x="786168" y="314401"/>
                  </a:lnTo>
                  <a:lnTo>
                    <a:pt x="749376" y="299821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18"/>
                  </a:lnTo>
                  <a:lnTo>
                    <a:pt x="566496" y="244424"/>
                  </a:lnTo>
                  <a:lnTo>
                    <a:pt x="545185" y="222923"/>
                  </a:lnTo>
                  <a:lnTo>
                    <a:pt x="541693" y="191719"/>
                  </a:lnTo>
                  <a:lnTo>
                    <a:pt x="553224" y="167982"/>
                  </a:lnTo>
                  <a:lnTo>
                    <a:pt x="574852" y="148437"/>
                  </a:lnTo>
                  <a:lnTo>
                    <a:pt x="603161" y="135178"/>
                  </a:lnTo>
                  <a:lnTo>
                    <a:pt x="634758" y="130302"/>
                  </a:lnTo>
                  <a:lnTo>
                    <a:pt x="656818" y="131686"/>
                  </a:lnTo>
                  <a:lnTo>
                    <a:pt x="701903" y="151726"/>
                  </a:lnTo>
                  <a:lnTo>
                    <a:pt x="716381" y="192938"/>
                  </a:lnTo>
                  <a:lnTo>
                    <a:pt x="713574" y="211264"/>
                  </a:lnTo>
                  <a:lnTo>
                    <a:pt x="899693" y="211264"/>
                  </a:lnTo>
                  <a:lnTo>
                    <a:pt x="908519" y="161366"/>
                  </a:lnTo>
                  <a:close/>
                </a:path>
                <a:path w="3693159" h="700404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39"/>
                  </a:lnTo>
                  <a:lnTo>
                    <a:pt x="1438135" y="685939"/>
                  </a:lnTo>
                  <a:lnTo>
                    <a:pt x="1465884" y="555612"/>
                  </a:lnTo>
                  <a:lnTo>
                    <a:pt x="1140129" y="555612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68"/>
                  </a:lnTo>
                  <a:lnTo>
                    <a:pt x="1197978" y="282968"/>
                  </a:lnTo>
                  <a:lnTo>
                    <a:pt x="1227455" y="144246"/>
                  </a:lnTo>
                  <a:lnTo>
                    <a:pt x="1553210" y="144246"/>
                  </a:lnTo>
                  <a:lnTo>
                    <a:pt x="1580972" y="13944"/>
                  </a:lnTo>
                  <a:close/>
                </a:path>
                <a:path w="3693159" h="700404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87"/>
                  </a:lnTo>
                  <a:lnTo>
                    <a:pt x="2065553" y="514692"/>
                  </a:lnTo>
                  <a:lnTo>
                    <a:pt x="1984070" y="171284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39"/>
                  </a:lnTo>
                  <a:lnTo>
                    <a:pt x="1710817" y="685939"/>
                  </a:lnTo>
                  <a:lnTo>
                    <a:pt x="1820189" y="171284"/>
                  </a:lnTo>
                  <a:lnTo>
                    <a:pt x="1822030" y="171284"/>
                  </a:lnTo>
                  <a:lnTo>
                    <a:pt x="1940687" y="685939"/>
                  </a:lnTo>
                  <a:lnTo>
                    <a:pt x="2198497" y="685939"/>
                  </a:lnTo>
                  <a:lnTo>
                    <a:pt x="2234895" y="514692"/>
                  </a:lnTo>
                  <a:lnTo>
                    <a:pt x="2341346" y="13944"/>
                  </a:lnTo>
                  <a:close/>
                </a:path>
                <a:path w="3693159" h="700404">
                  <a:moveTo>
                    <a:pt x="3024949" y="685939"/>
                  </a:moveTo>
                  <a:lnTo>
                    <a:pt x="3001048" y="554697"/>
                  </a:lnTo>
                  <a:lnTo>
                    <a:pt x="2977324" y="424408"/>
                  </a:lnTo>
                  <a:lnTo>
                    <a:pt x="2926461" y="145161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408"/>
                  </a:lnTo>
                  <a:lnTo>
                    <a:pt x="2600248" y="424408"/>
                  </a:lnTo>
                  <a:lnTo>
                    <a:pt x="2750858" y="145161"/>
                  </a:lnTo>
                  <a:lnTo>
                    <a:pt x="2753639" y="145161"/>
                  </a:lnTo>
                  <a:lnTo>
                    <a:pt x="2779877" y="424408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39"/>
                  </a:lnTo>
                  <a:lnTo>
                    <a:pt x="2453513" y="685939"/>
                  </a:lnTo>
                  <a:lnTo>
                    <a:pt x="2525153" y="554697"/>
                  </a:lnTo>
                  <a:lnTo>
                    <a:pt x="2797873" y="554697"/>
                  </a:lnTo>
                  <a:lnTo>
                    <a:pt x="2814612" y="685939"/>
                  </a:lnTo>
                  <a:lnTo>
                    <a:pt x="3024949" y="685939"/>
                  </a:lnTo>
                  <a:close/>
                </a:path>
                <a:path w="3693159" h="700404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39"/>
                  </a:lnTo>
                  <a:lnTo>
                    <a:pt x="3281819" y="685939"/>
                  </a:lnTo>
                  <a:lnTo>
                    <a:pt x="3424669" y="13944"/>
                  </a:lnTo>
                  <a:close/>
                </a:path>
                <a:path w="3693159" h="700404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4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4">
                  <a:moveTo>
                    <a:pt x="3692918" y="337553"/>
                  </a:moveTo>
                  <a:lnTo>
                    <a:pt x="3494570" y="337553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53"/>
                  </a:lnTo>
                  <a:close/>
                </a:path>
                <a:path w="3693159" h="700404">
                  <a:moveTo>
                    <a:pt x="3692918" y="175056"/>
                  </a:moveTo>
                  <a:lnTo>
                    <a:pt x="3494570" y="175056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56"/>
                  </a:lnTo>
                  <a:close/>
                </a:path>
                <a:path w="3693159" h="700404">
                  <a:moveTo>
                    <a:pt x="3692918" y="16802"/>
                  </a:moveTo>
                  <a:lnTo>
                    <a:pt x="3494570" y="16802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8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id="{153019A8-9579-AF05-CF3E-D8360ECD583E}"/>
              </a:ext>
            </a:extLst>
          </p:cNvPr>
          <p:cNvSpPr/>
          <p:nvPr/>
        </p:nvSpPr>
        <p:spPr>
          <a:xfrm>
            <a:off x="17957569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9141FCC-2789-927C-F271-1A9F4677AAC5}"/>
              </a:ext>
            </a:extLst>
          </p:cNvPr>
          <p:cNvSpPr/>
          <p:nvPr/>
        </p:nvSpPr>
        <p:spPr>
          <a:xfrm>
            <a:off x="18219340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2EA5713-6074-3C9F-4D38-8870B24EF4AE}"/>
              </a:ext>
            </a:extLst>
          </p:cNvPr>
          <p:cNvSpPr/>
          <p:nvPr/>
        </p:nvSpPr>
        <p:spPr>
          <a:xfrm>
            <a:off x="18481112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4DF0F9F5-6F5C-10AA-0C0C-BEC01A13D3B7}"/>
              </a:ext>
            </a:extLst>
          </p:cNvPr>
          <p:cNvSpPr/>
          <p:nvPr/>
        </p:nvSpPr>
        <p:spPr>
          <a:xfrm>
            <a:off x="18742885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5A5220F0-B18A-4357-C8F8-BCF8910F3BE6}"/>
              </a:ext>
            </a:extLst>
          </p:cNvPr>
          <p:cNvSpPr/>
          <p:nvPr/>
        </p:nvSpPr>
        <p:spPr>
          <a:xfrm>
            <a:off x="19004657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2B489B1B-C232-3ED6-E839-A51250EFE8C6}"/>
              </a:ext>
            </a:extLst>
          </p:cNvPr>
          <p:cNvSpPr/>
          <p:nvPr/>
        </p:nvSpPr>
        <p:spPr>
          <a:xfrm>
            <a:off x="19266428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D1B80E05-7599-DC14-0860-1DF597C06FFC}"/>
              </a:ext>
            </a:extLst>
          </p:cNvPr>
          <p:cNvSpPr/>
          <p:nvPr/>
        </p:nvSpPr>
        <p:spPr>
          <a:xfrm>
            <a:off x="19528201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EFB46693-01CD-DF8F-A6CC-D75DCCB89B14}"/>
              </a:ext>
            </a:extLst>
          </p:cNvPr>
          <p:cNvSpPr/>
          <p:nvPr/>
        </p:nvSpPr>
        <p:spPr>
          <a:xfrm>
            <a:off x="19789973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8D80A928-D3F1-757B-6097-88248CCDFE20}"/>
              </a:ext>
            </a:extLst>
          </p:cNvPr>
          <p:cNvSpPr/>
          <p:nvPr/>
        </p:nvSpPr>
        <p:spPr>
          <a:xfrm>
            <a:off x="17957569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1912C762-25E2-0441-D0CC-19CC69980DC4}"/>
              </a:ext>
            </a:extLst>
          </p:cNvPr>
          <p:cNvSpPr/>
          <p:nvPr/>
        </p:nvSpPr>
        <p:spPr>
          <a:xfrm>
            <a:off x="18219340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218B7F1D-86E2-57BE-4752-CBF47444C240}"/>
              </a:ext>
            </a:extLst>
          </p:cNvPr>
          <p:cNvSpPr/>
          <p:nvPr/>
        </p:nvSpPr>
        <p:spPr>
          <a:xfrm>
            <a:off x="18481112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1EDE028-591E-69B1-D0D5-C989FDAE91A0}"/>
              </a:ext>
            </a:extLst>
          </p:cNvPr>
          <p:cNvSpPr/>
          <p:nvPr/>
        </p:nvSpPr>
        <p:spPr>
          <a:xfrm>
            <a:off x="18742885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1ADA3CD5-30F8-5C03-2EE5-3C70C674ADCE}"/>
              </a:ext>
            </a:extLst>
          </p:cNvPr>
          <p:cNvSpPr/>
          <p:nvPr/>
        </p:nvSpPr>
        <p:spPr>
          <a:xfrm>
            <a:off x="19004657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9BDA5338-9B41-7BB0-A013-DA0690BC4421}"/>
              </a:ext>
            </a:extLst>
          </p:cNvPr>
          <p:cNvSpPr/>
          <p:nvPr/>
        </p:nvSpPr>
        <p:spPr>
          <a:xfrm>
            <a:off x="19266428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DDBFE36B-0AA5-8BC1-861C-59EC7ED28260}"/>
              </a:ext>
            </a:extLst>
          </p:cNvPr>
          <p:cNvSpPr/>
          <p:nvPr/>
        </p:nvSpPr>
        <p:spPr>
          <a:xfrm>
            <a:off x="19528201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22A44E4-95CB-665F-AF6F-3F34B5E099AE}"/>
              </a:ext>
            </a:extLst>
          </p:cNvPr>
          <p:cNvSpPr/>
          <p:nvPr/>
        </p:nvSpPr>
        <p:spPr>
          <a:xfrm>
            <a:off x="19789973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6A8C01B9-728B-3D7A-FF1A-C5338B961061}"/>
              </a:ext>
            </a:extLst>
          </p:cNvPr>
          <p:cNvSpPr/>
          <p:nvPr/>
        </p:nvSpPr>
        <p:spPr>
          <a:xfrm>
            <a:off x="17957569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6888A089-2599-AAB3-B4F9-BC766DCD1502}"/>
              </a:ext>
            </a:extLst>
          </p:cNvPr>
          <p:cNvSpPr/>
          <p:nvPr/>
        </p:nvSpPr>
        <p:spPr>
          <a:xfrm>
            <a:off x="18219340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794906F6-6A94-F9F6-BF75-88600910585A}"/>
              </a:ext>
            </a:extLst>
          </p:cNvPr>
          <p:cNvSpPr/>
          <p:nvPr/>
        </p:nvSpPr>
        <p:spPr>
          <a:xfrm>
            <a:off x="18481112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41B8515-CCBA-C76B-48C5-AB954EEA1B27}"/>
              </a:ext>
            </a:extLst>
          </p:cNvPr>
          <p:cNvSpPr/>
          <p:nvPr/>
        </p:nvSpPr>
        <p:spPr>
          <a:xfrm>
            <a:off x="18742885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883E8E60-6E06-3EB6-F7D1-2F073BD93B67}"/>
              </a:ext>
            </a:extLst>
          </p:cNvPr>
          <p:cNvSpPr/>
          <p:nvPr/>
        </p:nvSpPr>
        <p:spPr>
          <a:xfrm>
            <a:off x="19004657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41646EB7-6C39-083A-DB39-9E88BA97E29D}"/>
              </a:ext>
            </a:extLst>
          </p:cNvPr>
          <p:cNvSpPr/>
          <p:nvPr/>
        </p:nvSpPr>
        <p:spPr>
          <a:xfrm>
            <a:off x="19266428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429AACE-17AA-42E4-6C6B-FD84084AE8FA}"/>
              </a:ext>
            </a:extLst>
          </p:cNvPr>
          <p:cNvSpPr/>
          <p:nvPr/>
        </p:nvSpPr>
        <p:spPr>
          <a:xfrm>
            <a:off x="19528201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03E80F1B-96BB-B77C-9BA1-4415963D9D66}"/>
              </a:ext>
            </a:extLst>
          </p:cNvPr>
          <p:cNvSpPr/>
          <p:nvPr/>
        </p:nvSpPr>
        <p:spPr>
          <a:xfrm>
            <a:off x="19789973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80F748D1-77BC-C135-FB5D-4D636BEE870C}"/>
              </a:ext>
            </a:extLst>
          </p:cNvPr>
          <p:cNvSpPr/>
          <p:nvPr/>
        </p:nvSpPr>
        <p:spPr>
          <a:xfrm>
            <a:off x="17957569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61C1A6AA-9460-DCC1-5FCD-8990C0353BCF}"/>
              </a:ext>
            </a:extLst>
          </p:cNvPr>
          <p:cNvSpPr/>
          <p:nvPr/>
        </p:nvSpPr>
        <p:spPr>
          <a:xfrm>
            <a:off x="18219340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59DB0E63-A773-0A74-261C-4DAD3B2BB4B5}"/>
              </a:ext>
            </a:extLst>
          </p:cNvPr>
          <p:cNvSpPr/>
          <p:nvPr/>
        </p:nvSpPr>
        <p:spPr>
          <a:xfrm>
            <a:off x="18481112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903C6814-2479-501D-4270-827F91D718C1}"/>
              </a:ext>
            </a:extLst>
          </p:cNvPr>
          <p:cNvSpPr/>
          <p:nvPr/>
        </p:nvSpPr>
        <p:spPr>
          <a:xfrm>
            <a:off x="18742885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D5A2D4A8-30BA-EE04-4DB9-2320E3F0774E}"/>
              </a:ext>
            </a:extLst>
          </p:cNvPr>
          <p:cNvSpPr/>
          <p:nvPr/>
        </p:nvSpPr>
        <p:spPr>
          <a:xfrm>
            <a:off x="19004657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8977EC02-6059-B53B-B1CA-D36C6003AA64}"/>
              </a:ext>
            </a:extLst>
          </p:cNvPr>
          <p:cNvSpPr/>
          <p:nvPr/>
        </p:nvSpPr>
        <p:spPr>
          <a:xfrm>
            <a:off x="19266428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2B6593B7-975A-17C2-2387-027136526A2D}"/>
              </a:ext>
            </a:extLst>
          </p:cNvPr>
          <p:cNvSpPr/>
          <p:nvPr/>
        </p:nvSpPr>
        <p:spPr>
          <a:xfrm>
            <a:off x="19528201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27939A07-0F58-B9AD-A53B-F0DC9D236E49}"/>
              </a:ext>
            </a:extLst>
          </p:cNvPr>
          <p:cNvSpPr/>
          <p:nvPr/>
        </p:nvSpPr>
        <p:spPr>
          <a:xfrm>
            <a:off x="19789973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A074419B-A7FD-21D4-6A4E-E29614D3C2ED}"/>
              </a:ext>
            </a:extLst>
          </p:cNvPr>
          <p:cNvSpPr/>
          <p:nvPr/>
        </p:nvSpPr>
        <p:spPr>
          <a:xfrm>
            <a:off x="17957569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3E3C508A-62B1-E874-47FD-08988AE36E6B}"/>
              </a:ext>
            </a:extLst>
          </p:cNvPr>
          <p:cNvSpPr/>
          <p:nvPr/>
        </p:nvSpPr>
        <p:spPr>
          <a:xfrm>
            <a:off x="18219340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A5596812-124F-08B3-ACF7-925087166C55}"/>
              </a:ext>
            </a:extLst>
          </p:cNvPr>
          <p:cNvSpPr/>
          <p:nvPr/>
        </p:nvSpPr>
        <p:spPr>
          <a:xfrm>
            <a:off x="18481112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13AB52D4-783F-42C7-023A-F9D46765FE8C}"/>
              </a:ext>
            </a:extLst>
          </p:cNvPr>
          <p:cNvSpPr/>
          <p:nvPr/>
        </p:nvSpPr>
        <p:spPr>
          <a:xfrm>
            <a:off x="18742885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BCEAB691-D538-FAFF-5757-CF32D9F2AC6F}"/>
              </a:ext>
            </a:extLst>
          </p:cNvPr>
          <p:cNvSpPr/>
          <p:nvPr/>
        </p:nvSpPr>
        <p:spPr>
          <a:xfrm>
            <a:off x="19004657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3F9F87B0-9494-631E-7477-8F76E35CF3CD}"/>
              </a:ext>
            </a:extLst>
          </p:cNvPr>
          <p:cNvSpPr/>
          <p:nvPr/>
        </p:nvSpPr>
        <p:spPr>
          <a:xfrm>
            <a:off x="19266428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3840D902-0BFB-2F3A-1D26-F74CC853FF50}"/>
              </a:ext>
            </a:extLst>
          </p:cNvPr>
          <p:cNvSpPr/>
          <p:nvPr/>
        </p:nvSpPr>
        <p:spPr>
          <a:xfrm>
            <a:off x="19528201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7426E5B5-1AA8-5B12-2CAD-EE032976F7DA}"/>
              </a:ext>
            </a:extLst>
          </p:cNvPr>
          <p:cNvSpPr/>
          <p:nvPr/>
        </p:nvSpPr>
        <p:spPr>
          <a:xfrm>
            <a:off x="19789973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2C5DB73A-4807-148C-7818-DE792CD7B581}"/>
              </a:ext>
            </a:extLst>
          </p:cNvPr>
          <p:cNvSpPr/>
          <p:nvPr/>
        </p:nvSpPr>
        <p:spPr>
          <a:xfrm>
            <a:off x="17957569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1A6A9058-D19E-D9E5-80B1-DC9FE6CBFD64}"/>
              </a:ext>
            </a:extLst>
          </p:cNvPr>
          <p:cNvSpPr/>
          <p:nvPr/>
        </p:nvSpPr>
        <p:spPr>
          <a:xfrm>
            <a:off x="18219340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DF2DCF68-5E94-2D57-5FA5-AD35AD5B5971}"/>
              </a:ext>
            </a:extLst>
          </p:cNvPr>
          <p:cNvSpPr/>
          <p:nvPr/>
        </p:nvSpPr>
        <p:spPr>
          <a:xfrm>
            <a:off x="18481112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5DB58633-9ED8-C5A5-F28E-232E4790F3AB}"/>
              </a:ext>
            </a:extLst>
          </p:cNvPr>
          <p:cNvSpPr/>
          <p:nvPr/>
        </p:nvSpPr>
        <p:spPr>
          <a:xfrm>
            <a:off x="18742885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16F2C800-4A81-0236-629A-8FAEF8E91D92}"/>
              </a:ext>
            </a:extLst>
          </p:cNvPr>
          <p:cNvSpPr/>
          <p:nvPr/>
        </p:nvSpPr>
        <p:spPr>
          <a:xfrm>
            <a:off x="19004657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92F80252-1D8D-4B69-0A58-FD152CAFF708}"/>
              </a:ext>
            </a:extLst>
          </p:cNvPr>
          <p:cNvSpPr/>
          <p:nvPr/>
        </p:nvSpPr>
        <p:spPr>
          <a:xfrm>
            <a:off x="19266428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A0F28C08-DBFA-B144-4B38-94ECFAB0D45D}"/>
              </a:ext>
            </a:extLst>
          </p:cNvPr>
          <p:cNvSpPr/>
          <p:nvPr/>
        </p:nvSpPr>
        <p:spPr>
          <a:xfrm>
            <a:off x="19528201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4944A2C0-ADA5-196D-F83A-D8E83432D046}"/>
              </a:ext>
            </a:extLst>
          </p:cNvPr>
          <p:cNvSpPr/>
          <p:nvPr/>
        </p:nvSpPr>
        <p:spPr>
          <a:xfrm>
            <a:off x="19789973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60588403-0E8D-34C5-CC95-FD25317C754A}"/>
              </a:ext>
            </a:extLst>
          </p:cNvPr>
          <p:cNvSpPr/>
          <p:nvPr/>
        </p:nvSpPr>
        <p:spPr>
          <a:xfrm>
            <a:off x="17957569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E60567A8-8FB5-2C46-14A5-1EA470744534}"/>
              </a:ext>
            </a:extLst>
          </p:cNvPr>
          <p:cNvSpPr/>
          <p:nvPr/>
        </p:nvSpPr>
        <p:spPr>
          <a:xfrm>
            <a:off x="18219340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ECD5058C-94AD-2682-E939-1DFFF36F1952}"/>
              </a:ext>
            </a:extLst>
          </p:cNvPr>
          <p:cNvSpPr/>
          <p:nvPr/>
        </p:nvSpPr>
        <p:spPr>
          <a:xfrm>
            <a:off x="18481112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A87BCD55-2AD7-FC6B-0F42-2BC5CD82E52C}"/>
              </a:ext>
            </a:extLst>
          </p:cNvPr>
          <p:cNvSpPr/>
          <p:nvPr/>
        </p:nvSpPr>
        <p:spPr>
          <a:xfrm>
            <a:off x="18742885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5C6D8A10-892A-86A7-56ED-E0C2E50B7605}"/>
              </a:ext>
            </a:extLst>
          </p:cNvPr>
          <p:cNvSpPr/>
          <p:nvPr/>
        </p:nvSpPr>
        <p:spPr>
          <a:xfrm>
            <a:off x="19004657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393B5E77-39FA-4499-36A0-7AC71CE9EF4E}"/>
              </a:ext>
            </a:extLst>
          </p:cNvPr>
          <p:cNvSpPr/>
          <p:nvPr/>
        </p:nvSpPr>
        <p:spPr>
          <a:xfrm>
            <a:off x="19266428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01FA7B09-A896-6056-26E6-46CC9CB8B0E2}"/>
              </a:ext>
            </a:extLst>
          </p:cNvPr>
          <p:cNvSpPr/>
          <p:nvPr/>
        </p:nvSpPr>
        <p:spPr>
          <a:xfrm>
            <a:off x="19528201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447E22BC-48CE-2B1C-C2F8-BCF15FC6447E}"/>
              </a:ext>
            </a:extLst>
          </p:cNvPr>
          <p:cNvSpPr/>
          <p:nvPr/>
        </p:nvSpPr>
        <p:spPr>
          <a:xfrm>
            <a:off x="19789973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ED40644E-D02D-0688-B03C-7DEB29C22C81}"/>
              </a:ext>
            </a:extLst>
          </p:cNvPr>
          <p:cNvSpPr/>
          <p:nvPr/>
        </p:nvSpPr>
        <p:spPr>
          <a:xfrm>
            <a:off x="17957569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9A16F78-B882-6A66-3C35-C1D224DDD864}"/>
              </a:ext>
            </a:extLst>
          </p:cNvPr>
          <p:cNvSpPr/>
          <p:nvPr/>
        </p:nvSpPr>
        <p:spPr>
          <a:xfrm>
            <a:off x="18219340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1CF6971D-D351-A47D-CFF2-8D61A6C46F23}"/>
              </a:ext>
            </a:extLst>
          </p:cNvPr>
          <p:cNvSpPr/>
          <p:nvPr/>
        </p:nvSpPr>
        <p:spPr>
          <a:xfrm>
            <a:off x="18481112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DF49DA44-8024-FFEC-1D44-337F13F5DC59}"/>
              </a:ext>
            </a:extLst>
          </p:cNvPr>
          <p:cNvSpPr/>
          <p:nvPr/>
        </p:nvSpPr>
        <p:spPr>
          <a:xfrm>
            <a:off x="18742885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ED1D24F0-CE55-E82A-E107-EEB65B6F7956}"/>
              </a:ext>
            </a:extLst>
          </p:cNvPr>
          <p:cNvSpPr/>
          <p:nvPr/>
        </p:nvSpPr>
        <p:spPr>
          <a:xfrm>
            <a:off x="19004657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>
            <a:extLst>
              <a:ext uri="{FF2B5EF4-FFF2-40B4-BE49-F238E27FC236}">
                <a16:creationId xmlns:a16="http://schemas.microsoft.com/office/drawing/2014/main" id="{CEE88E85-D6E3-ABE8-E2D7-5878C6CA6812}"/>
              </a:ext>
            </a:extLst>
          </p:cNvPr>
          <p:cNvSpPr/>
          <p:nvPr/>
        </p:nvSpPr>
        <p:spPr>
          <a:xfrm>
            <a:off x="19266428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>
            <a:extLst>
              <a:ext uri="{FF2B5EF4-FFF2-40B4-BE49-F238E27FC236}">
                <a16:creationId xmlns:a16="http://schemas.microsoft.com/office/drawing/2014/main" id="{6F203622-3A06-EA14-8971-165823D9B5E6}"/>
              </a:ext>
            </a:extLst>
          </p:cNvPr>
          <p:cNvSpPr/>
          <p:nvPr/>
        </p:nvSpPr>
        <p:spPr>
          <a:xfrm>
            <a:off x="19528201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>
            <a:extLst>
              <a:ext uri="{FF2B5EF4-FFF2-40B4-BE49-F238E27FC236}">
                <a16:creationId xmlns:a16="http://schemas.microsoft.com/office/drawing/2014/main" id="{2B931BF7-37D9-0C25-C19D-6B8C3EDA9EEB}"/>
              </a:ext>
            </a:extLst>
          </p:cNvPr>
          <p:cNvSpPr/>
          <p:nvPr/>
        </p:nvSpPr>
        <p:spPr>
          <a:xfrm>
            <a:off x="19789973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9" name="object 69">
            <a:extLst>
              <a:ext uri="{FF2B5EF4-FFF2-40B4-BE49-F238E27FC236}">
                <a16:creationId xmlns:a16="http://schemas.microsoft.com/office/drawing/2014/main" id="{6AB58BD0-A918-1DAD-2575-4430011993E6}"/>
              </a:ext>
            </a:extLst>
          </p:cNvPr>
          <p:cNvGrpSpPr/>
          <p:nvPr/>
        </p:nvGrpSpPr>
        <p:grpSpPr>
          <a:xfrm>
            <a:off x="0" y="0"/>
            <a:ext cx="14313700" cy="11308556"/>
            <a:chOff x="0" y="0"/>
            <a:chExt cx="14313700" cy="11308556"/>
          </a:xfrm>
        </p:grpSpPr>
        <p:pic>
          <p:nvPicPr>
            <p:cNvPr id="70" name="object 70">
              <a:extLst>
                <a:ext uri="{FF2B5EF4-FFF2-40B4-BE49-F238E27FC236}">
                  <a16:creationId xmlns:a16="http://schemas.microsoft.com/office/drawing/2014/main" id="{724F090D-9607-ED86-C35A-99B2344364E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4313700" cy="11308556"/>
            </a:xfrm>
            <a:prstGeom prst="rect">
              <a:avLst/>
            </a:prstGeom>
          </p:spPr>
        </p:pic>
        <p:sp>
          <p:nvSpPr>
            <p:cNvPr id="71" name="object 71">
              <a:extLst>
                <a:ext uri="{FF2B5EF4-FFF2-40B4-BE49-F238E27FC236}">
                  <a16:creationId xmlns:a16="http://schemas.microsoft.com/office/drawing/2014/main" id="{7298A89E-BA51-EADE-0335-92DE8AAB65D5}"/>
                </a:ext>
              </a:extLst>
            </p:cNvPr>
            <p:cNvSpPr/>
            <p:nvPr/>
          </p:nvSpPr>
          <p:spPr>
            <a:xfrm>
              <a:off x="5395174" y="7776085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2" name="object 72">
            <a:extLst>
              <a:ext uri="{FF2B5EF4-FFF2-40B4-BE49-F238E27FC236}">
                <a16:creationId xmlns:a16="http://schemas.microsoft.com/office/drawing/2014/main" id="{FBCCCEE7-E0BD-6A39-2684-3350BEE1B1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47595" y="4357774"/>
            <a:ext cx="4695083" cy="24743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200"/>
              </a:lnSpc>
              <a:spcBef>
                <a:spcPts val="95"/>
              </a:spcBef>
            </a:pP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Ego,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a Inveja,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a Avareza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e a Ambição</a:t>
            </a:r>
            <a:endParaRPr sz="4000" dirty="0">
              <a:latin typeface="Montserrat ExtraBold"/>
              <a:cs typeface="Montserrat ExtraBold"/>
            </a:endParaRPr>
          </a:p>
        </p:txBody>
      </p:sp>
      <p:sp>
        <p:nvSpPr>
          <p:cNvPr id="73" name="object 73">
            <a:extLst>
              <a:ext uri="{FF2B5EF4-FFF2-40B4-BE49-F238E27FC236}">
                <a16:creationId xmlns:a16="http://schemas.microsoft.com/office/drawing/2014/main" id="{54ADA450-B2AE-806B-0678-C7204D043DA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E81E3534-8254-4D94-FBB9-F93DFB65B0D0}"/>
              </a:ext>
            </a:extLst>
          </p:cNvPr>
          <p:cNvSpPr txBox="1"/>
          <p:nvPr/>
        </p:nvSpPr>
        <p:spPr>
          <a:xfrm>
            <a:off x="836030" y="7862685"/>
            <a:ext cx="116025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Nas circunstâncias corretas, tendo apenas sonhos,</a:t>
            </a:r>
          </a:p>
          <a:p>
            <a:r>
              <a:rPr lang="pt-BR" sz="4000" dirty="0">
                <a:solidFill>
                  <a:schemeClr val="bg1"/>
                </a:solidFill>
              </a:rPr>
              <a:t>Determinação e liberdade para tentar, pessoas comuns</a:t>
            </a:r>
          </a:p>
          <a:p>
            <a:r>
              <a:rPr lang="pt-BR" sz="4000" dirty="0">
                <a:solidFill>
                  <a:schemeClr val="bg1"/>
                </a:solidFill>
              </a:rPr>
              <a:t>Fazem sempre coisas extraordinárias.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F469A233-8857-7F5F-45ED-C6405F2DA082}"/>
              </a:ext>
            </a:extLst>
          </p:cNvPr>
          <p:cNvSpPr txBox="1"/>
          <p:nvPr/>
        </p:nvSpPr>
        <p:spPr>
          <a:xfrm>
            <a:off x="1076619" y="914604"/>
            <a:ext cx="5791394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Tx/>
              <a:buChar char="-"/>
            </a:pPr>
            <a:r>
              <a:rPr lang="pt-BR" sz="4000" dirty="0"/>
              <a:t>Então faltava um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Pessoas muito comuns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Vítima do sucesso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Uma lembrança de ouro</a:t>
            </a:r>
          </a:p>
        </p:txBody>
      </p:sp>
      <p:sp>
        <p:nvSpPr>
          <p:cNvPr id="80" name="object 71">
            <a:extLst>
              <a:ext uri="{FF2B5EF4-FFF2-40B4-BE49-F238E27FC236}">
                <a16:creationId xmlns:a16="http://schemas.microsoft.com/office/drawing/2014/main" id="{9A871303-0DCD-129E-0BA4-9345912C11B7}"/>
              </a:ext>
            </a:extLst>
          </p:cNvPr>
          <p:cNvSpPr/>
          <p:nvPr/>
        </p:nvSpPr>
        <p:spPr>
          <a:xfrm>
            <a:off x="5547574" y="7928485"/>
            <a:ext cx="2094230" cy="0"/>
          </a:xfrm>
          <a:custGeom>
            <a:avLst/>
            <a:gdLst/>
            <a:ahLst/>
            <a:cxnLst/>
            <a:rect l="l" t="t" r="r" b="b"/>
            <a:pathLst>
              <a:path w="2094229">
                <a:moveTo>
                  <a:pt x="0" y="0"/>
                </a:moveTo>
                <a:lnTo>
                  <a:pt x="2094177" y="0"/>
                </a:lnTo>
              </a:path>
            </a:pathLst>
          </a:custGeom>
          <a:ln w="31412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6B0ED31F-3555-1573-8DB5-68CBA819BD30}"/>
              </a:ext>
            </a:extLst>
          </p:cNvPr>
          <p:cNvSpPr txBox="1"/>
          <p:nvPr/>
        </p:nvSpPr>
        <p:spPr>
          <a:xfrm>
            <a:off x="6105617" y="4731855"/>
            <a:ext cx="835559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a vontade de conseguir sucesso e</a:t>
            </a:r>
          </a:p>
          <a:p>
            <a:pPr algn="l"/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a gra</a:t>
            </a:r>
            <a:r>
              <a:rPr lang="pt-BR" sz="4000" b="0" i="0" u="none" strike="noStrike" baseline="0" dirty="0">
                <a:solidFill>
                  <a:schemeClr val="bg1"/>
                </a:solidFill>
                <a:latin typeface="Times-Roman"/>
              </a:rPr>
              <a:t>ç</a:t>
            </a:r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a da concilia</a:t>
            </a:r>
            <a:r>
              <a:rPr lang="pt-BR" sz="4000" b="0" i="0" u="none" strike="noStrike" baseline="0" dirty="0">
                <a:solidFill>
                  <a:schemeClr val="bg1"/>
                </a:solidFill>
                <a:latin typeface="Times-Roman"/>
              </a:rPr>
              <a:t>çã</a:t>
            </a:r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o</a:t>
            </a:r>
            <a:endParaRPr lang="pt-BR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72826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99528-4E08-1834-FBFA-0F5CD6862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196A12C0-66C5-8894-D99A-65B80E32F01B}"/>
              </a:ext>
            </a:extLst>
          </p:cNvPr>
          <p:cNvGrpSpPr/>
          <p:nvPr/>
        </p:nvGrpSpPr>
        <p:grpSpPr>
          <a:xfrm>
            <a:off x="15364003" y="9319087"/>
            <a:ext cx="3693160" cy="942975"/>
            <a:chOff x="15364003" y="9319087"/>
            <a:chExt cx="3693160" cy="94297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3B363D4B-0220-D757-32D8-CD71E53EB798}"/>
                </a:ext>
              </a:extLst>
            </p:cNvPr>
            <p:cNvSpPr/>
            <p:nvPr/>
          </p:nvSpPr>
          <p:spPr>
            <a:xfrm>
              <a:off x="15364066" y="9319087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6426E9F-EF70-B94A-30B7-11826E96AB49}"/>
                </a:ext>
              </a:extLst>
            </p:cNvPr>
            <p:cNvSpPr/>
            <p:nvPr/>
          </p:nvSpPr>
          <p:spPr>
            <a:xfrm>
              <a:off x="15364003" y="9439611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4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4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4">
                  <a:moveTo>
                    <a:pt x="198348" y="337553"/>
                  </a:moveTo>
                  <a:lnTo>
                    <a:pt x="0" y="337553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53"/>
                  </a:lnTo>
                  <a:close/>
                </a:path>
                <a:path w="3693159" h="700404">
                  <a:moveTo>
                    <a:pt x="198348" y="175056"/>
                  </a:moveTo>
                  <a:lnTo>
                    <a:pt x="0" y="175056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56"/>
                  </a:lnTo>
                  <a:close/>
                </a:path>
                <a:path w="3693159" h="700404">
                  <a:moveTo>
                    <a:pt x="198348" y="16802"/>
                  </a:moveTo>
                  <a:lnTo>
                    <a:pt x="0" y="16802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802"/>
                  </a:lnTo>
                  <a:close/>
                </a:path>
                <a:path w="3693159" h="700404">
                  <a:moveTo>
                    <a:pt x="908519" y="161366"/>
                  </a:moveTo>
                  <a:lnTo>
                    <a:pt x="906360" y="130302"/>
                  </a:lnTo>
                  <a:lnTo>
                    <a:pt x="905611" y="119291"/>
                  </a:lnTo>
                  <a:lnTo>
                    <a:pt x="892365" y="84518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17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19"/>
                  </a:lnTo>
                  <a:lnTo>
                    <a:pt x="452539" y="52793"/>
                  </a:lnTo>
                  <a:lnTo>
                    <a:pt x="416775" y="79565"/>
                  </a:lnTo>
                  <a:lnTo>
                    <a:pt x="386105" y="113106"/>
                  </a:lnTo>
                  <a:lnTo>
                    <a:pt x="361505" y="154025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47"/>
                  </a:lnTo>
                  <a:lnTo>
                    <a:pt x="410464" y="366712"/>
                  </a:lnTo>
                  <a:lnTo>
                    <a:pt x="460248" y="387235"/>
                  </a:lnTo>
                  <a:lnTo>
                    <a:pt x="508927" y="402196"/>
                  </a:lnTo>
                  <a:lnTo>
                    <a:pt x="594918" y="424522"/>
                  </a:lnTo>
                  <a:lnTo>
                    <a:pt x="628230" y="436435"/>
                  </a:lnTo>
                  <a:lnTo>
                    <a:pt x="652437" y="451904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901"/>
                  </a:lnTo>
                  <a:lnTo>
                    <a:pt x="622058" y="552831"/>
                  </a:lnTo>
                  <a:lnTo>
                    <a:pt x="587781" y="565391"/>
                  </a:lnTo>
                  <a:lnTo>
                    <a:pt x="553491" y="569569"/>
                  </a:lnTo>
                  <a:lnTo>
                    <a:pt x="508863" y="563206"/>
                  </a:lnTo>
                  <a:lnTo>
                    <a:pt x="477088" y="544449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101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31"/>
                  </a:lnTo>
                  <a:lnTo>
                    <a:pt x="425462" y="692277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89"/>
                  </a:lnTo>
                  <a:lnTo>
                    <a:pt x="829360" y="569569"/>
                  </a:lnTo>
                  <a:lnTo>
                    <a:pt x="848944" y="535825"/>
                  </a:lnTo>
                  <a:lnTo>
                    <a:pt x="863396" y="491413"/>
                  </a:lnTo>
                  <a:lnTo>
                    <a:pt x="869175" y="436968"/>
                  </a:lnTo>
                  <a:lnTo>
                    <a:pt x="862241" y="393585"/>
                  </a:lnTo>
                  <a:lnTo>
                    <a:pt x="844702" y="359727"/>
                  </a:lnTo>
                  <a:lnTo>
                    <a:pt x="786168" y="314401"/>
                  </a:lnTo>
                  <a:lnTo>
                    <a:pt x="749376" y="299821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18"/>
                  </a:lnTo>
                  <a:lnTo>
                    <a:pt x="566496" y="244424"/>
                  </a:lnTo>
                  <a:lnTo>
                    <a:pt x="545185" y="222923"/>
                  </a:lnTo>
                  <a:lnTo>
                    <a:pt x="541693" y="191719"/>
                  </a:lnTo>
                  <a:lnTo>
                    <a:pt x="553224" y="167982"/>
                  </a:lnTo>
                  <a:lnTo>
                    <a:pt x="574852" y="148437"/>
                  </a:lnTo>
                  <a:lnTo>
                    <a:pt x="603161" y="135178"/>
                  </a:lnTo>
                  <a:lnTo>
                    <a:pt x="634758" y="130302"/>
                  </a:lnTo>
                  <a:lnTo>
                    <a:pt x="656818" y="131686"/>
                  </a:lnTo>
                  <a:lnTo>
                    <a:pt x="701903" y="151726"/>
                  </a:lnTo>
                  <a:lnTo>
                    <a:pt x="716381" y="192938"/>
                  </a:lnTo>
                  <a:lnTo>
                    <a:pt x="713574" y="211264"/>
                  </a:lnTo>
                  <a:lnTo>
                    <a:pt x="899693" y="211264"/>
                  </a:lnTo>
                  <a:lnTo>
                    <a:pt x="908519" y="161366"/>
                  </a:lnTo>
                  <a:close/>
                </a:path>
                <a:path w="3693159" h="700404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39"/>
                  </a:lnTo>
                  <a:lnTo>
                    <a:pt x="1438135" y="685939"/>
                  </a:lnTo>
                  <a:lnTo>
                    <a:pt x="1465884" y="555612"/>
                  </a:lnTo>
                  <a:lnTo>
                    <a:pt x="1140129" y="555612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68"/>
                  </a:lnTo>
                  <a:lnTo>
                    <a:pt x="1197978" y="282968"/>
                  </a:lnTo>
                  <a:lnTo>
                    <a:pt x="1227455" y="144246"/>
                  </a:lnTo>
                  <a:lnTo>
                    <a:pt x="1553210" y="144246"/>
                  </a:lnTo>
                  <a:lnTo>
                    <a:pt x="1580972" y="13944"/>
                  </a:lnTo>
                  <a:close/>
                </a:path>
                <a:path w="3693159" h="700404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87"/>
                  </a:lnTo>
                  <a:lnTo>
                    <a:pt x="2065553" y="514692"/>
                  </a:lnTo>
                  <a:lnTo>
                    <a:pt x="1984070" y="171284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39"/>
                  </a:lnTo>
                  <a:lnTo>
                    <a:pt x="1710817" y="685939"/>
                  </a:lnTo>
                  <a:lnTo>
                    <a:pt x="1820189" y="171284"/>
                  </a:lnTo>
                  <a:lnTo>
                    <a:pt x="1822030" y="171284"/>
                  </a:lnTo>
                  <a:lnTo>
                    <a:pt x="1940687" y="685939"/>
                  </a:lnTo>
                  <a:lnTo>
                    <a:pt x="2198497" y="685939"/>
                  </a:lnTo>
                  <a:lnTo>
                    <a:pt x="2234895" y="514692"/>
                  </a:lnTo>
                  <a:lnTo>
                    <a:pt x="2341346" y="13944"/>
                  </a:lnTo>
                  <a:close/>
                </a:path>
                <a:path w="3693159" h="700404">
                  <a:moveTo>
                    <a:pt x="3024949" y="685939"/>
                  </a:moveTo>
                  <a:lnTo>
                    <a:pt x="3001048" y="554697"/>
                  </a:lnTo>
                  <a:lnTo>
                    <a:pt x="2977324" y="424408"/>
                  </a:lnTo>
                  <a:lnTo>
                    <a:pt x="2926461" y="145161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408"/>
                  </a:lnTo>
                  <a:lnTo>
                    <a:pt x="2600248" y="424408"/>
                  </a:lnTo>
                  <a:lnTo>
                    <a:pt x="2750858" y="145161"/>
                  </a:lnTo>
                  <a:lnTo>
                    <a:pt x="2753639" y="145161"/>
                  </a:lnTo>
                  <a:lnTo>
                    <a:pt x="2779877" y="424408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39"/>
                  </a:lnTo>
                  <a:lnTo>
                    <a:pt x="2453513" y="685939"/>
                  </a:lnTo>
                  <a:lnTo>
                    <a:pt x="2525153" y="554697"/>
                  </a:lnTo>
                  <a:lnTo>
                    <a:pt x="2797873" y="554697"/>
                  </a:lnTo>
                  <a:lnTo>
                    <a:pt x="2814612" y="685939"/>
                  </a:lnTo>
                  <a:lnTo>
                    <a:pt x="3024949" y="685939"/>
                  </a:lnTo>
                  <a:close/>
                </a:path>
                <a:path w="3693159" h="700404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39"/>
                  </a:lnTo>
                  <a:lnTo>
                    <a:pt x="3281819" y="685939"/>
                  </a:lnTo>
                  <a:lnTo>
                    <a:pt x="3424669" y="13944"/>
                  </a:lnTo>
                  <a:close/>
                </a:path>
                <a:path w="3693159" h="700404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4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4">
                  <a:moveTo>
                    <a:pt x="3692918" y="337553"/>
                  </a:moveTo>
                  <a:lnTo>
                    <a:pt x="3494570" y="337553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53"/>
                  </a:lnTo>
                  <a:close/>
                </a:path>
                <a:path w="3693159" h="700404">
                  <a:moveTo>
                    <a:pt x="3692918" y="175056"/>
                  </a:moveTo>
                  <a:lnTo>
                    <a:pt x="3494570" y="175056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56"/>
                  </a:lnTo>
                  <a:close/>
                </a:path>
                <a:path w="3693159" h="700404">
                  <a:moveTo>
                    <a:pt x="3692918" y="16802"/>
                  </a:moveTo>
                  <a:lnTo>
                    <a:pt x="3494570" y="16802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8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id="{513C775C-2650-0872-6F5B-58463C33435E}"/>
              </a:ext>
            </a:extLst>
          </p:cNvPr>
          <p:cNvSpPr/>
          <p:nvPr/>
        </p:nvSpPr>
        <p:spPr>
          <a:xfrm>
            <a:off x="17957569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57B34DD6-0A96-EAD1-C2FB-0671E5530376}"/>
              </a:ext>
            </a:extLst>
          </p:cNvPr>
          <p:cNvSpPr/>
          <p:nvPr/>
        </p:nvSpPr>
        <p:spPr>
          <a:xfrm>
            <a:off x="18219340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7234DE9-8279-A9C0-A308-179183B07B5C}"/>
              </a:ext>
            </a:extLst>
          </p:cNvPr>
          <p:cNvSpPr/>
          <p:nvPr/>
        </p:nvSpPr>
        <p:spPr>
          <a:xfrm>
            <a:off x="18481112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B7D29A4-1D56-3DE1-5C47-6F6F742AEE59}"/>
              </a:ext>
            </a:extLst>
          </p:cNvPr>
          <p:cNvSpPr/>
          <p:nvPr/>
        </p:nvSpPr>
        <p:spPr>
          <a:xfrm>
            <a:off x="18742885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E68AB769-29F3-8439-9F23-F0584BAC5A46}"/>
              </a:ext>
            </a:extLst>
          </p:cNvPr>
          <p:cNvSpPr/>
          <p:nvPr/>
        </p:nvSpPr>
        <p:spPr>
          <a:xfrm>
            <a:off x="19004657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7F02AA22-8315-8C2B-CF11-ECFFEF0C4DB5}"/>
              </a:ext>
            </a:extLst>
          </p:cNvPr>
          <p:cNvSpPr/>
          <p:nvPr/>
        </p:nvSpPr>
        <p:spPr>
          <a:xfrm>
            <a:off x="19266428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7F5D0AD-FC0D-44AB-5898-0FFDDEA88881}"/>
              </a:ext>
            </a:extLst>
          </p:cNvPr>
          <p:cNvSpPr/>
          <p:nvPr/>
        </p:nvSpPr>
        <p:spPr>
          <a:xfrm>
            <a:off x="19528201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22B79205-0ACE-5DB3-7187-7A797CBEFAB7}"/>
              </a:ext>
            </a:extLst>
          </p:cNvPr>
          <p:cNvSpPr/>
          <p:nvPr/>
        </p:nvSpPr>
        <p:spPr>
          <a:xfrm>
            <a:off x="19789973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FAAAEDF-073A-4391-487A-7B7E0055AC13}"/>
              </a:ext>
            </a:extLst>
          </p:cNvPr>
          <p:cNvSpPr/>
          <p:nvPr/>
        </p:nvSpPr>
        <p:spPr>
          <a:xfrm>
            <a:off x="17957569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C43A1259-A664-E449-454B-F13BA3ABA26F}"/>
              </a:ext>
            </a:extLst>
          </p:cNvPr>
          <p:cNvSpPr/>
          <p:nvPr/>
        </p:nvSpPr>
        <p:spPr>
          <a:xfrm>
            <a:off x="18219340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58E2436-BB3B-DB39-FF91-10B2759A0110}"/>
              </a:ext>
            </a:extLst>
          </p:cNvPr>
          <p:cNvSpPr/>
          <p:nvPr/>
        </p:nvSpPr>
        <p:spPr>
          <a:xfrm>
            <a:off x="18481112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2F7934E-886C-6823-04CA-8F926664A292}"/>
              </a:ext>
            </a:extLst>
          </p:cNvPr>
          <p:cNvSpPr/>
          <p:nvPr/>
        </p:nvSpPr>
        <p:spPr>
          <a:xfrm>
            <a:off x="18742885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20E8D50A-C112-6DEA-B8EA-2D43333A6F33}"/>
              </a:ext>
            </a:extLst>
          </p:cNvPr>
          <p:cNvSpPr/>
          <p:nvPr/>
        </p:nvSpPr>
        <p:spPr>
          <a:xfrm>
            <a:off x="19004657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9D875B07-C80E-6C9D-817A-2AD8F9F883CC}"/>
              </a:ext>
            </a:extLst>
          </p:cNvPr>
          <p:cNvSpPr/>
          <p:nvPr/>
        </p:nvSpPr>
        <p:spPr>
          <a:xfrm>
            <a:off x="19266428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B96B5A6F-ACDC-5D88-7AD9-AD8C15D3D396}"/>
              </a:ext>
            </a:extLst>
          </p:cNvPr>
          <p:cNvSpPr/>
          <p:nvPr/>
        </p:nvSpPr>
        <p:spPr>
          <a:xfrm>
            <a:off x="19528201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5E0DE3FC-EC16-7FD6-BC8B-2C1CF52C4265}"/>
              </a:ext>
            </a:extLst>
          </p:cNvPr>
          <p:cNvSpPr/>
          <p:nvPr/>
        </p:nvSpPr>
        <p:spPr>
          <a:xfrm>
            <a:off x="19789973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8DC68EF-3EEC-091A-7FA9-B282E94FAB5C}"/>
              </a:ext>
            </a:extLst>
          </p:cNvPr>
          <p:cNvSpPr/>
          <p:nvPr/>
        </p:nvSpPr>
        <p:spPr>
          <a:xfrm>
            <a:off x="17957569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D5368A04-179D-9879-C58C-C66BC1521980}"/>
              </a:ext>
            </a:extLst>
          </p:cNvPr>
          <p:cNvSpPr/>
          <p:nvPr/>
        </p:nvSpPr>
        <p:spPr>
          <a:xfrm>
            <a:off x="18219340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8641A6DF-18E0-21BB-2588-D984DABC4956}"/>
              </a:ext>
            </a:extLst>
          </p:cNvPr>
          <p:cNvSpPr/>
          <p:nvPr/>
        </p:nvSpPr>
        <p:spPr>
          <a:xfrm>
            <a:off x="18481112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727692F8-5F13-BE21-BDC7-118DC15FDC4C}"/>
              </a:ext>
            </a:extLst>
          </p:cNvPr>
          <p:cNvSpPr/>
          <p:nvPr/>
        </p:nvSpPr>
        <p:spPr>
          <a:xfrm>
            <a:off x="18742885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86DFEC3A-CE9F-69C6-B0E5-F1973A971D87}"/>
              </a:ext>
            </a:extLst>
          </p:cNvPr>
          <p:cNvSpPr/>
          <p:nvPr/>
        </p:nvSpPr>
        <p:spPr>
          <a:xfrm>
            <a:off x="19004657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0568605C-0489-9989-8983-025549DE397F}"/>
              </a:ext>
            </a:extLst>
          </p:cNvPr>
          <p:cNvSpPr/>
          <p:nvPr/>
        </p:nvSpPr>
        <p:spPr>
          <a:xfrm>
            <a:off x="19266428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D84D0A55-CBF0-4E5D-2BC9-6324C39AB279}"/>
              </a:ext>
            </a:extLst>
          </p:cNvPr>
          <p:cNvSpPr/>
          <p:nvPr/>
        </p:nvSpPr>
        <p:spPr>
          <a:xfrm>
            <a:off x="19528201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A411A5C9-2B31-DD11-C69F-5DA4F0B5709F}"/>
              </a:ext>
            </a:extLst>
          </p:cNvPr>
          <p:cNvSpPr/>
          <p:nvPr/>
        </p:nvSpPr>
        <p:spPr>
          <a:xfrm>
            <a:off x="19789973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243FB067-04EC-F25C-4CA0-4D33A20D76D9}"/>
              </a:ext>
            </a:extLst>
          </p:cNvPr>
          <p:cNvSpPr/>
          <p:nvPr/>
        </p:nvSpPr>
        <p:spPr>
          <a:xfrm>
            <a:off x="17957569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380DBB81-0F73-CBCA-8D39-D31A1D04B721}"/>
              </a:ext>
            </a:extLst>
          </p:cNvPr>
          <p:cNvSpPr/>
          <p:nvPr/>
        </p:nvSpPr>
        <p:spPr>
          <a:xfrm>
            <a:off x="18219340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8EAE6B9E-1DFD-DAA1-2760-D1693D7D1B14}"/>
              </a:ext>
            </a:extLst>
          </p:cNvPr>
          <p:cNvSpPr/>
          <p:nvPr/>
        </p:nvSpPr>
        <p:spPr>
          <a:xfrm>
            <a:off x="18481112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94E47E61-44DC-D01B-6E30-B602B41F5013}"/>
              </a:ext>
            </a:extLst>
          </p:cNvPr>
          <p:cNvSpPr/>
          <p:nvPr/>
        </p:nvSpPr>
        <p:spPr>
          <a:xfrm>
            <a:off x="18742885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A3F3CD70-02EC-80A0-3939-4B60646628C7}"/>
              </a:ext>
            </a:extLst>
          </p:cNvPr>
          <p:cNvSpPr/>
          <p:nvPr/>
        </p:nvSpPr>
        <p:spPr>
          <a:xfrm>
            <a:off x="19004657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BE121AA2-1937-CF6F-F1EC-F764D4468CE3}"/>
              </a:ext>
            </a:extLst>
          </p:cNvPr>
          <p:cNvSpPr/>
          <p:nvPr/>
        </p:nvSpPr>
        <p:spPr>
          <a:xfrm>
            <a:off x="19266428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E2567EB1-E47E-6BA5-F6FE-C04ED8E37322}"/>
              </a:ext>
            </a:extLst>
          </p:cNvPr>
          <p:cNvSpPr/>
          <p:nvPr/>
        </p:nvSpPr>
        <p:spPr>
          <a:xfrm>
            <a:off x="19528201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8FB4A84B-571B-84B0-2BCF-06EA4155E84E}"/>
              </a:ext>
            </a:extLst>
          </p:cNvPr>
          <p:cNvSpPr/>
          <p:nvPr/>
        </p:nvSpPr>
        <p:spPr>
          <a:xfrm>
            <a:off x="19789973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4D98397D-52FD-9B3A-7934-07C6BF4FB555}"/>
              </a:ext>
            </a:extLst>
          </p:cNvPr>
          <p:cNvSpPr/>
          <p:nvPr/>
        </p:nvSpPr>
        <p:spPr>
          <a:xfrm>
            <a:off x="17957569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40D36DAB-775F-AAA0-2590-CFE0FEE7CAF5}"/>
              </a:ext>
            </a:extLst>
          </p:cNvPr>
          <p:cNvSpPr/>
          <p:nvPr/>
        </p:nvSpPr>
        <p:spPr>
          <a:xfrm>
            <a:off x="18219340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387CF368-34E7-3056-4A95-F0908803DD76}"/>
              </a:ext>
            </a:extLst>
          </p:cNvPr>
          <p:cNvSpPr/>
          <p:nvPr/>
        </p:nvSpPr>
        <p:spPr>
          <a:xfrm>
            <a:off x="18481112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AA86DE9D-8F20-6B64-CCF4-344C27512A22}"/>
              </a:ext>
            </a:extLst>
          </p:cNvPr>
          <p:cNvSpPr/>
          <p:nvPr/>
        </p:nvSpPr>
        <p:spPr>
          <a:xfrm>
            <a:off x="18742885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039D4F5C-B158-FF01-351C-DAE22806E94A}"/>
              </a:ext>
            </a:extLst>
          </p:cNvPr>
          <p:cNvSpPr/>
          <p:nvPr/>
        </p:nvSpPr>
        <p:spPr>
          <a:xfrm>
            <a:off x="19004657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4821635C-EF2C-6969-05EC-C7F006AF79B0}"/>
              </a:ext>
            </a:extLst>
          </p:cNvPr>
          <p:cNvSpPr/>
          <p:nvPr/>
        </p:nvSpPr>
        <p:spPr>
          <a:xfrm>
            <a:off x="19266428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46D3DFF8-AC5D-24A3-BABB-3088C3CE39A5}"/>
              </a:ext>
            </a:extLst>
          </p:cNvPr>
          <p:cNvSpPr/>
          <p:nvPr/>
        </p:nvSpPr>
        <p:spPr>
          <a:xfrm>
            <a:off x="19528201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F908D338-DD9B-3C24-B49B-24E41D5690E3}"/>
              </a:ext>
            </a:extLst>
          </p:cNvPr>
          <p:cNvSpPr/>
          <p:nvPr/>
        </p:nvSpPr>
        <p:spPr>
          <a:xfrm>
            <a:off x="19789973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EB1AA668-B890-1CD9-58FA-850CECFCC8AB}"/>
              </a:ext>
            </a:extLst>
          </p:cNvPr>
          <p:cNvSpPr/>
          <p:nvPr/>
        </p:nvSpPr>
        <p:spPr>
          <a:xfrm>
            <a:off x="17957569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D63EB1DC-BCD3-BF53-275D-66797E64D4D7}"/>
              </a:ext>
            </a:extLst>
          </p:cNvPr>
          <p:cNvSpPr/>
          <p:nvPr/>
        </p:nvSpPr>
        <p:spPr>
          <a:xfrm>
            <a:off x="18219340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0A796F89-9081-1B4A-DA62-F9AF57685E30}"/>
              </a:ext>
            </a:extLst>
          </p:cNvPr>
          <p:cNvSpPr/>
          <p:nvPr/>
        </p:nvSpPr>
        <p:spPr>
          <a:xfrm>
            <a:off x="18481112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0B73573F-BFE8-B093-3A0E-49A57B258B2A}"/>
              </a:ext>
            </a:extLst>
          </p:cNvPr>
          <p:cNvSpPr/>
          <p:nvPr/>
        </p:nvSpPr>
        <p:spPr>
          <a:xfrm>
            <a:off x="18742885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70262028-9342-A889-B58C-9F4ACA333269}"/>
              </a:ext>
            </a:extLst>
          </p:cNvPr>
          <p:cNvSpPr/>
          <p:nvPr/>
        </p:nvSpPr>
        <p:spPr>
          <a:xfrm>
            <a:off x="19004657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F6B06CE9-2ECE-0FDC-39C3-CD4C7DD89609}"/>
              </a:ext>
            </a:extLst>
          </p:cNvPr>
          <p:cNvSpPr/>
          <p:nvPr/>
        </p:nvSpPr>
        <p:spPr>
          <a:xfrm>
            <a:off x="19266428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934D910E-D61E-9863-0C33-67ACC462A6E8}"/>
              </a:ext>
            </a:extLst>
          </p:cNvPr>
          <p:cNvSpPr/>
          <p:nvPr/>
        </p:nvSpPr>
        <p:spPr>
          <a:xfrm>
            <a:off x="19528201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F132D4DD-1153-235B-E038-6A84945B173B}"/>
              </a:ext>
            </a:extLst>
          </p:cNvPr>
          <p:cNvSpPr/>
          <p:nvPr/>
        </p:nvSpPr>
        <p:spPr>
          <a:xfrm>
            <a:off x="19789973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2B90D60B-3A19-6237-940C-499082D0656C}"/>
              </a:ext>
            </a:extLst>
          </p:cNvPr>
          <p:cNvSpPr/>
          <p:nvPr/>
        </p:nvSpPr>
        <p:spPr>
          <a:xfrm>
            <a:off x="17957569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2A3AF73F-814B-BDE0-2D33-EC1EB00BDE66}"/>
              </a:ext>
            </a:extLst>
          </p:cNvPr>
          <p:cNvSpPr/>
          <p:nvPr/>
        </p:nvSpPr>
        <p:spPr>
          <a:xfrm>
            <a:off x="18219340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D4B6EBE1-A158-27DF-314C-5EC42B41EE79}"/>
              </a:ext>
            </a:extLst>
          </p:cNvPr>
          <p:cNvSpPr/>
          <p:nvPr/>
        </p:nvSpPr>
        <p:spPr>
          <a:xfrm>
            <a:off x="18481112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BE9B92C2-5904-A831-0AA9-B59AE13495C0}"/>
              </a:ext>
            </a:extLst>
          </p:cNvPr>
          <p:cNvSpPr/>
          <p:nvPr/>
        </p:nvSpPr>
        <p:spPr>
          <a:xfrm>
            <a:off x="18742885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A57DB9CC-1443-DECF-DEE1-C1F12162B802}"/>
              </a:ext>
            </a:extLst>
          </p:cNvPr>
          <p:cNvSpPr/>
          <p:nvPr/>
        </p:nvSpPr>
        <p:spPr>
          <a:xfrm>
            <a:off x="19004657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0320D72B-1A92-0EF5-C658-7CCE9EBFF046}"/>
              </a:ext>
            </a:extLst>
          </p:cNvPr>
          <p:cNvSpPr/>
          <p:nvPr/>
        </p:nvSpPr>
        <p:spPr>
          <a:xfrm>
            <a:off x="19266428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5D4379F0-A396-4916-D6A2-51D5BCE41707}"/>
              </a:ext>
            </a:extLst>
          </p:cNvPr>
          <p:cNvSpPr/>
          <p:nvPr/>
        </p:nvSpPr>
        <p:spPr>
          <a:xfrm>
            <a:off x="19528201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33EE671-A516-8946-F459-F7E6F1F7BDEB}"/>
              </a:ext>
            </a:extLst>
          </p:cNvPr>
          <p:cNvSpPr/>
          <p:nvPr/>
        </p:nvSpPr>
        <p:spPr>
          <a:xfrm>
            <a:off x="19789973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2EAB818F-516F-5539-1242-2842EECF538C}"/>
              </a:ext>
            </a:extLst>
          </p:cNvPr>
          <p:cNvSpPr/>
          <p:nvPr/>
        </p:nvSpPr>
        <p:spPr>
          <a:xfrm>
            <a:off x="17957569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346F915B-C2CA-BD00-9673-2B59588CF3E4}"/>
              </a:ext>
            </a:extLst>
          </p:cNvPr>
          <p:cNvSpPr/>
          <p:nvPr/>
        </p:nvSpPr>
        <p:spPr>
          <a:xfrm>
            <a:off x="18219340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166102B7-92AC-90F3-BB40-A343C86A8994}"/>
              </a:ext>
            </a:extLst>
          </p:cNvPr>
          <p:cNvSpPr/>
          <p:nvPr/>
        </p:nvSpPr>
        <p:spPr>
          <a:xfrm>
            <a:off x="18481112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121CED85-57ED-CB47-20ED-F9FA4A95FCD3}"/>
              </a:ext>
            </a:extLst>
          </p:cNvPr>
          <p:cNvSpPr/>
          <p:nvPr/>
        </p:nvSpPr>
        <p:spPr>
          <a:xfrm>
            <a:off x="18742885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495783D-C860-E6FA-6A75-EADDF0563F83}"/>
              </a:ext>
            </a:extLst>
          </p:cNvPr>
          <p:cNvSpPr/>
          <p:nvPr/>
        </p:nvSpPr>
        <p:spPr>
          <a:xfrm>
            <a:off x="19004657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>
            <a:extLst>
              <a:ext uri="{FF2B5EF4-FFF2-40B4-BE49-F238E27FC236}">
                <a16:creationId xmlns:a16="http://schemas.microsoft.com/office/drawing/2014/main" id="{64F0EDD4-25ED-DAB1-5583-47A9F7415826}"/>
              </a:ext>
            </a:extLst>
          </p:cNvPr>
          <p:cNvSpPr/>
          <p:nvPr/>
        </p:nvSpPr>
        <p:spPr>
          <a:xfrm>
            <a:off x="19266428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>
            <a:extLst>
              <a:ext uri="{FF2B5EF4-FFF2-40B4-BE49-F238E27FC236}">
                <a16:creationId xmlns:a16="http://schemas.microsoft.com/office/drawing/2014/main" id="{03D6A73F-1192-34BD-D330-161F60848EB7}"/>
              </a:ext>
            </a:extLst>
          </p:cNvPr>
          <p:cNvSpPr/>
          <p:nvPr/>
        </p:nvSpPr>
        <p:spPr>
          <a:xfrm>
            <a:off x="19528201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>
            <a:extLst>
              <a:ext uri="{FF2B5EF4-FFF2-40B4-BE49-F238E27FC236}">
                <a16:creationId xmlns:a16="http://schemas.microsoft.com/office/drawing/2014/main" id="{428A1600-8242-B222-7443-980C1DCEAF44}"/>
              </a:ext>
            </a:extLst>
          </p:cNvPr>
          <p:cNvSpPr/>
          <p:nvPr/>
        </p:nvSpPr>
        <p:spPr>
          <a:xfrm>
            <a:off x="19789973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9" name="object 69">
            <a:extLst>
              <a:ext uri="{FF2B5EF4-FFF2-40B4-BE49-F238E27FC236}">
                <a16:creationId xmlns:a16="http://schemas.microsoft.com/office/drawing/2014/main" id="{0C953D82-0A57-BB37-47E3-53E9D14D5F37}"/>
              </a:ext>
            </a:extLst>
          </p:cNvPr>
          <p:cNvGrpSpPr/>
          <p:nvPr/>
        </p:nvGrpSpPr>
        <p:grpSpPr>
          <a:xfrm>
            <a:off x="0" y="0"/>
            <a:ext cx="14313700" cy="11308556"/>
            <a:chOff x="0" y="0"/>
            <a:chExt cx="14313700" cy="11308556"/>
          </a:xfrm>
        </p:grpSpPr>
        <p:pic>
          <p:nvPicPr>
            <p:cNvPr id="70" name="object 70">
              <a:extLst>
                <a:ext uri="{FF2B5EF4-FFF2-40B4-BE49-F238E27FC236}">
                  <a16:creationId xmlns:a16="http://schemas.microsoft.com/office/drawing/2014/main" id="{064693A7-46D6-C51D-B586-DCE124A823FB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4313700" cy="11308556"/>
            </a:xfrm>
            <a:prstGeom prst="rect">
              <a:avLst/>
            </a:prstGeom>
          </p:spPr>
        </p:pic>
        <p:sp>
          <p:nvSpPr>
            <p:cNvPr id="71" name="object 71">
              <a:extLst>
                <a:ext uri="{FF2B5EF4-FFF2-40B4-BE49-F238E27FC236}">
                  <a16:creationId xmlns:a16="http://schemas.microsoft.com/office/drawing/2014/main" id="{9B5A83B5-9FDE-5418-D208-FCAAD0D7472D}"/>
                </a:ext>
              </a:extLst>
            </p:cNvPr>
            <p:cNvSpPr/>
            <p:nvPr/>
          </p:nvSpPr>
          <p:spPr>
            <a:xfrm>
              <a:off x="5395174" y="7776085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2" name="object 72">
            <a:extLst>
              <a:ext uri="{FF2B5EF4-FFF2-40B4-BE49-F238E27FC236}">
                <a16:creationId xmlns:a16="http://schemas.microsoft.com/office/drawing/2014/main" id="{EBAEC919-E0C1-BD2C-3871-FBEE7AC4BB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47595" y="4357774"/>
            <a:ext cx="4695083" cy="308994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Elas são mais semelhantes à organização dos neurônios 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do cérebro</a:t>
            </a:r>
            <a:endParaRPr sz="4000" dirty="0">
              <a:latin typeface="Montserrat ExtraBold"/>
              <a:cs typeface="Montserrat ExtraBold"/>
            </a:endParaRPr>
          </a:p>
        </p:txBody>
      </p:sp>
      <p:sp>
        <p:nvSpPr>
          <p:cNvPr id="73" name="object 73">
            <a:extLst>
              <a:ext uri="{FF2B5EF4-FFF2-40B4-BE49-F238E27FC236}">
                <a16:creationId xmlns:a16="http://schemas.microsoft.com/office/drawing/2014/main" id="{AFCCB8E8-FEC1-E93B-279F-448C01CBD5DD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7C7C92B4-2B21-8C00-ACCF-4B43B4EF2B0F}"/>
              </a:ext>
            </a:extLst>
          </p:cNvPr>
          <p:cNvSpPr txBox="1"/>
          <p:nvPr/>
        </p:nvSpPr>
        <p:spPr>
          <a:xfrm>
            <a:off x="836030" y="7862685"/>
            <a:ext cx="1302747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Não é possível representar as organizações </a:t>
            </a:r>
            <a:r>
              <a:rPr lang="pt-BR" sz="4000" dirty="0" err="1">
                <a:solidFill>
                  <a:schemeClr val="bg1"/>
                </a:solidFill>
              </a:rPr>
              <a:t>caórdicas</a:t>
            </a:r>
            <a:r>
              <a:rPr lang="pt-BR" sz="4000" dirty="0">
                <a:solidFill>
                  <a:schemeClr val="bg1"/>
                </a:solidFill>
              </a:rPr>
              <a:t> em duas</a:t>
            </a:r>
          </a:p>
          <a:p>
            <a:r>
              <a:rPr lang="pt-BR" sz="4000" dirty="0">
                <a:solidFill>
                  <a:schemeClr val="bg1"/>
                </a:solidFill>
              </a:rPr>
              <a:t>dimensões ou no quadro sinóptico tradicional de uma</a:t>
            </a:r>
          </a:p>
          <a:p>
            <a:r>
              <a:rPr lang="pt-BR" sz="4000" dirty="0">
                <a:solidFill>
                  <a:schemeClr val="bg1"/>
                </a:solidFill>
              </a:rPr>
              <a:t>organização.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C68C14E0-0B4D-B364-B202-A844BD6D20C0}"/>
              </a:ext>
            </a:extLst>
          </p:cNvPr>
          <p:cNvSpPr txBox="1"/>
          <p:nvPr/>
        </p:nvSpPr>
        <p:spPr>
          <a:xfrm>
            <a:off x="1076619" y="914604"/>
            <a:ext cx="850386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Tx/>
              <a:buChar char="-"/>
            </a:pPr>
            <a:r>
              <a:rPr lang="pt-BR" sz="4000" dirty="0"/>
              <a:t>Significado do nome (Universalidade)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VISA – Visto – Ok – Viagem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O processo começa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O galardão da paciência</a:t>
            </a:r>
          </a:p>
        </p:txBody>
      </p:sp>
      <p:sp>
        <p:nvSpPr>
          <p:cNvPr id="80" name="object 71">
            <a:extLst>
              <a:ext uri="{FF2B5EF4-FFF2-40B4-BE49-F238E27FC236}">
                <a16:creationId xmlns:a16="http://schemas.microsoft.com/office/drawing/2014/main" id="{4692D957-3D56-E940-B9D4-D04CF12B5C2E}"/>
              </a:ext>
            </a:extLst>
          </p:cNvPr>
          <p:cNvSpPr/>
          <p:nvPr/>
        </p:nvSpPr>
        <p:spPr>
          <a:xfrm>
            <a:off x="5547574" y="7928485"/>
            <a:ext cx="2094230" cy="0"/>
          </a:xfrm>
          <a:custGeom>
            <a:avLst/>
            <a:gdLst/>
            <a:ahLst/>
            <a:cxnLst/>
            <a:rect l="l" t="t" r="r" b="b"/>
            <a:pathLst>
              <a:path w="2094229">
                <a:moveTo>
                  <a:pt x="0" y="0"/>
                </a:moveTo>
                <a:lnTo>
                  <a:pt x="2094177" y="0"/>
                </a:lnTo>
              </a:path>
            </a:pathLst>
          </a:custGeom>
          <a:ln w="31412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E1CEB3CD-727B-A810-31FA-A462121ED8EC}"/>
              </a:ext>
            </a:extLst>
          </p:cNvPr>
          <p:cNvSpPr txBox="1"/>
          <p:nvPr/>
        </p:nvSpPr>
        <p:spPr>
          <a:xfrm>
            <a:off x="11591582" y="4671156"/>
            <a:ext cx="2743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Paciência</a:t>
            </a:r>
            <a:endParaRPr lang="pt-BR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12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20104100" cy="11308556"/>
            <a:chOff x="0" y="0"/>
            <a:chExt cx="20104100" cy="11308556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912068" y="4985450"/>
              <a:ext cx="5242560" cy="1337945"/>
            </a:xfrm>
            <a:custGeom>
              <a:avLst/>
              <a:gdLst/>
              <a:ahLst/>
              <a:cxnLst/>
              <a:rect l="l" t="t" r="r" b="b"/>
              <a:pathLst>
                <a:path w="5242559" h="1337945">
                  <a:moveTo>
                    <a:pt x="5242028" y="0"/>
                  </a:moveTo>
                  <a:lnTo>
                    <a:pt x="0" y="0"/>
                  </a:lnTo>
                  <a:lnTo>
                    <a:pt x="0" y="1337655"/>
                  </a:lnTo>
                  <a:lnTo>
                    <a:pt x="5242028" y="1337655"/>
                  </a:lnTo>
                  <a:lnTo>
                    <a:pt x="5242028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911983" y="5156523"/>
              <a:ext cx="5242560" cy="993775"/>
            </a:xfrm>
            <a:custGeom>
              <a:avLst/>
              <a:gdLst/>
              <a:ahLst/>
              <a:cxnLst/>
              <a:rect l="l" t="t" r="r" b="b"/>
              <a:pathLst>
                <a:path w="5242559" h="993775">
                  <a:moveTo>
                    <a:pt x="281571" y="938250"/>
                  </a:moveTo>
                  <a:lnTo>
                    <a:pt x="0" y="938250"/>
                  </a:lnTo>
                  <a:lnTo>
                    <a:pt x="0" y="973455"/>
                  </a:lnTo>
                  <a:lnTo>
                    <a:pt x="281571" y="973455"/>
                  </a:lnTo>
                  <a:lnTo>
                    <a:pt x="281571" y="938250"/>
                  </a:lnTo>
                  <a:close/>
                </a:path>
                <a:path w="5242559" h="993775">
                  <a:moveTo>
                    <a:pt x="281571" y="712901"/>
                  </a:moveTo>
                  <a:lnTo>
                    <a:pt x="0" y="712901"/>
                  </a:lnTo>
                  <a:lnTo>
                    <a:pt x="0" y="748106"/>
                  </a:lnTo>
                  <a:lnTo>
                    <a:pt x="281571" y="748106"/>
                  </a:lnTo>
                  <a:lnTo>
                    <a:pt x="281571" y="712901"/>
                  </a:lnTo>
                  <a:close/>
                </a:path>
                <a:path w="5242559" h="993775">
                  <a:moveTo>
                    <a:pt x="281571" y="479120"/>
                  </a:moveTo>
                  <a:lnTo>
                    <a:pt x="0" y="479120"/>
                  </a:lnTo>
                  <a:lnTo>
                    <a:pt x="0" y="514324"/>
                  </a:lnTo>
                  <a:lnTo>
                    <a:pt x="281571" y="514324"/>
                  </a:lnTo>
                  <a:lnTo>
                    <a:pt x="281571" y="479120"/>
                  </a:lnTo>
                  <a:close/>
                </a:path>
                <a:path w="5242559" h="993775">
                  <a:moveTo>
                    <a:pt x="281571" y="248475"/>
                  </a:moveTo>
                  <a:lnTo>
                    <a:pt x="0" y="248475"/>
                  </a:lnTo>
                  <a:lnTo>
                    <a:pt x="0" y="283730"/>
                  </a:lnTo>
                  <a:lnTo>
                    <a:pt x="281571" y="283730"/>
                  </a:lnTo>
                  <a:lnTo>
                    <a:pt x="281571" y="248475"/>
                  </a:lnTo>
                  <a:close/>
                </a:path>
                <a:path w="5242559" h="993775">
                  <a:moveTo>
                    <a:pt x="281571" y="23812"/>
                  </a:moveTo>
                  <a:lnTo>
                    <a:pt x="0" y="23812"/>
                  </a:lnTo>
                  <a:lnTo>
                    <a:pt x="0" y="59016"/>
                  </a:lnTo>
                  <a:lnTo>
                    <a:pt x="281571" y="59016"/>
                  </a:lnTo>
                  <a:lnTo>
                    <a:pt x="281571" y="23812"/>
                  </a:lnTo>
                  <a:close/>
                </a:path>
                <a:path w="5242559" h="993775">
                  <a:moveTo>
                    <a:pt x="1289888" y="204787"/>
                  </a:moveTo>
                  <a:lnTo>
                    <a:pt x="1287195" y="184924"/>
                  </a:lnTo>
                  <a:lnTo>
                    <a:pt x="1284528" y="165150"/>
                  </a:lnTo>
                  <a:lnTo>
                    <a:pt x="1272222" y="130467"/>
                  </a:lnTo>
                  <a:lnTo>
                    <a:pt x="1229385" y="74917"/>
                  </a:lnTo>
                  <a:lnTo>
                    <a:pt x="1166685" y="36169"/>
                  </a:lnTo>
                  <a:lnTo>
                    <a:pt x="1129525" y="22491"/>
                  </a:lnTo>
                  <a:lnTo>
                    <a:pt x="1089393" y="12280"/>
                  </a:lnTo>
                  <a:lnTo>
                    <a:pt x="1046924" y="5295"/>
                  </a:lnTo>
                  <a:lnTo>
                    <a:pt x="1002792" y="1282"/>
                  </a:lnTo>
                  <a:lnTo>
                    <a:pt x="957656" y="0"/>
                  </a:lnTo>
                  <a:lnTo>
                    <a:pt x="911479" y="1143"/>
                  </a:lnTo>
                  <a:lnTo>
                    <a:pt x="865327" y="4775"/>
                  </a:lnTo>
                  <a:lnTo>
                    <a:pt x="819670" y="11163"/>
                  </a:lnTo>
                  <a:lnTo>
                    <a:pt x="774928" y="20586"/>
                  </a:lnTo>
                  <a:lnTo>
                    <a:pt x="731558" y="33324"/>
                  </a:lnTo>
                  <a:lnTo>
                    <a:pt x="690016" y="49669"/>
                  </a:lnTo>
                  <a:lnTo>
                    <a:pt x="650760" y="69875"/>
                  </a:lnTo>
                  <a:lnTo>
                    <a:pt x="614222" y="94221"/>
                  </a:lnTo>
                  <a:lnTo>
                    <a:pt x="580872" y="123012"/>
                  </a:lnTo>
                  <a:lnTo>
                    <a:pt x="551141" y="156489"/>
                  </a:lnTo>
                  <a:lnTo>
                    <a:pt x="525487" y="194970"/>
                  </a:lnTo>
                  <a:lnTo>
                    <a:pt x="504355" y="238696"/>
                  </a:lnTo>
                  <a:lnTo>
                    <a:pt x="488200" y="287972"/>
                  </a:lnTo>
                  <a:lnTo>
                    <a:pt x="481558" y="338035"/>
                  </a:lnTo>
                  <a:lnTo>
                    <a:pt x="483577" y="384644"/>
                  </a:lnTo>
                  <a:lnTo>
                    <a:pt x="494474" y="427012"/>
                  </a:lnTo>
                  <a:lnTo>
                    <a:pt x="514477" y="464312"/>
                  </a:lnTo>
                  <a:lnTo>
                    <a:pt x="543801" y="495744"/>
                  </a:lnTo>
                  <a:lnTo>
                    <a:pt x="582663" y="520509"/>
                  </a:lnTo>
                  <a:lnTo>
                    <a:pt x="634098" y="542620"/>
                  </a:lnTo>
                  <a:lnTo>
                    <a:pt x="685101" y="560095"/>
                  </a:lnTo>
                  <a:lnTo>
                    <a:pt x="734580" y="574154"/>
                  </a:lnTo>
                  <a:lnTo>
                    <a:pt x="824623" y="597027"/>
                  </a:lnTo>
                  <a:lnTo>
                    <a:pt x="863003" y="608342"/>
                  </a:lnTo>
                  <a:lnTo>
                    <a:pt x="895477" y="621220"/>
                  </a:lnTo>
                  <a:lnTo>
                    <a:pt x="920978" y="636917"/>
                  </a:lnTo>
                  <a:lnTo>
                    <a:pt x="938403" y="656678"/>
                  </a:lnTo>
                  <a:lnTo>
                    <a:pt x="946658" y="681748"/>
                  </a:lnTo>
                  <a:lnTo>
                    <a:pt x="944651" y="713359"/>
                  </a:lnTo>
                  <a:lnTo>
                    <a:pt x="922705" y="754976"/>
                  </a:lnTo>
                  <a:lnTo>
                    <a:pt x="882992" y="784707"/>
                  </a:lnTo>
                  <a:lnTo>
                    <a:pt x="834351" y="802538"/>
                  </a:lnTo>
                  <a:lnTo>
                    <a:pt x="785672" y="808482"/>
                  </a:lnTo>
                  <a:lnTo>
                    <a:pt x="733640" y="802678"/>
                  </a:lnTo>
                  <a:lnTo>
                    <a:pt x="692861" y="785520"/>
                  </a:lnTo>
                  <a:lnTo>
                    <a:pt x="665060" y="757402"/>
                  </a:lnTo>
                  <a:lnTo>
                    <a:pt x="651979" y="718680"/>
                  </a:lnTo>
                  <a:lnTo>
                    <a:pt x="655332" y="669772"/>
                  </a:lnTo>
                  <a:lnTo>
                    <a:pt x="391109" y="669772"/>
                  </a:lnTo>
                  <a:lnTo>
                    <a:pt x="383362" y="726135"/>
                  </a:lnTo>
                  <a:lnTo>
                    <a:pt x="383374" y="775970"/>
                  </a:lnTo>
                  <a:lnTo>
                    <a:pt x="390588" y="819632"/>
                  </a:lnTo>
                  <a:lnTo>
                    <a:pt x="404507" y="857453"/>
                  </a:lnTo>
                  <a:lnTo>
                    <a:pt x="450291" y="917028"/>
                  </a:lnTo>
                  <a:lnTo>
                    <a:pt x="481114" y="939482"/>
                  </a:lnTo>
                  <a:lnTo>
                    <a:pt x="516521" y="957503"/>
                  </a:lnTo>
                  <a:lnTo>
                    <a:pt x="555980" y="971473"/>
                  </a:lnTo>
                  <a:lnTo>
                    <a:pt x="598970" y="981722"/>
                  </a:lnTo>
                  <a:lnTo>
                    <a:pt x="644969" y="988606"/>
                  </a:lnTo>
                  <a:lnTo>
                    <a:pt x="693445" y="992466"/>
                  </a:lnTo>
                  <a:lnTo>
                    <a:pt x="743877" y="993686"/>
                  </a:lnTo>
                  <a:lnTo>
                    <a:pt x="794664" y="991984"/>
                  </a:lnTo>
                  <a:lnTo>
                    <a:pt x="844905" y="986878"/>
                  </a:lnTo>
                  <a:lnTo>
                    <a:pt x="894105" y="978331"/>
                  </a:lnTo>
                  <a:lnTo>
                    <a:pt x="941819" y="966304"/>
                  </a:lnTo>
                  <a:lnTo>
                    <a:pt x="987564" y="950798"/>
                  </a:lnTo>
                  <a:lnTo>
                    <a:pt x="1030846" y="931760"/>
                  </a:lnTo>
                  <a:lnTo>
                    <a:pt x="1071219" y="909167"/>
                  </a:lnTo>
                  <a:lnTo>
                    <a:pt x="1108189" y="883005"/>
                  </a:lnTo>
                  <a:lnTo>
                    <a:pt x="1141298" y="853224"/>
                  </a:lnTo>
                  <a:lnTo>
                    <a:pt x="1170063" y="819823"/>
                  </a:lnTo>
                  <a:lnTo>
                    <a:pt x="1194015" y="782751"/>
                  </a:lnTo>
                  <a:lnTo>
                    <a:pt x="1212672" y="741984"/>
                  </a:lnTo>
                  <a:lnTo>
                    <a:pt x="1225575" y="697509"/>
                  </a:lnTo>
                  <a:lnTo>
                    <a:pt x="1233309" y="642226"/>
                  </a:lnTo>
                  <a:lnTo>
                    <a:pt x="1231950" y="594804"/>
                  </a:lnTo>
                  <a:lnTo>
                    <a:pt x="1222514" y="554507"/>
                  </a:lnTo>
                  <a:lnTo>
                    <a:pt x="1183284" y="492379"/>
                  </a:lnTo>
                  <a:lnTo>
                    <a:pt x="1123530" y="449999"/>
                  </a:lnTo>
                  <a:lnTo>
                    <a:pt x="1088415" y="434390"/>
                  </a:lnTo>
                  <a:lnTo>
                    <a:pt x="1051115" y="421538"/>
                  </a:lnTo>
                  <a:lnTo>
                    <a:pt x="1012647" y="410718"/>
                  </a:lnTo>
                  <a:lnTo>
                    <a:pt x="936078" y="392214"/>
                  </a:lnTo>
                  <a:lnTo>
                    <a:pt x="899960" y="383082"/>
                  </a:lnTo>
                  <a:lnTo>
                    <a:pt x="849528" y="367804"/>
                  </a:lnTo>
                  <a:lnTo>
                    <a:pt x="804138" y="346938"/>
                  </a:lnTo>
                  <a:lnTo>
                    <a:pt x="773887" y="316407"/>
                  </a:lnTo>
                  <a:lnTo>
                    <a:pt x="768934" y="272110"/>
                  </a:lnTo>
                  <a:lnTo>
                    <a:pt x="785317" y="238429"/>
                  </a:lnTo>
                  <a:lnTo>
                    <a:pt x="816013" y="210680"/>
                  </a:lnTo>
                  <a:lnTo>
                    <a:pt x="856195" y="191858"/>
                  </a:lnTo>
                  <a:lnTo>
                    <a:pt x="901052" y="184924"/>
                  </a:lnTo>
                  <a:lnTo>
                    <a:pt x="932332" y="186893"/>
                  </a:lnTo>
                  <a:lnTo>
                    <a:pt x="980084" y="202222"/>
                  </a:lnTo>
                  <a:lnTo>
                    <a:pt x="1008494" y="231711"/>
                  </a:lnTo>
                  <a:lnTo>
                    <a:pt x="1016889" y="273837"/>
                  </a:lnTo>
                  <a:lnTo>
                    <a:pt x="1012901" y="299847"/>
                  </a:lnTo>
                  <a:lnTo>
                    <a:pt x="1277099" y="299847"/>
                  </a:lnTo>
                  <a:lnTo>
                    <a:pt x="1287627" y="249605"/>
                  </a:lnTo>
                  <a:lnTo>
                    <a:pt x="1289888" y="204787"/>
                  </a:lnTo>
                  <a:close/>
                </a:path>
                <a:path w="5242559" h="993775">
                  <a:moveTo>
                    <a:pt x="2244153" y="19761"/>
                  </a:moveTo>
                  <a:lnTo>
                    <a:pt x="1517561" y="19761"/>
                  </a:lnTo>
                  <a:lnTo>
                    <a:pt x="1314792" y="973645"/>
                  </a:lnTo>
                  <a:lnTo>
                    <a:pt x="2041398" y="973645"/>
                  </a:lnTo>
                  <a:lnTo>
                    <a:pt x="2080793" y="788670"/>
                  </a:lnTo>
                  <a:lnTo>
                    <a:pt x="1618399" y="788670"/>
                  </a:lnTo>
                  <a:lnTo>
                    <a:pt x="1661350" y="586536"/>
                  </a:lnTo>
                  <a:lnTo>
                    <a:pt x="2086737" y="586536"/>
                  </a:lnTo>
                  <a:lnTo>
                    <a:pt x="2125903" y="401612"/>
                  </a:lnTo>
                  <a:lnTo>
                    <a:pt x="1700504" y="401612"/>
                  </a:lnTo>
                  <a:lnTo>
                    <a:pt x="1742351" y="204736"/>
                  </a:lnTo>
                  <a:lnTo>
                    <a:pt x="2204758" y="204736"/>
                  </a:lnTo>
                  <a:lnTo>
                    <a:pt x="2244153" y="19761"/>
                  </a:lnTo>
                  <a:close/>
                </a:path>
                <a:path w="5242559" h="993775">
                  <a:moveTo>
                    <a:pt x="3323475" y="19761"/>
                  </a:moveTo>
                  <a:lnTo>
                    <a:pt x="3085681" y="19761"/>
                  </a:lnTo>
                  <a:lnTo>
                    <a:pt x="2935084" y="727875"/>
                  </a:lnTo>
                  <a:lnTo>
                    <a:pt x="2931998" y="730554"/>
                  </a:lnTo>
                  <a:lnTo>
                    <a:pt x="2816326" y="243078"/>
                  </a:lnTo>
                  <a:lnTo>
                    <a:pt x="2763329" y="19761"/>
                  </a:lnTo>
                  <a:lnTo>
                    <a:pt x="2393416" y="19761"/>
                  </a:lnTo>
                  <a:lnTo>
                    <a:pt x="2190648" y="973645"/>
                  </a:lnTo>
                  <a:lnTo>
                    <a:pt x="2428443" y="973645"/>
                  </a:lnTo>
                  <a:lnTo>
                    <a:pt x="2583700" y="243078"/>
                  </a:lnTo>
                  <a:lnTo>
                    <a:pt x="2586329" y="243078"/>
                  </a:lnTo>
                  <a:lnTo>
                    <a:pt x="2754757" y="973645"/>
                  </a:lnTo>
                  <a:lnTo>
                    <a:pt x="3120707" y="973645"/>
                  </a:lnTo>
                  <a:lnTo>
                    <a:pt x="3172383" y="730554"/>
                  </a:lnTo>
                  <a:lnTo>
                    <a:pt x="3323475" y="19761"/>
                  </a:lnTo>
                  <a:close/>
                </a:path>
                <a:path w="5242559" h="993775">
                  <a:moveTo>
                    <a:pt x="4293857" y="973645"/>
                  </a:moveTo>
                  <a:lnTo>
                    <a:pt x="4259923" y="787361"/>
                  </a:lnTo>
                  <a:lnTo>
                    <a:pt x="4226242" y="602399"/>
                  </a:lnTo>
                  <a:lnTo>
                    <a:pt x="4154043" y="206019"/>
                  </a:lnTo>
                  <a:lnTo>
                    <a:pt x="4120121" y="19761"/>
                  </a:lnTo>
                  <a:lnTo>
                    <a:pt x="3945966" y="19761"/>
                  </a:lnTo>
                  <a:lnTo>
                    <a:pt x="3945966" y="602399"/>
                  </a:lnTo>
                  <a:lnTo>
                    <a:pt x="3690988" y="602399"/>
                  </a:lnTo>
                  <a:lnTo>
                    <a:pt x="3904780" y="206019"/>
                  </a:lnTo>
                  <a:lnTo>
                    <a:pt x="3908729" y="206019"/>
                  </a:lnTo>
                  <a:lnTo>
                    <a:pt x="3945966" y="602399"/>
                  </a:lnTo>
                  <a:lnTo>
                    <a:pt x="3945966" y="19761"/>
                  </a:lnTo>
                  <a:lnTo>
                    <a:pt x="3797770" y="19761"/>
                  </a:lnTo>
                  <a:lnTo>
                    <a:pt x="3218446" y="973645"/>
                  </a:lnTo>
                  <a:lnTo>
                    <a:pt x="3482695" y="973645"/>
                  </a:lnTo>
                  <a:lnTo>
                    <a:pt x="3584397" y="787361"/>
                  </a:lnTo>
                  <a:lnTo>
                    <a:pt x="3971506" y="787361"/>
                  </a:lnTo>
                  <a:lnTo>
                    <a:pt x="3995280" y="973645"/>
                  </a:lnTo>
                  <a:lnTo>
                    <a:pt x="4293857" y="973645"/>
                  </a:lnTo>
                  <a:close/>
                </a:path>
                <a:path w="5242559" h="993775">
                  <a:moveTo>
                    <a:pt x="4861230" y="19761"/>
                  </a:moveTo>
                  <a:lnTo>
                    <a:pt x="4597044" y="19761"/>
                  </a:lnTo>
                  <a:lnTo>
                    <a:pt x="4394225" y="973645"/>
                  </a:lnTo>
                  <a:lnTo>
                    <a:pt x="4658461" y="973645"/>
                  </a:lnTo>
                  <a:lnTo>
                    <a:pt x="4861230" y="19761"/>
                  </a:lnTo>
                  <a:close/>
                </a:path>
                <a:path w="5242559" h="993775">
                  <a:moveTo>
                    <a:pt x="5242026" y="938250"/>
                  </a:moveTo>
                  <a:lnTo>
                    <a:pt x="4960455" y="938250"/>
                  </a:lnTo>
                  <a:lnTo>
                    <a:pt x="4960455" y="973455"/>
                  </a:lnTo>
                  <a:lnTo>
                    <a:pt x="5242026" y="973455"/>
                  </a:lnTo>
                  <a:lnTo>
                    <a:pt x="5242026" y="938250"/>
                  </a:lnTo>
                  <a:close/>
                </a:path>
                <a:path w="5242559" h="993775">
                  <a:moveTo>
                    <a:pt x="5242026" y="712901"/>
                  </a:moveTo>
                  <a:lnTo>
                    <a:pt x="4960455" y="712901"/>
                  </a:lnTo>
                  <a:lnTo>
                    <a:pt x="4960455" y="748106"/>
                  </a:lnTo>
                  <a:lnTo>
                    <a:pt x="5242026" y="748106"/>
                  </a:lnTo>
                  <a:lnTo>
                    <a:pt x="5242026" y="712901"/>
                  </a:lnTo>
                  <a:close/>
                </a:path>
                <a:path w="5242559" h="993775">
                  <a:moveTo>
                    <a:pt x="5242026" y="479120"/>
                  </a:moveTo>
                  <a:lnTo>
                    <a:pt x="4960455" y="479120"/>
                  </a:lnTo>
                  <a:lnTo>
                    <a:pt x="4960455" y="514324"/>
                  </a:lnTo>
                  <a:lnTo>
                    <a:pt x="5242026" y="514324"/>
                  </a:lnTo>
                  <a:lnTo>
                    <a:pt x="5242026" y="479120"/>
                  </a:lnTo>
                  <a:close/>
                </a:path>
                <a:path w="5242559" h="993775">
                  <a:moveTo>
                    <a:pt x="5242026" y="248475"/>
                  </a:moveTo>
                  <a:lnTo>
                    <a:pt x="4960455" y="248475"/>
                  </a:lnTo>
                  <a:lnTo>
                    <a:pt x="4960455" y="283730"/>
                  </a:lnTo>
                  <a:lnTo>
                    <a:pt x="5242026" y="283730"/>
                  </a:lnTo>
                  <a:lnTo>
                    <a:pt x="5242026" y="248475"/>
                  </a:lnTo>
                  <a:close/>
                </a:path>
                <a:path w="5242559" h="993775">
                  <a:moveTo>
                    <a:pt x="5242026" y="23812"/>
                  </a:moveTo>
                  <a:lnTo>
                    <a:pt x="4960455" y="23812"/>
                  </a:lnTo>
                  <a:lnTo>
                    <a:pt x="4960455" y="59016"/>
                  </a:lnTo>
                  <a:lnTo>
                    <a:pt x="5242026" y="59016"/>
                  </a:lnTo>
                  <a:lnTo>
                    <a:pt x="5242026" y="238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0235576" y="4635933"/>
            <a:ext cx="5114925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5" dirty="0">
                <a:solidFill>
                  <a:srgbClr val="FFFFFF"/>
                </a:solidFill>
              </a:rPr>
              <a:t>DEPARTAMENTO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REGIONAL</a:t>
            </a:r>
            <a:endParaRPr sz="2800"/>
          </a:p>
        </p:txBody>
      </p:sp>
      <p:sp>
        <p:nvSpPr>
          <p:cNvPr id="7" name="object 7"/>
          <p:cNvSpPr txBox="1"/>
          <p:nvPr/>
        </p:nvSpPr>
        <p:spPr>
          <a:xfrm>
            <a:off x="10231201" y="5107290"/>
            <a:ext cx="6974205" cy="14592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>
              <a:lnSpc>
                <a:spcPts val="3270"/>
              </a:lnSpc>
              <a:spcBef>
                <a:spcPts val="100"/>
              </a:spcBef>
            </a:pPr>
            <a:r>
              <a:rPr sz="2800" b="1" dirty="0">
                <a:solidFill>
                  <a:srgbClr val="FFFFFF"/>
                </a:solidFill>
                <a:latin typeface="Montserrat ExtraBold"/>
                <a:cs typeface="Montserrat ExtraBold"/>
              </a:rPr>
              <a:t>DE</a:t>
            </a:r>
            <a:r>
              <a:rPr sz="2800" b="1" spc="-30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10" dirty="0">
                <a:solidFill>
                  <a:srgbClr val="FFFFFF"/>
                </a:solidFill>
                <a:latin typeface="Montserrat ExtraBold"/>
                <a:cs typeface="Montserrat ExtraBold"/>
              </a:rPr>
              <a:t>SÃO</a:t>
            </a:r>
            <a:r>
              <a:rPr sz="2800" b="1" spc="-25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40" dirty="0">
                <a:solidFill>
                  <a:srgbClr val="FFFFFF"/>
                </a:solidFill>
                <a:latin typeface="Montserrat ExtraBold"/>
                <a:cs typeface="Montserrat ExtraBold"/>
              </a:rPr>
              <a:t>PAULO</a:t>
            </a:r>
            <a:endParaRPr sz="2800">
              <a:latin typeface="Montserrat ExtraBold"/>
              <a:cs typeface="Montserrat ExtraBold"/>
            </a:endParaRPr>
          </a:p>
          <a:p>
            <a:pPr marL="12700">
              <a:lnSpc>
                <a:spcPts val="8009"/>
              </a:lnSpc>
            </a:pPr>
            <a:r>
              <a:rPr sz="6750" spc="-25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ww</a:t>
            </a:r>
            <a:r>
              <a:rPr sz="6750" spc="-220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w</a:t>
            </a:r>
            <a:r>
              <a:rPr sz="6750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.s</a:t>
            </a:r>
            <a:r>
              <a:rPr sz="6750" spc="-100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p</a:t>
            </a:r>
            <a:r>
              <a:rPr sz="6750" spc="5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.senai.br</a:t>
            </a:r>
            <a:endParaRPr sz="6750">
              <a:latin typeface="Montserrat"/>
              <a:cs typeface="Montserra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4154076"/>
            <a:ext cx="20104100" cy="7154545"/>
            <a:chOff x="0" y="4154076"/>
            <a:chExt cx="20104100" cy="7154545"/>
          </a:xfrm>
        </p:grpSpPr>
        <p:sp>
          <p:nvSpPr>
            <p:cNvPr id="9" name="object 9"/>
            <p:cNvSpPr/>
            <p:nvPr/>
          </p:nvSpPr>
          <p:spPr>
            <a:xfrm>
              <a:off x="9201187" y="4154076"/>
              <a:ext cx="0" cy="3001010"/>
            </a:xfrm>
            <a:custGeom>
              <a:avLst/>
              <a:gdLst/>
              <a:ahLst/>
              <a:cxnLst/>
              <a:rect l="l" t="t" r="r" b="b"/>
              <a:pathLst>
                <a:path h="3001009">
                  <a:moveTo>
                    <a:pt x="0" y="3000400"/>
                  </a:moveTo>
                  <a:lnTo>
                    <a:pt x="0" y="0"/>
                  </a:lnTo>
                </a:path>
              </a:pathLst>
            </a:custGeom>
            <a:ln w="2783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5E29BF4-E40B-E162-AF7F-67DDDA2AB59C}"/>
              </a:ext>
            </a:extLst>
          </p:cNvPr>
          <p:cNvSpPr txBox="1"/>
          <p:nvPr/>
        </p:nvSpPr>
        <p:spPr>
          <a:xfrm>
            <a:off x="3695810" y="8815201"/>
            <a:ext cx="1350959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 err="1">
                <a:solidFill>
                  <a:schemeClr val="bg1"/>
                </a:solidFill>
              </a:rPr>
              <a:t>Caórdicos</a:t>
            </a:r>
            <a:r>
              <a:rPr lang="pt-BR" sz="4000" dirty="0">
                <a:solidFill>
                  <a:schemeClr val="bg1"/>
                </a:solidFill>
              </a:rPr>
              <a:t> somos, </a:t>
            </a:r>
            <a:r>
              <a:rPr lang="pt-BR" sz="4000" dirty="0" err="1">
                <a:solidFill>
                  <a:schemeClr val="bg1"/>
                </a:solidFill>
              </a:rPr>
              <a:t>caórdicos</a:t>
            </a:r>
            <a:r>
              <a:rPr lang="pt-BR" sz="4000" dirty="0">
                <a:solidFill>
                  <a:schemeClr val="bg1"/>
                </a:solidFill>
              </a:rPr>
              <a:t> vamos continuar sendo,</a:t>
            </a:r>
          </a:p>
          <a:p>
            <a:r>
              <a:rPr lang="pt-BR" sz="4000" dirty="0" err="1">
                <a:solidFill>
                  <a:schemeClr val="bg1"/>
                </a:solidFill>
              </a:rPr>
              <a:t>caórdico</a:t>
            </a:r>
            <a:r>
              <a:rPr lang="pt-BR" sz="4000" dirty="0">
                <a:solidFill>
                  <a:schemeClr val="bg1"/>
                </a:solidFill>
              </a:rPr>
              <a:t> é o mundo e </a:t>
            </a:r>
            <a:r>
              <a:rPr lang="pt-BR" sz="4000" dirty="0" err="1">
                <a:solidFill>
                  <a:schemeClr val="bg1"/>
                </a:solidFill>
              </a:rPr>
              <a:t>caórdicas</a:t>
            </a:r>
            <a:r>
              <a:rPr lang="pt-BR" sz="4000" dirty="0">
                <a:solidFill>
                  <a:schemeClr val="bg1"/>
                </a:solidFill>
              </a:rPr>
              <a:t> as instituições devem se tornar. </a:t>
            </a:r>
          </a:p>
          <a:p>
            <a:endParaRPr lang="pt-BR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D121C-0353-C2AF-0F7A-8BB41F488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18DC216-6BF5-DCD2-50CB-CCFB7191B8E9}"/>
              </a:ext>
            </a:extLst>
          </p:cNvPr>
          <p:cNvGrpSpPr/>
          <p:nvPr/>
        </p:nvGrpSpPr>
        <p:grpSpPr>
          <a:xfrm>
            <a:off x="0" y="0"/>
            <a:ext cx="20104100" cy="11308556"/>
            <a:chOff x="0" y="0"/>
            <a:chExt cx="20104100" cy="11308556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F271A33F-1534-6B6E-1D39-D8DC289F802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B28484E-9D7B-7116-BAB5-8EBB64B2B096}"/>
                </a:ext>
              </a:extLst>
            </p:cNvPr>
            <p:cNvSpPr/>
            <p:nvPr/>
          </p:nvSpPr>
          <p:spPr>
            <a:xfrm>
              <a:off x="2912068" y="4985450"/>
              <a:ext cx="5242560" cy="1337945"/>
            </a:xfrm>
            <a:custGeom>
              <a:avLst/>
              <a:gdLst/>
              <a:ahLst/>
              <a:cxnLst/>
              <a:rect l="l" t="t" r="r" b="b"/>
              <a:pathLst>
                <a:path w="5242559" h="1337945">
                  <a:moveTo>
                    <a:pt x="5242028" y="0"/>
                  </a:moveTo>
                  <a:lnTo>
                    <a:pt x="0" y="0"/>
                  </a:lnTo>
                  <a:lnTo>
                    <a:pt x="0" y="1337655"/>
                  </a:lnTo>
                  <a:lnTo>
                    <a:pt x="5242028" y="1337655"/>
                  </a:lnTo>
                  <a:lnTo>
                    <a:pt x="5242028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F81520E-3021-32ED-F3CE-FF27E682FEC5}"/>
                </a:ext>
              </a:extLst>
            </p:cNvPr>
            <p:cNvSpPr/>
            <p:nvPr/>
          </p:nvSpPr>
          <p:spPr>
            <a:xfrm>
              <a:off x="2911983" y="5156523"/>
              <a:ext cx="5242560" cy="993775"/>
            </a:xfrm>
            <a:custGeom>
              <a:avLst/>
              <a:gdLst/>
              <a:ahLst/>
              <a:cxnLst/>
              <a:rect l="l" t="t" r="r" b="b"/>
              <a:pathLst>
                <a:path w="5242559" h="993775">
                  <a:moveTo>
                    <a:pt x="281571" y="938250"/>
                  </a:moveTo>
                  <a:lnTo>
                    <a:pt x="0" y="938250"/>
                  </a:lnTo>
                  <a:lnTo>
                    <a:pt x="0" y="973455"/>
                  </a:lnTo>
                  <a:lnTo>
                    <a:pt x="281571" y="973455"/>
                  </a:lnTo>
                  <a:lnTo>
                    <a:pt x="281571" y="938250"/>
                  </a:lnTo>
                  <a:close/>
                </a:path>
                <a:path w="5242559" h="993775">
                  <a:moveTo>
                    <a:pt x="281571" y="712901"/>
                  </a:moveTo>
                  <a:lnTo>
                    <a:pt x="0" y="712901"/>
                  </a:lnTo>
                  <a:lnTo>
                    <a:pt x="0" y="748106"/>
                  </a:lnTo>
                  <a:lnTo>
                    <a:pt x="281571" y="748106"/>
                  </a:lnTo>
                  <a:lnTo>
                    <a:pt x="281571" y="712901"/>
                  </a:lnTo>
                  <a:close/>
                </a:path>
                <a:path w="5242559" h="993775">
                  <a:moveTo>
                    <a:pt x="281571" y="479120"/>
                  </a:moveTo>
                  <a:lnTo>
                    <a:pt x="0" y="479120"/>
                  </a:lnTo>
                  <a:lnTo>
                    <a:pt x="0" y="514324"/>
                  </a:lnTo>
                  <a:lnTo>
                    <a:pt x="281571" y="514324"/>
                  </a:lnTo>
                  <a:lnTo>
                    <a:pt x="281571" y="479120"/>
                  </a:lnTo>
                  <a:close/>
                </a:path>
                <a:path w="5242559" h="993775">
                  <a:moveTo>
                    <a:pt x="281571" y="248475"/>
                  </a:moveTo>
                  <a:lnTo>
                    <a:pt x="0" y="248475"/>
                  </a:lnTo>
                  <a:lnTo>
                    <a:pt x="0" y="283730"/>
                  </a:lnTo>
                  <a:lnTo>
                    <a:pt x="281571" y="283730"/>
                  </a:lnTo>
                  <a:lnTo>
                    <a:pt x="281571" y="248475"/>
                  </a:lnTo>
                  <a:close/>
                </a:path>
                <a:path w="5242559" h="993775">
                  <a:moveTo>
                    <a:pt x="281571" y="23812"/>
                  </a:moveTo>
                  <a:lnTo>
                    <a:pt x="0" y="23812"/>
                  </a:lnTo>
                  <a:lnTo>
                    <a:pt x="0" y="59016"/>
                  </a:lnTo>
                  <a:lnTo>
                    <a:pt x="281571" y="59016"/>
                  </a:lnTo>
                  <a:lnTo>
                    <a:pt x="281571" y="23812"/>
                  </a:lnTo>
                  <a:close/>
                </a:path>
                <a:path w="5242559" h="993775">
                  <a:moveTo>
                    <a:pt x="1289888" y="204787"/>
                  </a:moveTo>
                  <a:lnTo>
                    <a:pt x="1287195" y="184924"/>
                  </a:lnTo>
                  <a:lnTo>
                    <a:pt x="1284528" y="165150"/>
                  </a:lnTo>
                  <a:lnTo>
                    <a:pt x="1272222" y="130467"/>
                  </a:lnTo>
                  <a:lnTo>
                    <a:pt x="1229385" y="74917"/>
                  </a:lnTo>
                  <a:lnTo>
                    <a:pt x="1166685" y="36169"/>
                  </a:lnTo>
                  <a:lnTo>
                    <a:pt x="1129525" y="22491"/>
                  </a:lnTo>
                  <a:lnTo>
                    <a:pt x="1089393" y="12280"/>
                  </a:lnTo>
                  <a:lnTo>
                    <a:pt x="1046924" y="5295"/>
                  </a:lnTo>
                  <a:lnTo>
                    <a:pt x="1002792" y="1282"/>
                  </a:lnTo>
                  <a:lnTo>
                    <a:pt x="957656" y="0"/>
                  </a:lnTo>
                  <a:lnTo>
                    <a:pt x="911479" y="1143"/>
                  </a:lnTo>
                  <a:lnTo>
                    <a:pt x="865327" y="4775"/>
                  </a:lnTo>
                  <a:lnTo>
                    <a:pt x="819670" y="11163"/>
                  </a:lnTo>
                  <a:lnTo>
                    <a:pt x="774928" y="20586"/>
                  </a:lnTo>
                  <a:lnTo>
                    <a:pt x="731558" y="33324"/>
                  </a:lnTo>
                  <a:lnTo>
                    <a:pt x="690016" y="49669"/>
                  </a:lnTo>
                  <a:lnTo>
                    <a:pt x="650760" y="69875"/>
                  </a:lnTo>
                  <a:lnTo>
                    <a:pt x="614222" y="94221"/>
                  </a:lnTo>
                  <a:lnTo>
                    <a:pt x="580872" y="123012"/>
                  </a:lnTo>
                  <a:lnTo>
                    <a:pt x="551141" y="156489"/>
                  </a:lnTo>
                  <a:lnTo>
                    <a:pt x="525487" y="194970"/>
                  </a:lnTo>
                  <a:lnTo>
                    <a:pt x="504355" y="238696"/>
                  </a:lnTo>
                  <a:lnTo>
                    <a:pt x="488200" y="287972"/>
                  </a:lnTo>
                  <a:lnTo>
                    <a:pt x="481558" y="338035"/>
                  </a:lnTo>
                  <a:lnTo>
                    <a:pt x="483577" y="384644"/>
                  </a:lnTo>
                  <a:lnTo>
                    <a:pt x="494474" y="427012"/>
                  </a:lnTo>
                  <a:lnTo>
                    <a:pt x="514477" y="464312"/>
                  </a:lnTo>
                  <a:lnTo>
                    <a:pt x="543801" y="495744"/>
                  </a:lnTo>
                  <a:lnTo>
                    <a:pt x="582663" y="520509"/>
                  </a:lnTo>
                  <a:lnTo>
                    <a:pt x="634098" y="542620"/>
                  </a:lnTo>
                  <a:lnTo>
                    <a:pt x="685101" y="560095"/>
                  </a:lnTo>
                  <a:lnTo>
                    <a:pt x="734580" y="574154"/>
                  </a:lnTo>
                  <a:lnTo>
                    <a:pt x="824623" y="597027"/>
                  </a:lnTo>
                  <a:lnTo>
                    <a:pt x="863003" y="608342"/>
                  </a:lnTo>
                  <a:lnTo>
                    <a:pt x="895477" y="621220"/>
                  </a:lnTo>
                  <a:lnTo>
                    <a:pt x="920978" y="636917"/>
                  </a:lnTo>
                  <a:lnTo>
                    <a:pt x="938403" y="656678"/>
                  </a:lnTo>
                  <a:lnTo>
                    <a:pt x="946658" y="681748"/>
                  </a:lnTo>
                  <a:lnTo>
                    <a:pt x="944651" y="713359"/>
                  </a:lnTo>
                  <a:lnTo>
                    <a:pt x="922705" y="754976"/>
                  </a:lnTo>
                  <a:lnTo>
                    <a:pt x="882992" y="784707"/>
                  </a:lnTo>
                  <a:lnTo>
                    <a:pt x="834351" y="802538"/>
                  </a:lnTo>
                  <a:lnTo>
                    <a:pt x="785672" y="808482"/>
                  </a:lnTo>
                  <a:lnTo>
                    <a:pt x="733640" y="802678"/>
                  </a:lnTo>
                  <a:lnTo>
                    <a:pt x="692861" y="785520"/>
                  </a:lnTo>
                  <a:lnTo>
                    <a:pt x="665060" y="757402"/>
                  </a:lnTo>
                  <a:lnTo>
                    <a:pt x="651979" y="718680"/>
                  </a:lnTo>
                  <a:lnTo>
                    <a:pt x="655332" y="669772"/>
                  </a:lnTo>
                  <a:lnTo>
                    <a:pt x="391109" y="669772"/>
                  </a:lnTo>
                  <a:lnTo>
                    <a:pt x="383362" y="726135"/>
                  </a:lnTo>
                  <a:lnTo>
                    <a:pt x="383374" y="775970"/>
                  </a:lnTo>
                  <a:lnTo>
                    <a:pt x="390588" y="819632"/>
                  </a:lnTo>
                  <a:lnTo>
                    <a:pt x="404507" y="857453"/>
                  </a:lnTo>
                  <a:lnTo>
                    <a:pt x="450291" y="917028"/>
                  </a:lnTo>
                  <a:lnTo>
                    <a:pt x="481114" y="939482"/>
                  </a:lnTo>
                  <a:lnTo>
                    <a:pt x="516521" y="957503"/>
                  </a:lnTo>
                  <a:lnTo>
                    <a:pt x="555980" y="971473"/>
                  </a:lnTo>
                  <a:lnTo>
                    <a:pt x="598970" y="981722"/>
                  </a:lnTo>
                  <a:lnTo>
                    <a:pt x="644969" y="988606"/>
                  </a:lnTo>
                  <a:lnTo>
                    <a:pt x="693445" y="992466"/>
                  </a:lnTo>
                  <a:lnTo>
                    <a:pt x="743877" y="993686"/>
                  </a:lnTo>
                  <a:lnTo>
                    <a:pt x="794664" y="991984"/>
                  </a:lnTo>
                  <a:lnTo>
                    <a:pt x="844905" y="986878"/>
                  </a:lnTo>
                  <a:lnTo>
                    <a:pt x="894105" y="978331"/>
                  </a:lnTo>
                  <a:lnTo>
                    <a:pt x="941819" y="966304"/>
                  </a:lnTo>
                  <a:lnTo>
                    <a:pt x="987564" y="950798"/>
                  </a:lnTo>
                  <a:lnTo>
                    <a:pt x="1030846" y="931760"/>
                  </a:lnTo>
                  <a:lnTo>
                    <a:pt x="1071219" y="909167"/>
                  </a:lnTo>
                  <a:lnTo>
                    <a:pt x="1108189" y="883005"/>
                  </a:lnTo>
                  <a:lnTo>
                    <a:pt x="1141298" y="853224"/>
                  </a:lnTo>
                  <a:lnTo>
                    <a:pt x="1170063" y="819823"/>
                  </a:lnTo>
                  <a:lnTo>
                    <a:pt x="1194015" y="782751"/>
                  </a:lnTo>
                  <a:lnTo>
                    <a:pt x="1212672" y="741984"/>
                  </a:lnTo>
                  <a:lnTo>
                    <a:pt x="1225575" y="697509"/>
                  </a:lnTo>
                  <a:lnTo>
                    <a:pt x="1233309" y="642226"/>
                  </a:lnTo>
                  <a:lnTo>
                    <a:pt x="1231950" y="594804"/>
                  </a:lnTo>
                  <a:lnTo>
                    <a:pt x="1222514" y="554507"/>
                  </a:lnTo>
                  <a:lnTo>
                    <a:pt x="1183284" y="492379"/>
                  </a:lnTo>
                  <a:lnTo>
                    <a:pt x="1123530" y="449999"/>
                  </a:lnTo>
                  <a:lnTo>
                    <a:pt x="1088415" y="434390"/>
                  </a:lnTo>
                  <a:lnTo>
                    <a:pt x="1051115" y="421538"/>
                  </a:lnTo>
                  <a:lnTo>
                    <a:pt x="1012647" y="410718"/>
                  </a:lnTo>
                  <a:lnTo>
                    <a:pt x="936078" y="392214"/>
                  </a:lnTo>
                  <a:lnTo>
                    <a:pt x="899960" y="383082"/>
                  </a:lnTo>
                  <a:lnTo>
                    <a:pt x="849528" y="367804"/>
                  </a:lnTo>
                  <a:lnTo>
                    <a:pt x="804138" y="346938"/>
                  </a:lnTo>
                  <a:lnTo>
                    <a:pt x="773887" y="316407"/>
                  </a:lnTo>
                  <a:lnTo>
                    <a:pt x="768934" y="272110"/>
                  </a:lnTo>
                  <a:lnTo>
                    <a:pt x="785317" y="238429"/>
                  </a:lnTo>
                  <a:lnTo>
                    <a:pt x="816013" y="210680"/>
                  </a:lnTo>
                  <a:lnTo>
                    <a:pt x="856195" y="191858"/>
                  </a:lnTo>
                  <a:lnTo>
                    <a:pt x="901052" y="184924"/>
                  </a:lnTo>
                  <a:lnTo>
                    <a:pt x="932332" y="186893"/>
                  </a:lnTo>
                  <a:lnTo>
                    <a:pt x="980084" y="202222"/>
                  </a:lnTo>
                  <a:lnTo>
                    <a:pt x="1008494" y="231711"/>
                  </a:lnTo>
                  <a:lnTo>
                    <a:pt x="1016889" y="273837"/>
                  </a:lnTo>
                  <a:lnTo>
                    <a:pt x="1012901" y="299847"/>
                  </a:lnTo>
                  <a:lnTo>
                    <a:pt x="1277099" y="299847"/>
                  </a:lnTo>
                  <a:lnTo>
                    <a:pt x="1287627" y="249605"/>
                  </a:lnTo>
                  <a:lnTo>
                    <a:pt x="1289888" y="204787"/>
                  </a:lnTo>
                  <a:close/>
                </a:path>
                <a:path w="5242559" h="993775">
                  <a:moveTo>
                    <a:pt x="2244153" y="19761"/>
                  </a:moveTo>
                  <a:lnTo>
                    <a:pt x="1517561" y="19761"/>
                  </a:lnTo>
                  <a:lnTo>
                    <a:pt x="1314792" y="973645"/>
                  </a:lnTo>
                  <a:lnTo>
                    <a:pt x="2041398" y="973645"/>
                  </a:lnTo>
                  <a:lnTo>
                    <a:pt x="2080793" y="788670"/>
                  </a:lnTo>
                  <a:lnTo>
                    <a:pt x="1618399" y="788670"/>
                  </a:lnTo>
                  <a:lnTo>
                    <a:pt x="1661350" y="586536"/>
                  </a:lnTo>
                  <a:lnTo>
                    <a:pt x="2086737" y="586536"/>
                  </a:lnTo>
                  <a:lnTo>
                    <a:pt x="2125903" y="401612"/>
                  </a:lnTo>
                  <a:lnTo>
                    <a:pt x="1700504" y="401612"/>
                  </a:lnTo>
                  <a:lnTo>
                    <a:pt x="1742351" y="204736"/>
                  </a:lnTo>
                  <a:lnTo>
                    <a:pt x="2204758" y="204736"/>
                  </a:lnTo>
                  <a:lnTo>
                    <a:pt x="2244153" y="19761"/>
                  </a:lnTo>
                  <a:close/>
                </a:path>
                <a:path w="5242559" h="993775">
                  <a:moveTo>
                    <a:pt x="3323475" y="19761"/>
                  </a:moveTo>
                  <a:lnTo>
                    <a:pt x="3085681" y="19761"/>
                  </a:lnTo>
                  <a:lnTo>
                    <a:pt x="2935084" y="727875"/>
                  </a:lnTo>
                  <a:lnTo>
                    <a:pt x="2931998" y="730554"/>
                  </a:lnTo>
                  <a:lnTo>
                    <a:pt x="2816326" y="243078"/>
                  </a:lnTo>
                  <a:lnTo>
                    <a:pt x="2763329" y="19761"/>
                  </a:lnTo>
                  <a:lnTo>
                    <a:pt x="2393416" y="19761"/>
                  </a:lnTo>
                  <a:lnTo>
                    <a:pt x="2190648" y="973645"/>
                  </a:lnTo>
                  <a:lnTo>
                    <a:pt x="2428443" y="973645"/>
                  </a:lnTo>
                  <a:lnTo>
                    <a:pt x="2583700" y="243078"/>
                  </a:lnTo>
                  <a:lnTo>
                    <a:pt x="2586329" y="243078"/>
                  </a:lnTo>
                  <a:lnTo>
                    <a:pt x="2754757" y="973645"/>
                  </a:lnTo>
                  <a:lnTo>
                    <a:pt x="3120707" y="973645"/>
                  </a:lnTo>
                  <a:lnTo>
                    <a:pt x="3172383" y="730554"/>
                  </a:lnTo>
                  <a:lnTo>
                    <a:pt x="3323475" y="19761"/>
                  </a:lnTo>
                  <a:close/>
                </a:path>
                <a:path w="5242559" h="993775">
                  <a:moveTo>
                    <a:pt x="4293857" y="973645"/>
                  </a:moveTo>
                  <a:lnTo>
                    <a:pt x="4259923" y="787361"/>
                  </a:lnTo>
                  <a:lnTo>
                    <a:pt x="4226242" y="602399"/>
                  </a:lnTo>
                  <a:lnTo>
                    <a:pt x="4154043" y="206019"/>
                  </a:lnTo>
                  <a:lnTo>
                    <a:pt x="4120121" y="19761"/>
                  </a:lnTo>
                  <a:lnTo>
                    <a:pt x="3945966" y="19761"/>
                  </a:lnTo>
                  <a:lnTo>
                    <a:pt x="3945966" y="602399"/>
                  </a:lnTo>
                  <a:lnTo>
                    <a:pt x="3690988" y="602399"/>
                  </a:lnTo>
                  <a:lnTo>
                    <a:pt x="3904780" y="206019"/>
                  </a:lnTo>
                  <a:lnTo>
                    <a:pt x="3908729" y="206019"/>
                  </a:lnTo>
                  <a:lnTo>
                    <a:pt x="3945966" y="602399"/>
                  </a:lnTo>
                  <a:lnTo>
                    <a:pt x="3945966" y="19761"/>
                  </a:lnTo>
                  <a:lnTo>
                    <a:pt x="3797770" y="19761"/>
                  </a:lnTo>
                  <a:lnTo>
                    <a:pt x="3218446" y="973645"/>
                  </a:lnTo>
                  <a:lnTo>
                    <a:pt x="3482695" y="973645"/>
                  </a:lnTo>
                  <a:lnTo>
                    <a:pt x="3584397" y="787361"/>
                  </a:lnTo>
                  <a:lnTo>
                    <a:pt x="3971506" y="787361"/>
                  </a:lnTo>
                  <a:lnTo>
                    <a:pt x="3995280" y="973645"/>
                  </a:lnTo>
                  <a:lnTo>
                    <a:pt x="4293857" y="973645"/>
                  </a:lnTo>
                  <a:close/>
                </a:path>
                <a:path w="5242559" h="993775">
                  <a:moveTo>
                    <a:pt x="4861230" y="19761"/>
                  </a:moveTo>
                  <a:lnTo>
                    <a:pt x="4597044" y="19761"/>
                  </a:lnTo>
                  <a:lnTo>
                    <a:pt x="4394225" y="973645"/>
                  </a:lnTo>
                  <a:lnTo>
                    <a:pt x="4658461" y="973645"/>
                  </a:lnTo>
                  <a:lnTo>
                    <a:pt x="4861230" y="19761"/>
                  </a:lnTo>
                  <a:close/>
                </a:path>
                <a:path w="5242559" h="993775">
                  <a:moveTo>
                    <a:pt x="5242026" y="938250"/>
                  </a:moveTo>
                  <a:lnTo>
                    <a:pt x="4960455" y="938250"/>
                  </a:lnTo>
                  <a:lnTo>
                    <a:pt x="4960455" y="973455"/>
                  </a:lnTo>
                  <a:lnTo>
                    <a:pt x="5242026" y="973455"/>
                  </a:lnTo>
                  <a:lnTo>
                    <a:pt x="5242026" y="938250"/>
                  </a:lnTo>
                  <a:close/>
                </a:path>
                <a:path w="5242559" h="993775">
                  <a:moveTo>
                    <a:pt x="5242026" y="712901"/>
                  </a:moveTo>
                  <a:lnTo>
                    <a:pt x="4960455" y="712901"/>
                  </a:lnTo>
                  <a:lnTo>
                    <a:pt x="4960455" y="748106"/>
                  </a:lnTo>
                  <a:lnTo>
                    <a:pt x="5242026" y="748106"/>
                  </a:lnTo>
                  <a:lnTo>
                    <a:pt x="5242026" y="712901"/>
                  </a:lnTo>
                  <a:close/>
                </a:path>
                <a:path w="5242559" h="993775">
                  <a:moveTo>
                    <a:pt x="5242026" y="479120"/>
                  </a:moveTo>
                  <a:lnTo>
                    <a:pt x="4960455" y="479120"/>
                  </a:lnTo>
                  <a:lnTo>
                    <a:pt x="4960455" y="514324"/>
                  </a:lnTo>
                  <a:lnTo>
                    <a:pt x="5242026" y="514324"/>
                  </a:lnTo>
                  <a:lnTo>
                    <a:pt x="5242026" y="479120"/>
                  </a:lnTo>
                  <a:close/>
                </a:path>
                <a:path w="5242559" h="993775">
                  <a:moveTo>
                    <a:pt x="5242026" y="248475"/>
                  </a:moveTo>
                  <a:lnTo>
                    <a:pt x="4960455" y="248475"/>
                  </a:lnTo>
                  <a:lnTo>
                    <a:pt x="4960455" y="283730"/>
                  </a:lnTo>
                  <a:lnTo>
                    <a:pt x="5242026" y="283730"/>
                  </a:lnTo>
                  <a:lnTo>
                    <a:pt x="5242026" y="248475"/>
                  </a:lnTo>
                  <a:close/>
                </a:path>
                <a:path w="5242559" h="993775">
                  <a:moveTo>
                    <a:pt x="5242026" y="23812"/>
                  </a:moveTo>
                  <a:lnTo>
                    <a:pt x="4960455" y="23812"/>
                  </a:lnTo>
                  <a:lnTo>
                    <a:pt x="4960455" y="59016"/>
                  </a:lnTo>
                  <a:lnTo>
                    <a:pt x="5242026" y="59016"/>
                  </a:lnTo>
                  <a:lnTo>
                    <a:pt x="5242026" y="238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BD7F5B2-0269-35F1-A146-10F7D2A6E3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35576" y="4635933"/>
            <a:ext cx="5114925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5" dirty="0">
                <a:solidFill>
                  <a:srgbClr val="FFFFFF"/>
                </a:solidFill>
              </a:rPr>
              <a:t>DEPARTAMENTO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REGIONAL</a:t>
            </a:r>
            <a:endParaRPr sz="2800"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A87BDA0-F879-5260-D2C8-49CF2F3D88BA}"/>
              </a:ext>
            </a:extLst>
          </p:cNvPr>
          <p:cNvSpPr txBox="1"/>
          <p:nvPr/>
        </p:nvSpPr>
        <p:spPr>
          <a:xfrm>
            <a:off x="10231201" y="5107290"/>
            <a:ext cx="6974205" cy="14592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>
              <a:lnSpc>
                <a:spcPts val="3270"/>
              </a:lnSpc>
              <a:spcBef>
                <a:spcPts val="100"/>
              </a:spcBef>
            </a:pPr>
            <a:r>
              <a:rPr sz="2800" b="1" dirty="0">
                <a:solidFill>
                  <a:srgbClr val="FFFFFF"/>
                </a:solidFill>
                <a:latin typeface="Montserrat ExtraBold"/>
                <a:cs typeface="Montserrat ExtraBold"/>
              </a:rPr>
              <a:t>DE</a:t>
            </a:r>
            <a:r>
              <a:rPr sz="2800" b="1" spc="-30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10" dirty="0">
                <a:solidFill>
                  <a:srgbClr val="FFFFFF"/>
                </a:solidFill>
                <a:latin typeface="Montserrat ExtraBold"/>
                <a:cs typeface="Montserrat ExtraBold"/>
              </a:rPr>
              <a:t>SÃO</a:t>
            </a:r>
            <a:r>
              <a:rPr sz="2800" b="1" spc="-25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40" dirty="0">
                <a:solidFill>
                  <a:srgbClr val="FFFFFF"/>
                </a:solidFill>
                <a:latin typeface="Montserrat ExtraBold"/>
                <a:cs typeface="Montserrat ExtraBold"/>
              </a:rPr>
              <a:t>PAULO</a:t>
            </a:r>
            <a:endParaRPr sz="2800">
              <a:latin typeface="Montserrat ExtraBold"/>
              <a:cs typeface="Montserrat ExtraBold"/>
            </a:endParaRPr>
          </a:p>
          <a:p>
            <a:pPr marL="12700">
              <a:lnSpc>
                <a:spcPts val="8009"/>
              </a:lnSpc>
            </a:pPr>
            <a:r>
              <a:rPr sz="6750" spc="-25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ww</a:t>
            </a:r>
            <a:r>
              <a:rPr sz="6750" spc="-220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w</a:t>
            </a:r>
            <a:r>
              <a:rPr sz="6750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.s</a:t>
            </a:r>
            <a:r>
              <a:rPr sz="6750" spc="-100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p</a:t>
            </a:r>
            <a:r>
              <a:rPr sz="6750" spc="5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.senai.br</a:t>
            </a:r>
            <a:endParaRPr sz="6750">
              <a:latin typeface="Montserrat"/>
              <a:cs typeface="Montserrat"/>
            </a:endParaRPr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AEE505F7-7D4A-7EF1-DE53-9149EB52016B}"/>
              </a:ext>
            </a:extLst>
          </p:cNvPr>
          <p:cNvGrpSpPr/>
          <p:nvPr/>
        </p:nvGrpSpPr>
        <p:grpSpPr>
          <a:xfrm>
            <a:off x="0" y="4154076"/>
            <a:ext cx="20104100" cy="7154545"/>
            <a:chOff x="0" y="4154076"/>
            <a:chExt cx="20104100" cy="7154545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5AE065D9-0CEE-F14A-034A-9A3BC681EEB1}"/>
                </a:ext>
              </a:extLst>
            </p:cNvPr>
            <p:cNvSpPr/>
            <p:nvPr/>
          </p:nvSpPr>
          <p:spPr>
            <a:xfrm>
              <a:off x="9201187" y="4154076"/>
              <a:ext cx="0" cy="3001010"/>
            </a:xfrm>
            <a:custGeom>
              <a:avLst/>
              <a:gdLst/>
              <a:ahLst/>
              <a:cxnLst/>
              <a:rect l="l" t="t" r="r" b="b"/>
              <a:pathLst>
                <a:path h="3001009">
                  <a:moveTo>
                    <a:pt x="0" y="3000400"/>
                  </a:moveTo>
                  <a:lnTo>
                    <a:pt x="0" y="0"/>
                  </a:lnTo>
                </a:path>
              </a:pathLst>
            </a:custGeom>
            <a:ln w="2783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2A744E25-0CBD-0E9D-D3CF-71DAF0F34CD9}"/>
                </a:ext>
              </a:extLst>
            </p:cNvPr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9C3A66B-4AEC-8BDA-8877-BF5A39D5C1AB}"/>
              </a:ext>
            </a:extLst>
          </p:cNvPr>
          <p:cNvSpPr txBox="1"/>
          <p:nvPr/>
        </p:nvSpPr>
        <p:spPr>
          <a:xfrm>
            <a:off x="17367250" y="10691086"/>
            <a:ext cx="24661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Prof. Wellington Martins</a:t>
            </a:r>
          </a:p>
          <a:p>
            <a:endParaRPr lang="pt-B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2012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C1C1FFBC5B64943BE6D3064162973C9" ma:contentTypeVersion="13" ma:contentTypeDescription="Crie um novo documento." ma:contentTypeScope="" ma:versionID="40fa6b34c81f3a289ccbc7b1e1965271">
  <xsd:schema xmlns:xsd="http://www.w3.org/2001/XMLSchema" xmlns:xs="http://www.w3.org/2001/XMLSchema" xmlns:p="http://schemas.microsoft.com/office/2006/metadata/properties" xmlns:ns2="2bd5af90-2c43-4f56-be08-340e2f91aafd" xmlns:ns3="b9c37b37-d0ad-42a5-892e-3cb8fae6311e" targetNamespace="http://schemas.microsoft.com/office/2006/metadata/properties" ma:root="true" ma:fieldsID="8fc80ff9e100d70d9cbefb719233993e" ns2:_="" ns3:_="">
    <xsd:import namespace="2bd5af90-2c43-4f56-be08-340e2f91aafd"/>
    <xsd:import namespace="b9c37b37-d0ad-42a5-892e-3cb8fae6311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5af90-2c43-4f56-be08-340e2f91aa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c37b37-d0ad-42a5-892e-3cb8fae6311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5F35E67-04E6-4922-B19E-6681FBF95DE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AA42D19-56A1-4D0B-AB84-67451006DC5A}">
  <ds:schemaRefs>
    <ds:schemaRef ds:uri="http://schemas.microsoft.com/office/2006/documentManagement/types"/>
    <ds:schemaRef ds:uri="http://www.w3.org/XML/1998/namespace"/>
    <ds:schemaRef ds:uri="http://purl.org/dc/dcmitype/"/>
    <ds:schemaRef ds:uri="http://purl.org/dc/elements/1.1/"/>
    <ds:schemaRef ds:uri="http://schemas.microsoft.com/office/infopath/2007/PartnerControls"/>
    <ds:schemaRef ds:uri="http://purl.org/dc/terms/"/>
    <ds:schemaRef ds:uri="2bd5af90-2c43-4f56-be08-340e2f91aafd"/>
    <ds:schemaRef ds:uri="http://schemas.openxmlformats.org/package/2006/metadata/core-properties"/>
    <ds:schemaRef ds:uri="b9c37b37-d0ad-42a5-892e-3cb8fae6311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E43EA8-E4F7-4FB4-A903-CFCDB99F07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bd5af90-2c43-4f56-be08-340e2f91aafd"/>
    <ds:schemaRef ds:uri="b9c37b37-d0ad-42a5-892e-3cb8fae631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422</TotalTime>
  <Words>1019</Words>
  <Application>Microsoft Office PowerPoint</Application>
  <PresentationFormat>Personalizar</PresentationFormat>
  <Paragraphs>161</Paragraphs>
  <Slides>17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6" baseType="lpstr">
      <vt:lpstr>Montserrat Light</vt:lpstr>
      <vt:lpstr>Montserrat</vt:lpstr>
      <vt:lpstr>Arial</vt:lpstr>
      <vt:lpstr>Montserrat ExtraBold</vt:lpstr>
      <vt:lpstr>Calibri</vt:lpstr>
      <vt:lpstr>Aptos</vt:lpstr>
      <vt:lpstr>Times-Roman</vt:lpstr>
      <vt:lpstr>Helvetica</vt:lpstr>
      <vt:lpstr>Office Theme</vt:lpstr>
      <vt:lpstr>Apresentação do PowerPoint</vt:lpstr>
      <vt:lpstr>Apresentação do PowerPoint</vt:lpstr>
      <vt:lpstr>Apresentação do PowerPoint</vt:lpstr>
      <vt:lpstr>6 ELEMENTOS</vt:lpstr>
      <vt:lpstr>MISSÃO  SENAI – Promover o desenvolvimento sustentável do país, elevando a competitividade da indústria, por meio da educação profissional e da inovação e tecnologia.   Caórdico -------</vt:lpstr>
      <vt:lpstr>VISÃO</vt:lpstr>
      <vt:lpstr>6 ELEMENTOS</vt:lpstr>
      <vt:lpstr>TERMOS UTILIZADOS POR Dee Hock.</vt:lpstr>
      <vt:lpstr>TERMOS UTILIZADOS POR Dee Hock.</vt:lpstr>
      <vt:lpstr>TERMOS UTILIZADOS POR Dee Hock.</vt:lpstr>
      <vt:lpstr>TERMOS de Dee Hock LIDERANÇA</vt:lpstr>
      <vt:lpstr>TERMOS de Dee Hock TEMPO</vt:lpstr>
      <vt:lpstr>As organizações saudáveis induzem o comportamento. As organizações doentias o forçam</vt:lpstr>
      <vt:lpstr>Ego, a Inveja, a Avareza e a Ambição</vt:lpstr>
      <vt:lpstr>Elas são mais semelhantes à organização dos neurônios  do cérebro</vt:lpstr>
      <vt:lpstr>DEPARTAMENTO REGIONAL</vt:lpstr>
      <vt:lpstr>DEPARTAMENTO REGIONAL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template_ppt_senaisp</dc:title>
  <dc:creator>carlos</dc:creator>
  <cp:lastModifiedBy>chatgpt</cp:lastModifiedBy>
  <cp:revision>38</cp:revision>
  <dcterms:created xsi:type="dcterms:W3CDTF">2021-08-24T16:20:14Z</dcterms:created>
  <dcterms:modified xsi:type="dcterms:W3CDTF">2026-09-28T18:22:41Z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2021-08-24T00:00:00Z</vt:filetime>
  </property>
  <property fmtid="{D5CDD505-2E9C-101B-9397-08002B2CF9AE}" pid="3" name="Creator">
    <vt:lpwstr>Adobe Illustrator 25.2 (Windows)</vt:lpwstr>
  </property>
  <property fmtid="{D5CDD505-2E9C-101B-9397-08002B2CF9AE}" pid="4" name="LastSaved">
    <vt:filetime>2021-08-24T00:00:00Z</vt:filetime>
  </property>
  <property fmtid="{D5CDD505-2E9C-101B-9397-08002B2CF9AE}" pid="5" name="ContentTypeId">
    <vt:lpwstr>0x0101001C1C1FFBC5B64943BE6D3064162973C9</vt:lpwstr>
  </property>
</Properties>
</file>