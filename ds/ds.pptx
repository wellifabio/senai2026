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78" r:id="rId10"/>
    <p:sldId id="261" r:id="rId11"/>
    <p:sldId id="280" r:id="rId12"/>
    <p:sldId id="279" r:id="rId13"/>
    <p:sldId id="268" r:id="rId14"/>
    <p:sldId id="277" r:id="rId15"/>
  </p:sldIdLst>
  <p:sldSz cx="20104100" cy="11309350"/>
  <p:notesSz cx="20104100" cy="11309350"/>
  <p:embeddedFontLst>
    <p:embeddedFont>
      <p:font typeface="Montserrat" panose="00000500000000000000" pitchFamily="2" charset="0"/>
      <p:regular r:id="rId16"/>
      <p:bold r:id="rId17"/>
      <p:italic r:id="rId18"/>
      <p:boldItalic r:id="rId19"/>
    </p:embeddedFont>
    <p:embeddedFont>
      <p:font typeface="Montserrat ExtraBold" panose="00000900000000000000" pitchFamily="2" charset="0"/>
      <p:bold r:id="rId20"/>
      <p:boldItalic r:id="rId21"/>
    </p:embeddedFont>
    <p:embeddedFont>
      <p:font typeface="Montserrat Light" panose="00000400000000000000" pitchFamily="2" charset="0"/>
      <p:regular r:id="rId22"/>
      <p:italic r:id="rId23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1013"/>
    <a:srgbClr val="9292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0E3ABB-C11A-BBD9-2802-532C104E159E}" v="1" dt="2022-01-25T14:55:06.476"/>
    <p1510:client id="{67B79760-9B19-EA06-B321-81BE3DC8DF22}" v="11" dt="2022-01-28T13:28:15.146"/>
    <p1510:client id="{E26C3A5A-D7F9-6D2D-9C24-7E05DE01AA21}" v="11" dt="2021-11-30T01:30:03.168"/>
    <p1510:client id="{E274CB7D-D5F6-CB88-97F7-1F9BAF23F222}" v="10" dt="2021-11-30T01:31:45.183"/>
    <p1510:client id="{E997C4D9-1869-CBC7-0693-58570764A1CA}" v="16" dt="2022-08-15T19:44:12.365"/>
    <p1510:client id="{F9CA789C-FA2B-ABC1-4746-E0D93CC19689}" v="1" dt="2022-01-26T14:38:05.24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774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8.fntdata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Miguel Leal da Silva" userId="S::lucas.msilva@sp.senai.br::5c40faec-5f1f-47e9-a958-68edb761d629" providerId="AD" clId="Web-{E26C3A5A-D7F9-6D2D-9C24-7E05DE01AA21}"/>
    <pc:docChg chg="modSld">
      <pc:chgData name="Lucas Miguel Leal da Silva" userId="S::lucas.msilva@sp.senai.br::5c40faec-5f1f-47e9-a958-68edb761d629" providerId="AD" clId="Web-{E26C3A5A-D7F9-6D2D-9C24-7E05DE01AA21}" dt="2021-11-30T01:30:03.168" v="10" actId="1076"/>
      <pc:docMkLst>
        <pc:docMk/>
      </pc:docMkLst>
      <pc:sldChg chg="modSp">
        <pc:chgData name="Lucas Miguel Leal da Silva" userId="S::lucas.msilva@sp.senai.br::5c40faec-5f1f-47e9-a958-68edb761d629" providerId="AD" clId="Web-{E26C3A5A-D7F9-6D2D-9C24-7E05DE01AA21}" dt="2021-11-30T01:25:45.023" v="3" actId="1076"/>
        <pc:sldMkLst>
          <pc:docMk/>
          <pc:sldMk cId="0" sldId="256"/>
        </pc:sldMkLst>
        <pc:spChg chg="mod">
          <ac:chgData name="Lucas Miguel Leal da Silva" userId="S::lucas.msilva@sp.senai.br::5c40faec-5f1f-47e9-a958-68edb761d629" providerId="AD" clId="Web-{E26C3A5A-D7F9-6D2D-9C24-7E05DE01AA21}" dt="2021-11-30T01:25:45.023" v="3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Lucas Miguel Leal da Silva" userId="S::lucas.msilva@sp.senai.br::5c40faec-5f1f-47e9-a958-68edb761d629" providerId="AD" clId="Web-{E26C3A5A-D7F9-6D2D-9C24-7E05DE01AA21}" dt="2021-11-30T01:10:29.601" v="1" actId="1076"/>
          <ac:spMkLst>
            <pc:docMk/>
            <pc:sldMk cId="0" sldId="256"/>
            <ac:spMk id="5" creationId="{00000000-0000-0000-0000-000000000000}"/>
          </ac:spMkLst>
        </pc:spChg>
      </pc:sldChg>
      <pc:sldChg chg="modSp">
        <pc:chgData name="Lucas Miguel Leal da Silva" userId="S::lucas.msilva@sp.senai.br::5c40faec-5f1f-47e9-a958-68edb761d629" providerId="AD" clId="Web-{E26C3A5A-D7F9-6D2D-9C24-7E05DE01AA21}" dt="2021-11-30T01:29:48.168" v="5" actId="1076"/>
        <pc:sldMkLst>
          <pc:docMk/>
          <pc:sldMk cId="0" sldId="257"/>
        </pc:sldMkLst>
        <pc:spChg chg="mod">
          <ac:chgData name="Lucas Miguel Leal da Silva" userId="S::lucas.msilva@sp.senai.br::5c40faec-5f1f-47e9-a958-68edb761d629" providerId="AD" clId="Web-{E26C3A5A-D7F9-6D2D-9C24-7E05DE01AA21}" dt="2021-11-30T01:29:48.168" v="5" actId="1076"/>
          <ac:spMkLst>
            <pc:docMk/>
            <pc:sldMk cId="0" sldId="257"/>
            <ac:spMk id="71" creationId="{00000000-0000-0000-0000-000000000000}"/>
          </ac:spMkLst>
        </pc:spChg>
        <pc:grpChg chg="mod">
          <ac:chgData name="Lucas Miguel Leal da Silva" userId="S::lucas.msilva@sp.senai.br::5c40faec-5f1f-47e9-a958-68edb761d629" providerId="AD" clId="Web-{E26C3A5A-D7F9-6D2D-9C24-7E05DE01AA21}" dt="2021-11-30T01:26:18.805" v="4" actId="1076"/>
          <ac:grpSpMkLst>
            <pc:docMk/>
            <pc:sldMk cId="0" sldId="257"/>
            <ac:grpSpMk id="4" creationId="{00000000-0000-0000-0000-000000000000}"/>
          </ac:grpSpMkLst>
        </pc:grpChg>
      </pc:sldChg>
      <pc:sldChg chg="modSp">
        <pc:chgData name="Lucas Miguel Leal da Silva" userId="S::lucas.msilva@sp.senai.br::5c40faec-5f1f-47e9-a958-68edb761d629" providerId="AD" clId="Web-{E26C3A5A-D7F9-6D2D-9C24-7E05DE01AA21}" dt="2021-11-30T01:30:03.168" v="10" actId="1076"/>
        <pc:sldMkLst>
          <pc:docMk/>
          <pc:sldMk cId="0" sldId="258"/>
        </pc:sldMkLst>
        <pc:spChg chg="mod">
          <ac:chgData name="Lucas Miguel Leal da Silva" userId="S::lucas.msilva@sp.senai.br::5c40faec-5f1f-47e9-a958-68edb761d629" providerId="AD" clId="Web-{E26C3A5A-D7F9-6D2D-9C24-7E05DE01AA21}" dt="2021-11-30T01:30:03.168" v="10" actId="1076"/>
          <ac:spMkLst>
            <pc:docMk/>
            <pc:sldMk cId="0" sldId="258"/>
            <ac:spMk id="68" creationId="{00000000-0000-0000-0000-000000000000}"/>
          </ac:spMkLst>
        </pc:spChg>
        <pc:grpChg chg="mod">
          <ac:chgData name="Lucas Miguel Leal da Silva" userId="S::lucas.msilva@sp.senai.br::5c40faec-5f1f-47e9-a958-68edb761d629" providerId="AD" clId="Web-{E26C3A5A-D7F9-6D2D-9C24-7E05DE01AA21}" dt="2021-11-30T01:29:51.324" v="6" actId="1076"/>
          <ac:grpSpMkLst>
            <pc:docMk/>
            <pc:sldMk cId="0" sldId="258"/>
            <ac:grpSpMk id="66" creationId="{00000000-0000-0000-0000-000000000000}"/>
          </ac:grpSpMkLst>
        </pc:grpChg>
      </pc:sldChg>
    </pc:docChg>
  </pc:docChgLst>
  <pc:docChgLst>
    <pc:chgData name="Aruana Marcondes" userId="S::aruana.marcondes@sp.senai.br::3b5ba883-9796-4925-87dd-7395c5a849ef" providerId="AD" clId="Web-{F9CA789C-FA2B-ABC1-4746-E0D93CC19689}"/>
    <pc:docChg chg="modSld">
      <pc:chgData name="Aruana Marcondes" userId="S::aruana.marcondes@sp.senai.br::3b5ba883-9796-4925-87dd-7395c5a849ef" providerId="AD" clId="Web-{F9CA789C-FA2B-ABC1-4746-E0D93CC19689}" dt="2022-01-26T14:38:05.244" v="0"/>
      <pc:docMkLst>
        <pc:docMk/>
      </pc:docMkLst>
      <pc:sldChg chg="delSp">
        <pc:chgData name="Aruana Marcondes" userId="S::aruana.marcondes@sp.senai.br::3b5ba883-9796-4925-87dd-7395c5a849ef" providerId="AD" clId="Web-{F9CA789C-FA2B-ABC1-4746-E0D93CC19689}" dt="2022-01-26T14:38:05.244" v="0"/>
        <pc:sldMkLst>
          <pc:docMk/>
          <pc:sldMk cId="0" sldId="258"/>
        </pc:sldMkLst>
        <pc:picChg chg="del">
          <ac:chgData name="Aruana Marcondes" userId="S::aruana.marcondes@sp.senai.br::3b5ba883-9796-4925-87dd-7395c5a849ef" providerId="AD" clId="Web-{F9CA789C-FA2B-ABC1-4746-E0D93CC19689}" dt="2022-01-26T14:38:05.244" v="0"/>
          <ac:picMkLst>
            <pc:docMk/>
            <pc:sldMk cId="0" sldId="258"/>
            <ac:picMk id="66" creationId="{06106D5E-0E16-4805-AB25-BF77A3F07626}"/>
          </ac:picMkLst>
        </pc:picChg>
      </pc:sldChg>
    </pc:docChg>
  </pc:docChgLst>
  <pc:docChgLst>
    <pc:chgData name="Lucas Miguel Leal da Silva" userId="S::lucas.msilva@sp.senai.br::5c40faec-5f1f-47e9-a958-68edb761d629" providerId="AD" clId="Web-{E274CB7D-D5F6-CB88-97F7-1F9BAF23F222}"/>
    <pc:docChg chg="modSld">
      <pc:chgData name="Lucas Miguel Leal da Silva" userId="S::lucas.msilva@sp.senai.br::5c40faec-5f1f-47e9-a958-68edb761d629" providerId="AD" clId="Web-{E274CB7D-D5F6-CB88-97F7-1F9BAF23F222}" dt="2021-11-30T01:31:45.183" v="9"/>
      <pc:docMkLst>
        <pc:docMk/>
      </pc:docMkLst>
      <pc:sldChg chg="addSp delSp modSp">
        <pc:chgData name="Lucas Miguel Leal da Silva" userId="S::lucas.msilva@sp.senai.br::5c40faec-5f1f-47e9-a958-68edb761d629" providerId="AD" clId="Web-{E274CB7D-D5F6-CB88-97F7-1F9BAF23F222}" dt="2021-11-30T01:31:45.183" v="9"/>
        <pc:sldMkLst>
          <pc:docMk/>
          <pc:sldMk cId="0" sldId="257"/>
        </pc:sldMkLst>
        <pc:spChg chg="del mod">
          <ac:chgData name="Lucas Miguel Leal da Silva" userId="S::lucas.msilva@sp.senai.br::5c40faec-5f1f-47e9-a958-68edb761d629" providerId="AD" clId="Web-{E274CB7D-D5F6-CB88-97F7-1F9BAF23F222}" dt="2021-11-30T01:31:37.698" v="7"/>
          <ac:spMkLst>
            <pc:docMk/>
            <pc:sldMk cId="0" sldId="257"/>
            <ac:spMk id="71" creationId="{00000000-0000-0000-0000-000000000000}"/>
          </ac:spMkLst>
        </pc:spChg>
        <pc:spChg chg="add mod">
          <ac:chgData name="Lucas Miguel Leal da Silva" userId="S::lucas.msilva@sp.senai.br::5c40faec-5f1f-47e9-a958-68edb761d629" providerId="AD" clId="Web-{E274CB7D-D5F6-CB88-97F7-1F9BAF23F222}" dt="2021-11-30T01:31:42.995" v="8"/>
          <ac:spMkLst>
            <pc:docMk/>
            <pc:sldMk cId="0" sldId="257"/>
            <ac:spMk id="77" creationId="{1A8410D5-09A9-4E9A-8324-AE05DD12526F}"/>
          </ac:spMkLst>
        </pc:spChg>
        <pc:spChg chg="add del mod">
          <ac:chgData name="Lucas Miguel Leal da Silva" userId="S::lucas.msilva@sp.senai.br::5c40faec-5f1f-47e9-a958-68edb761d629" providerId="AD" clId="Web-{E274CB7D-D5F6-CB88-97F7-1F9BAF23F222}" dt="2021-11-30T01:31:45.183" v="9"/>
          <ac:spMkLst>
            <pc:docMk/>
            <pc:sldMk cId="0" sldId="257"/>
            <ac:spMk id="79" creationId="{F8D9D440-CCAE-4CA4-875F-AD08D54F116D}"/>
          </ac:spMkLst>
        </pc:spChg>
        <pc:grpChg chg="del mod">
          <ac:chgData name="Lucas Miguel Leal da Silva" userId="S::lucas.msilva@sp.senai.br::5c40faec-5f1f-47e9-a958-68edb761d629" providerId="AD" clId="Web-{E274CB7D-D5F6-CB88-97F7-1F9BAF23F222}" dt="2021-11-30T01:31:06.979" v="2"/>
          <ac:grpSpMkLst>
            <pc:docMk/>
            <pc:sldMk cId="0" sldId="257"/>
            <ac:grpSpMk id="4" creationId="{00000000-0000-0000-0000-000000000000}"/>
          </ac:grpSpMkLst>
        </pc:grpChg>
        <pc:grpChg chg="add">
          <ac:chgData name="Lucas Miguel Leal da Silva" userId="S::lucas.msilva@sp.senai.br::5c40faec-5f1f-47e9-a958-68edb761d629" providerId="AD" clId="Web-{E274CB7D-D5F6-CB88-97F7-1F9BAF23F222}" dt="2021-11-30T01:31:20.510" v="5"/>
          <ac:grpSpMkLst>
            <pc:docMk/>
            <pc:sldMk cId="0" sldId="257"/>
            <ac:grpSpMk id="75" creationId="{0BCB4BF7-1C02-4670-98EB-A548B299ADD0}"/>
          </ac:grpSpMkLst>
        </pc:grpChg>
      </pc:sldChg>
      <pc:sldChg chg="addSp delSp">
        <pc:chgData name="Lucas Miguel Leal da Silva" userId="S::lucas.msilva@sp.senai.br::5c40faec-5f1f-47e9-a958-68edb761d629" providerId="AD" clId="Web-{E274CB7D-D5F6-CB88-97F7-1F9BAF23F222}" dt="2021-11-30T01:31:18.042" v="4"/>
        <pc:sldMkLst>
          <pc:docMk/>
          <pc:sldMk cId="0" sldId="258"/>
        </pc:sldMkLst>
        <pc:grpChg chg="del">
          <ac:chgData name="Lucas Miguel Leal da Silva" userId="S::lucas.msilva@sp.senai.br::5c40faec-5f1f-47e9-a958-68edb761d629" providerId="AD" clId="Web-{E274CB7D-D5F6-CB88-97F7-1F9BAF23F222}" dt="2021-11-30T01:31:18.042" v="4"/>
          <ac:grpSpMkLst>
            <pc:docMk/>
            <pc:sldMk cId="0" sldId="258"/>
            <ac:grpSpMk id="66" creationId="{00000000-0000-0000-0000-000000000000}"/>
          </ac:grpSpMkLst>
        </pc:grpChg>
        <pc:grpChg chg="add">
          <ac:chgData name="Lucas Miguel Leal da Silva" userId="S::lucas.msilva@sp.senai.br::5c40faec-5f1f-47e9-a958-68edb761d629" providerId="AD" clId="Web-{E274CB7D-D5F6-CB88-97F7-1F9BAF23F222}" dt="2021-11-30T01:31:14.854" v="3"/>
          <ac:grpSpMkLst>
            <pc:docMk/>
            <pc:sldMk cId="0" sldId="258"/>
            <ac:grpSpMk id="75" creationId="{28DCA77A-25D6-4AC8-926C-CA966CB46EF3}"/>
          </ac:grpSpMkLst>
        </pc:grpChg>
      </pc:sldChg>
    </pc:docChg>
  </pc:docChgLst>
  <pc:docChgLst>
    <pc:chgData name="Aruana Marcondes" userId="S::aruana.marcondes@sp.senai.br::3b5ba883-9796-4925-87dd-7395c5a849ef" providerId="AD" clId="Web-{280E3ABB-C11A-BBD9-2802-532C104E159E}"/>
    <pc:docChg chg="modSld">
      <pc:chgData name="Aruana Marcondes" userId="S::aruana.marcondes@sp.senai.br::3b5ba883-9796-4925-87dd-7395c5a849ef" providerId="AD" clId="Web-{280E3ABB-C11A-BBD9-2802-532C104E159E}" dt="2022-01-25T14:55:06.476" v="0"/>
      <pc:docMkLst>
        <pc:docMk/>
      </pc:docMkLst>
      <pc:sldChg chg="addSp modSp">
        <pc:chgData name="Aruana Marcondes" userId="S::aruana.marcondes@sp.senai.br::3b5ba883-9796-4925-87dd-7395c5a849ef" providerId="AD" clId="Web-{280E3ABB-C11A-BBD9-2802-532C104E159E}" dt="2022-01-25T14:55:06.476" v="0"/>
        <pc:sldMkLst>
          <pc:docMk/>
          <pc:sldMk cId="0" sldId="258"/>
        </pc:sldMkLst>
        <pc:picChg chg="add mod">
          <ac:chgData name="Aruana Marcondes" userId="S::aruana.marcondes@sp.senai.br::3b5ba883-9796-4925-87dd-7395c5a849ef" providerId="AD" clId="Web-{280E3ABB-C11A-BBD9-2802-532C104E159E}" dt="2022-01-25T14:55:06.476" v="0"/>
          <ac:picMkLst>
            <pc:docMk/>
            <pc:sldMk cId="0" sldId="258"/>
            <ac:picMk id="66" creationId="{06106D5E-0E16-4805-AB25-BF77A3F07626}"/>
          </ac:picMkLst>
        </pc:picChg>
      </pc:sldChg>
    </pc:docChg>
  </pc:docChgLst>
  <pc:docChgLst>
    <pc:chgData name="Adelia Bianca Magi de Moura" userId="S::adelia.moura@sp.senai.br::1d064294-64c6-4623-8dcc-126153f5c19e" providerId="AD" clId="Web-{E997C4D9-1869-CBC7-0693-58570764A1CA}"/>
    <pc:docChg chg="modSld">
      <pc:chgData name="Adelia Bianca Magi de Moura" userId="S::adelia.moura@sp.senai.br::1d064294-64c6-4623-8dcc-126153f5c19e" providerId="AD" clId="Web-{E997C4D9-1869-CBC7-0693-58570764A1CA}" dt="2022-08-15T19:44:12.365" v="15" actId="1076"/>
      <pc:docMkLst>
        <pc:docMk/>
      </pc:docMkLst>
      <pc:sldChg chg="addSp delSp modSp">
        <pc:chgData name="Adelia Bianca Magi de Moura" userId="S::adelia.moura@sp.senai.br::1d064294-64c6-4623-8dcc-126153f5c19e" providerId="AD" clId="Web-{E997C4D9-1869-CBC7-0693-58570764A1CA}" dt="2022-08-15T19:44:12.365" v="15" actId="1076"/>
        <pc:sldMkLst>
          <pc:docMk/>
          <pc:sldMk cId="0" sldId="277"/>
        </pc:sldMkLst>
        <pc:spChg chg="add del">
          <ac:chgData name="Adelia Bianca Magi de Moura" userId="S::adelia.moura@sp.senai.br::1d064294-64c6-4623-8dcc-126153f5c19e" providerId="AD" clId="Web-{E997C4D9-1869-CBC7-0693-58570764A1CA}" dt="2022-08-15T19:44:00.364" v="11"/>
          <ac:spMkLst>
            <pc:docMk/>
            <pc:sldMk cId="0" sldId="277"/>
            <ac:spMk id="4" creationId="{00000000-0000-0000-0000-000000000000}"/>
          </ac:spMkLst>
        </pc:spChg>
        <pc:spChg chg="mod">
          <ac:chgData name="Adelia Bianca Magi de Moura" userId="S::adelia.moura@sp.senai.br::1d064294-64c6-4623-8dcc-126153f5c19e" providerId="AD" clId="Web-{E997C4D9-1869-CBC7-0693-58570764A1CA}" dt="2022-08-15T19:44:12.365" v="15" actId="1076"/>
          <ac:spMkLst>
            <pc:docMk/>
            <pc:sldMk cId="0" sldId="277"/>
            <ac:spMk id="5" creationId="{00000000-0000-0000-0000-000000000000}"/>
          </ac:spMkLst>
        </pc:spChg>
        <pc:grpChg chg="mod">
          <ac:chgData name="Adelia Bianca Magi de Moura" userId="S::adelia.moura@sp.senai.br::1d064294-64c6-4623-8dcc-126153f5c19e" providerId="AD" clId="Web-{E997C4D9-1869-CBC7-0693-58570764A1CA}" dt="2022-08-15T19:44:06.521" v="13" actId="1076"/>
          <ac:grpSpMkLst>
            <pc:docMk/>
            <pc:sldMk cId="0" sldId="277"/>
            <ac:grpSpMk id="2" creationId="{00000000-0000-0000-0000-000000000000}"/>
          </ac:grpSpMkLst>
        </pc:grpChg>
        <pc:grpChg chg="mod">
          <ac:chgData name="Adelia Bianca Magi de Moura" userId="S::adelia.moura@sp.senai.br::1d064294-64c6-4623-8dcc-126153f5c19e" providerId="AD" clId="Web-{E997C4D9-1869-CBC7-0693-58570764A1CA}" dt="2022-08-15T19:43:38.489" v="10" actId="1076"/>
          <ac:grpSpMkLst>
            <pc:docMk/>
            <pc:sldMk cId="0" sldId="277"/>
            <ac:grpSpMk id="8" creationId="{00000000-0000-0000-0000-000000000000}"/>
          </ac:grpSpMkLst>
        </pc:grpChg>
      </pc:sldChg>
    </pc:docChg>
  </pc:docChgLst>
  <pc:docChgLst>
    <pc:chgData name="Luciana Seguin E Seguin" userId="S::luciana.seguin@sp.senai.br::c06bbc8a-9dca-427a-8349-4d2edc3ff980" providerId="AD" clId="Web-{67B79760-9B19-EA06-B321-81BE3DC8DF22}"/>
    <pc:docChg chg="modSld">
      <pc:chgData name="Luciana Seguin E Seguin" userId="S::luciana.seguin@sp.senai.br::c06bbc8a-9dca-427a-8349-4d2edc3ff980" providerId="AD" clId="Web-{67B79760-9B19-EA06-B321-81BE3DC8DF22}" dt="2022-01-28T13:28:15.146" v="5" actId="20577"/>
      <pc:docMkLst>
        <pc:docMk/>
      </pc:docMkLst>
      <pc:sldChg chg="modSp">
        <pc:chgData name="Luciana Seguin E Seguin" userId="S::luciana.seguin@sp.senai.br::c06bbc8a-9dca-427a-8349-4d2edc3ff980" providerId="AD" clId="Web-{67B79760-9B19-EA06-B321-81BE3DC8DF22}" dt="2022-01-28T13:27:58.270" v="2" actId="20577"/>
        <pc:sldMkLst>
          <pc:docMk/>
          <pc:sldMk cId="0" sldId="261"/>
        </pc:sldMkLst>
        <pc:spChg chg="mod">
          <ac:chgData name="Luciana Seguin E Seguin" userId="S::luciana.seguin@sp.senai.br::c06bbc8a-9dca-427a-8349-4d2edc3ff980" providerId="AD" clId="Web-{67B79760-9B19-EA06-B321-81BE3DC8DF22}" dt="2022-01-28T13:27:58.270" v="2" actId="20577"/>
          <ac:spMkLst>
            <pc:docMk/>
            <pc:sldMk cId="0" sldId="261"/>
            <ac:spMk id="15" creationId="{00000000-0000-0000-0000-000000000000}"/>
          </ac:spMkLst>
        </pc:spChg>
      </pc:sldChg>
      <pc:sldChg chg="modSp">
        <pc:chgData name="Luciana Seguin E Seguin" userId="S::luciana.seguin@sp.senai.br::c06bbc8a-9dca-427a-8349-4d2edc3ff980" providerId="AD" clId="Web-{67B79760-9B19-EA06-B321-81BE3DC8DF22}" dt="2022-01-28T13:28:15.146" v="5" actId="20577"/>
        <pc:sldMkLst>
          <pc:docMk/>
          <pc:sldMk cId="0" sldId="270"/>
        </pc:sldMkLst>
        <pc:spChg chg="mod">
          <ac:chgData name="Luciana Seguin E Seguin" userId="S::luciana.seguin@sp.senai.br::c06bbc8a-9dca-427a-8349-4d2edc3ff980" providerId="AD" clId="Web-{67B79760-9B19-EA06-B321-81BE3DC8DF22}" dt="2022-01-28T13:28:15.146" v="5" actId="20577"/>
          <ac:spMkLst>
            <pc:docMk/>
            <pc:sldMk cId="0" sldId="270"/>
            <ac:spMk id="7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052050" y="0"/>
            <a:ext cx="10052050" cy="11151870"/>
          </a:xfrm>
          <a:custGeom>
            <a:avLst/>
            <a:gdLst/>
            <a:ahLst/>
            <a:cxnLst/>
            <a:rect l="l" t="t" r="r" b="b"/>
            <a:pathLst>
              <a:path w="10052050" h="11151870">
                <a:moveTo>
                  <a:pt x="0" y="11151492"/>
                </a:moveTo>
                <a:lnTo>
                  <a:pt x="10052039" y="11151492"/>
                </a:lnTo>
                <a:lnTo>
                  <a:pt x="1005203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47151" y="9319087"/>
            <a:ext cx="3693160" cy="942975"/>
          </a:xfrm>
          <a:custGeom>
            <a:avLst/>
            <a:gdLst/>
            <a:ahLst/>
            <a:cxnLst/>
            <a:rect l="l" t="t" r="r" b="b"/>
            <a:pathLst>
              <a:path w="3693160" h="942975">
                <a:moveTo>
                  <a:pt x="3692945" y="0"/>
                </a:moveTo>
                <a:lnTo>
                  <a:pt x="0" y="0"/>
                </a:lnTo>
                <a:lnTo>
                  <a:pt x="0" y="942379"/>
                </a:lnTo>
                <a:lnTo>
                  <a:pt x="3692945" y="942379"/>
                </a:lnTo>
                <a:lnTo>
                  <a:pt x="3692945" y="0"/>
                </a:lnTo>
                <a:close/>
              </a:path>
            </a:pathLst>
          </a:custGeom>
          <a:solidFill>
            <a:srgbClr val="E210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47076" y="9439611"/>
            <a:ext cx="3693160" cy="700405"/>
          </a:xfrm>
          <a:custGeom>
            <a:avLst/>
            <a:gdLst/>
            <a:ahLst/>
            <a:cxnLst/>
            <a:rect l="l" t="t" r="r" b="b"/>
            <a:pathLst>
              <a:path w="3693160" h="700404">
                <a:moveTo>
                  <a:pt x="198361" y="660984"/>
                </a:moveTo>
                <a:lnTo>
                  <a:pt x="0" y="660984"/>
                </a:lnTo>
                <a:lnTo>
                  <a:pt x="0" y="685812"/>
                </a:lnTo>
                <a:lnTo>
                  <a:pt x="198361" y="685812"/>
                </a:lnTo>
                <a:lnTo>
                  <a:pt x="198361" y="660984"/>
                </a:lnTo>
                <a:close/>
              </a:path>
              <a:path w="3693160" h="700404">
                <a:moveTo>
                  <a:pt x="198361" y="502246"/>
                </a:moveTo>
                <a:lnTo>
                  <a:pt x="0" y="502246"/>
                </a:lnTo>
                <a:lnTo>
                  <a:pt x="0" y="527050"/>
                </a:lnTo>
                <a:lnTo>
                  <a:pt x="198361" y="527050"/>
                </a:lnTo>
                <a:lnTo>
                  <a:pt x="198361" y="502246"/>
                </a:lnTo>
                <a:close/>
              </a:path>
              <a:path w="3693160" h="700404">
                <a:moveTo>
                  <a:pt x="198361" y="337553"/>
                </a:moveTo>
                <a:lnTo>
                  <a:pt x="0" y="337553"/>
                </a:lnTo>
                <a:lnTo>
                  <a:pt x="0" y="362356"/>
                </a:lnTo>
                <a:lnTo>
                  <a:pt x="198361" y="362356"/>
                </a:lnTo>
                <a:lnTo>
                  <a:pt x="198361" y="337553"/>
                </a:lnTo>
                <a:close/>
              </a:path>
              <a:path w="3693160" h="700404">
                <a:moveTo>
                  <a:pt x="198361" y="175056"/>
                </a:moveTo>
                <a:lnTo>
                  <a:pt x="0" y="175056"/>
                </a:lnTo>
                <a:lnTo>
                  <a:pt x="0" y="199898"/>
                </a:lnTo>
                <a:lnTo>
                  <a:pt x="198361" y="199898"/>
                </a:lnTo>
                <a:lnTo>
                  <a:pt x="198361" y="175056"/>
                </a:lnTo>
                <a:close/>
              </a:path>
              <a:path w="3693160" h="700404">
                <a:moveTo>
                  <a:pt x="198361" y="16802"/>
                </a:moveTo>
                <a:lnTo>
                  <a:pt x="0" y="16802"/>
                </a:lnTo>
                <a:lnTo>
                  <a:pt x="0" y="41592"/>
                </a:lnTo>
                <a:lnTo>
                  <a:pt x="198361" y="41592"/>
                </a:lnTo>
                <a:lnTo>
                  <a:pt x="198361" y="16802"/>
                </a:lnTo>
                <a:close/>
              </a:path>
              <a:path w="3693160" h="700404">
                <a:moveTo>
                  <a:pt x="908532" y="161366"/>
                </a:moveTo>
                <a:lnTo>
                  <a:pt x="905624" y="119291"/>
                </a:lnTo>
                <a:lnTo>
                  <a:pt x="870216" y="56515"/>
                </a:lnTo>
                <a:lnTo>
                  <a:pt x="804735" y="18783"/>
                </a:lnTo>
                <a:lnTo>
                  <a:pt x="764209" y="8001"/>
                </a:lnTo>
                <a:lnTo>
                  <a:pt x="720382" y="1917"/>
                </a:lnTo>
                <a:lnTo>
                  <a:pt x="674649" y="0"/>
                </a:lnTo>
                <a:lnTo>
                  <a:pt x="627659" y="1714"/>
                </a:lnTo>
                <a:lnTo>
                  <a:pt x="580986" y="7264"/>
                </a:lnTo>
                <a:lnTo>
                  <a:pt x="535622" y="17233"/>
                </a:lnTo>
                <a:lnTo>
                  <a:pt x="492493" y="32219"/>
                </a:lnTo>
                <a:lnTo>
                  <a:pt x="452564" y="52793"/>
                </a:lnTo>
                <a:lnTo>
                  <a:pt x="416788" y="79565"/>
                </a:lnTo>
                <a:lnTo>
                  <a:pt x="386118" y="113106"/>
                </a:lnTo>
                <a:lnTo>
                  <a:pt x="361518" y="154025"/>
                </a:lnTo>
                <a:lnTo>
                  <a:pt x="343941" y="202895"/>
                </a:lnTo>
                <a:lnTo>
                  <a:pt x="339204" y="254914"/>
                </a:lnTo>
                <a:lnTo>
                  <a:pt x="348361" y="300837"/>
                </a:lnTo>
                <a:lnTo>
                  <a:pt x="371944" y="338747"/>
                </a:lnTo>
                <a:lnTo>
                  <a:pt x="410476" y="366712"/>
                </a:lnTo>
                <a:lnTo>
                  <a:pt x="460273" y="387235"/>
                </a:lnTo>
                <a:lnTo>
                  <a:pt x="508939" y="402196"/>
                </a:lnTo>
                <a:lnTo>
                  <a:pt x="594944" y="424522"/>
                </a:lnTo>
                <a:lnTo>
                  <a:pt x="628256" y="436435"/>
                </a:lnTo>
                <a:lnTo>
                  <a:pt x="652462" y="451904"/>
                </a:lnTo>
                <a:lnTo>
                  <a:pt x="665543" y="473189"/>
                </a:lnTo>
                <a:lnTo>
                  <a:pt x="665505" y="502577"/>
                </a:lnTo>
                <a:lnTo>
                  <a:pt x="650049" y="531901"/>
                </a:lnTo>
                <a:lnTo>
                  <a:pt x="622071" y="552831"/>
                </a:lnTo>
                <a:lnTo>
                  <a:pt x="587806" y="565391"/>
                </a:lnTo>
                <a:lnTo>
                  <a:pt x="553504" y="569569"/>
                </a:lnTo>
                <a:lnTo>
                  <a:pt x="508876" y="563206"/>
                </a:lnTo>
                <a:lnTo>
                  <a:pt x="477113" y="544449"/>
                </a:lnTo>
                <a:lnTo>
                  <a:pt x="460578" y="513829"/>
                </a:lnTo>
                <a:lnTo>
                  <a:pt x="461683" y="471868"/>
                </a:lnTo>
                <a:lnTo>
                  <a:pt x="275539" y="471868"/>
                </a:lnTo>
                <a:lnTo>
                  <a:pt x="269443" y="527735"/>
                </a:lnTo>
                <a:lnTo>
                  <a:pt x="274370" y="574230"/>
                </a:lnTo>
                <a:lnTo>
                  <a:pt x="289229" y="612101"/>
                </a:lnTo>
                <a:lnTo>
                  <a:pt x="312877" y="642086"/>
                </a:lnTo>
                <a:lnTo>
                  <a:pt x="344220" y="664946"/>
                </a:lnTo>
                <a:lnTo>
                  <a:pt x="382117" y="681431"/>
                </a:lnTo>
                <a:lnTo>
                  <a:pt x="425475" y="692277"/>
                </a:lnTo>
                <a:lnTo>
                  <a:pt x="473151" y="698233"/>
                </a:lnTo>
                <a:lnTo>
                  <a:pt x="524052" y="700049"/>
                </a:lnTo>
                <a:lnTo>
                  <a:pt x="575627" y="697547"/>
                </a:lnTo>
                <a:lnTo>
                  <a:pt x="626084" y="690016"/>
                </a:lnTo>
                <a:lnTo>
                  <a:pt x="674420" y="677392"/>
                </a:lnTo>
                <a:lnTo>
                  <a:pt x="719620" y="659612"/>
                </a:lnTo>
                <a:lnTo>
                  <a:pt x="760679" y="636625"/>
                </a:lnTo>
                <a:lnTo>
                  <a:pt x="796582" y="608368"/>
                </a:lnTo>
                <a:lnTo>
                  <a:pt x="826350" y="574789"/>
                </a:lnTo>
                <a:lnTo>
                  <a:pt x="829373" y="569569"/>
                </a:lnTo>
                <a:lnTo>
                  <a:pt x="848956" y="535825"/>
                </a:lnTo>
                <a:lnTo>
                  <a:pt x="863409" y="491413"/>
                </a:lnTo>
                <a:lnTo>
                  <a:pt x="869188" y="436968"/>
                </a:lnTo>
                <a:lnTo>
                  <a:pt x="862253" y="393585"/>
                </a:lnTo>
                <a:lnTo>
                  <a:pt x="844715" y="359727"/>
                </a:lnTo>
                <a:lnTo>
                  <a:pt x="786193" y="314401"/>
                </a:lnTo>
                <a:lnTo>
                  <a:pt x="749401" y="299821"/>
                </a:lnTo>
                <a:lnTo>
                  <a:pt x="710374" y="288569"/>
                </a:lnTo>
                <a:lnTo>
                  <a:pt x="634009" y="269887"/>
                </a:lnTo>
                <a:lnTo>
                  <a:pt x="598487" y="259118"/>
                </a:lnTo>
                <a:lnTo>
                  <a:pt x="566508" y="244424"/>
                </a:lnTo>
                <a:lnTo>
                  <a:pt x="545211" y="222923"/>
                </a:lnTo>
                <a:lnTo>
                  <a:pt x="541718" y="191719"/>
                </a:lnTo>
                <a:lnTo>
                  <a:pt x="553250" y="167982"/>
                </a:lnTo>
                <a:lnTo>
                  <a:pt x="574865" y="148437"/>
                </a:lnTo>
                <a:lnTo>
                  <a:pt x="603186" y="135178"/>
                </a:lnTo>
                <a:lnTo>
                  <a:pt x="634784" y="130302"/>
                </a:lnTo>
                <a:lnTo>
                  <a:pt x="656831" y="131686"/>
                </a:lnTo>
                <a:lnTo>
                  <a:pt x="701929" y="151726"/>
                </a:lnTo>
                <a:lnTo>
                  <a:pt x="716407" y="192938"/>
                </a:lnTo>
                <a:lnTo>
                  <a:pt x="713600" y="211264"/>
                </a:lnTo>
                <a:lnTo>
                  <a:pt x="899718" y="211264"/>
                </a:lnTo>
                <a:lnTo>
                  <a:pt x="908532" y="161366"/>
                </a:lnTo>
                <a:close/>
              </a:path>
              <a:path w="3693160" h="700404">
                <a:moveTo>
                  <a:pt x="1580984" y="13944"/>
                </a:moveTo>
                <a:lnTo>
                  <a:pt x="1069111" y="13944"/>
                </a:lnTo>
                <a:lnTo>
                  <a:pt x="926261" y="685939"/>
                </a:lnTo>
                <a:lnTo>
                  <a:pt x="1438148" y="685939"/>
                </a:lnTo>
                <a:lnTo>
                  <a:pt x="1465910" y="555612"/>
                </a:lnTo>
                <a:lnTo>
                  <a:pt x="1140142" y="555612"/>
                </a:lnTo>
                <a:lnTo>
                  <a:pt x="1170393" y="413207"/>
                </a:lnTo>
                <a:lnTo>
                  <a:pt x="1470088" y="413207"/>
                </a:lnTo>
                <a:lnTo>
                  <a:pt x="1497685" y="282968"/>
                </a:lnTo>
                <a:lnTo>
                  <a:pt x="1198003" y="282968"/>
                </a:lnTo>
                <a:lnTo>
                  <a:pt x="1227467" y="144246"/>
                </a:lnTo>
                <a:lnTo>
                  <a:pt x="1553235" y="144246"/>
                </a:lnTo>
                <a:lnTo>
                  <a:pt x="1580984" y="13944"/>
                </a:lnTo>
                <a:close/>
              </a:path>
              <a:path w="3693160" h="700404">
                <a:moveTo>
                  <a:pt x="2341372" y="13944"/>
                </a:moveTo>
                <a:lnTo>
                  <a:pt x="2173846" y="13944"/>
                </a:lnTo>
                <a:lnTo>
                  <a:pt x="2067737" y="512787"/>
                </a:lnTo>
                <a:lnTo>
                  <a:pt x="2065578" y="514692"/>
                </a:lnTo>
                <a:lnTo>
                  <a:pt x="1984082" y="171284"/>
                </a:lnTo>
                <a:lnTo>
                  <a:pt x="1946744" y="13944"/>
                </a:lnTo>
                <a:lnTo>
                  <a:pt x="1686153" y="13944"/>
                </a:lnTo>
                <a:lnTo>
                  <a:pt x="1543291" y="685939"/>
                </a:lnTo>
                <a:lnTo>
                  <a:pt x="1710829" y="685939"/>
                </a:lnTo>
                <a:lnTo>
                  <a:pt x="1820202" y="171284"/>
                </a:lnTo>
                <a:lnTo>
                  <a:pt x="1822056" y="171284"/>
                </a:lnTo>
                <a:lnTo>
                  <a:pt x="1940699" y="685939"/>
                </a:lnTo>
                <a:lnTo>
                  <a:pt x="2198522" y="685939"/>
                </a:lnTo>
                <a:lnTo>
                  <a:pt x="2234920" y="514692"/>
                </a:lnTo>
                <a:lnTo>
                  <a:pt x="2341372" y="13944"/>
                </a:lnTo>
                <a:close/>
              </a:path>
              <a:path w="3693160" h="700404">
                <a:moveTo>
                  <a:pt x="3024975" y="685939"/>
                </a:moveTo>
                <a:lnTo>
                  <a:pt x="3001073" y="554697"/>
                </a:lnTo>
                <a:lnTo>
                  <a:pt x="2977350" y="424408"/>
                </a:lnTo>
                <a:lnTo>
                  <a:pt x="2926486" y="145161"/>
                </a:lnTo>
                <a:lnTo>
                  <a:pt x="2902585" y="13944"/>
                </a:lnTo>
                <a:lnTo>
                  <a:pt x="2779890" y="13944"/>
                </a:lnTo>
                <a:lnTo>
                  <a:pt x="2779890" y="424408"/>
                </a:lnTo>
                <a:lnTo>
                  <a:pt x="2600274" y="424408"/>
                </a:lnTo>
                <a:lnTo>
                  <a:pt x="2750870" y="145161"/>
                </a:lnTo>
                <a:lnTo>
                  <a:pt x="2753652" y="145161"/>
                </a:lnTo>
                <a:lnTo>
                  <a:pt x="2779890" y="424408"/>
                </a:lnTo>
                <a:lnTo>
                  <a:pt x="2779890" y="13944"/>
                </a:lnTo>
                <a:lnTo>
                  <a:pt x="2675496" y="13944"/>
                </a:lnTo>
                <a:lnTo>
                  <a:pt x="2267356" y="685939"/>
                </a:lnTo>
                <a:lnTo>
                  <a:pt x="2453525" y="685939"/>
                </a:lnTo>
                <a:lnTo>
                  <a:pt x="2525179" y="554697"/>
                </a:lnTo>
                <a:lnTo>
                  <a:pt x="2797886" y="554697"/>
                </a:lnTo>
                <a:lnTo>
                  <a:pt x="2814637" y="685939"/>
                </a:lnTo>
                <a:lnTo>
                  <a:pt x="3024975" y="685939"/>
                </a:lnTo>
                <a:close/>
              </a:path>
              <a:path w="3693160" h="700404">
                <a:moveTo>
                  <a:pt x="3424682" y="13944"/>
                </a:moveTo>
                <a:lnTo>
                  <a:pt x="3238550" y="13944"/>
                </a:lnTo>
                <a:lnTo>
                  <a:pt x="3095675" y="685939"/>
                </a:lnTo>
                <a:lnTo>
                  <a:pt x="3281845" y="685939"/>
                </a:lnTo>
                <a:lnTo>
                  <a:pt x="3424682" y="13944"/>
                </a:lnTo>
                <a:close/>
              </a:path>
              <a:path w="3693160" h="700404">
                <a:moveTo>
                  <a:pt x="3692931" y="660984"/>
                </a:moveTo>
                <a:lnTo>
                  <a:pt x="3494582" y="660984"/>
                </a:lnTo>
                <a:lnTo>
                  <a:pt x="3494582" y="685812"/>
                </a:lnTo>
                <a:lnTo>
                  <a:pt x="3692931" y="685812"/>
                </a:lnTo>
                <a:lnTo>
                  <a:pt x="3692931" y="660984"/>
                </a:lnTo>
                <a:close/>
              </a:path>
              <a:path w="3693160" h="700404">
                <a:moveTo>
                  <a:pt x="3692931" y="502246"/>
                </a:moveTo>
                <a:lnTo>
                  <a:pt x="3494582" y="502246"/>
                </a:lnTo>
                <a:lnTo>
                  <a:pt x="3494582" y="527050"/>
                </a:lnTo>
                <a:lnTo>
                  <a:pt x="3692931" y="527050"/>
                </a:lnTo>
                <a:lnTo>
                  <a:pt x="3692931" y="502246"/>
                </a:lnTo>
                <a:close/>
              </a:path>
              <a:path w="3693160" h="700404">
                <a:moveTo>
                  <a:pt x="3692931" y="337553"/>
                </a:moveTo>
                <a:lnTo>
                  <a:pt x="3494582" y="337553"/>
                </a:lnTo>
                <a:lnTo>
                  <a:pt x="3494582" y="362356"/>
                </a:lnTo>
                <a:lnTo>
                  <a:pt x="3692931" y="362356"/>
                </a:lnTo>
                <a:lnTo>
                  <a:pt x="3692931" y="337553"/>
                </a:lnTo>
                <a:close/>
              </a:path>
              <a:path w="3693160" h="700404">
                <a:moveTo>
                  <a:pt x="3692931" y="175056"/>
                </a:moveTo>
                <a:lnTo>
                  <a:pt x="3494582" y="175056"/>
                </a:lnTo>
                <a:lnTo>
                  <a:pt x="3494582" y="199898"/>
                </a:lnTo>
                <a:lnTo>
                  <a:pt x="3692931" y="199898"/>
                </a:lnTo>
                <a:lnTo>
                  <a:pt x="3692931" y="175056"/>
                </a:lnTo>
                <a:close/>
              </a:path>
              <a:path w="3693160" h="700404">
                <a:moveTo>
                  <a:pt x="3692931" y="16802"/>
                </a:moveTo>
                <a:lnTo>
                  <a:pt x="3494582" y="16802"/>
                </a:lnTo>
                <a:lnTo>
                  <a:pt x="3494582" y="41592"/>
                </a:lnTo>
                <a:lnTo>
                  <a:pt x="3692931" y="41592"/>
                </a:lnTo>
                <a:lnTo>
                  <a:pt x="3692931" y="16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1057130"/>
            <a:ext cx="3245974" cy="272241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4303094"/>
            <a:ext cx="3245974" cy="272243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7549068"/>
            <a:ext cx="3245974" cy="272243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45691" y="1020182"/>
            <a:ext cx="15812717" cy="3010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56861" y="2375171"/>
            <a:ext cx="10305415" cy="5227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ellifabio.github.io/new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.senai.br/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308972"/>
            <a:chOff x="0" y="0"/>
            <a:chExt cx="20104100" cy="11308972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806190" y="4825978"/>
              <a:ext cx="6492240" cy="1656714"/>
            </a:xfrm>
            <a:custGeom>
              <a:avLst/>
              <a:gdLst/>
              <a:ahLst/>
              <a:cxnLst/>
              <a:rect l="l" t="t" r="r" b="b"/>
              <a:pathLst>
                <a:path w="6492240" h="1656714">
                  <a:moveTo>
                    <a:pt x="6491833" y="0"/>
                  </a:moveTo>
                  <a:lnTo>
                    <a:pt x="0" y="0"/>
                  </a:lnTo>
                  <a:lnTo>
                    <a:pt x="0" y="1656609"/>
                  </a:lnTo>
                  <a:lnTo>
                    <a:pt x="6491833" y="1656609"/>
                  </a:lnTo>
                  <a:lnTo>
                    <a:pt x="6491833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806069" y="5037842"/>
              <a:ext cx="6492240" cy="1230630"/>
            </a:xfrm>
            <a:custGeom>
              <a:avLst/>
              <a:gdLst/>
              <a:ahLst/>
              <a:cxnLst/>
              <a:rect l="l" t="t" r="r" b="b"/>
              <a:pathLst>
                <a:path w="6492240" h="1230629">
                  <a:moveTo>
                    <a:pt x="348691" y="1161948"/>
                  </a:moveTo>
                  <a:lnTo>
                    <a:pt x="0" y="1161948"/>
                  </a:lnTo>
                  <a:lnTo>
                    <a:pt x="0" y="1205585"/>
                  </a:lnTo>
                  <a:lnTo>
                    <a:pt x="348691" y="1205585"/>
                  </a:lnTo>
                  <a:lnTo>
                    <a:pt x="348691" y="1161948"/>
                  </a:lnTo>
                  <a:close/>
                </a:path>
                <a:path w="6492240" h="1230629">
                  <a:moveTo>
                    <a:pt x="348691" y="882891"/>
                  </a:moveTo>
                  <a:lnTo>
                    <a:pt x="0" y="882891"/>
                  </a:lnTo>
                  <a:lnTo>
                    <a:pt x="0" y="926490"/>
                  </a:lnTo>
                  <a:lnTo>
                    <a:pt x="348691" y="926490"/>
                  </a:lnTo>
                  <a:lnTo>
                    <a:pt x="348691" y="882891"/>
                  </a:lnTo>
                  <a:close/>
                </a:path>
                <a:path w="6492240" h="1230629">
                  <a:moveTo>
                    <a:pt x="348691" y="593369"/>
                  </a:moveTo>
                  <a:lnTo>
                    <a:pt x="0" y="593369"/>
                  </a:lnTo>
                  <a:lnTo>
                    <a:pt x="0" y="636981"/>
                  </a:lnTo>
                  <a:lnTo>
                    <a:pt x="348691" y="636981"/>
                  </a:lnTo>
                  <a:lnTo>
                    <a:pt x="348691" y="593369"/>
                  </a:lnTo>
                  <a:close/>
                </a:path>
                <a:path w="6492240" h="1230629">
                  <a:moveTo>
                    <a:pt x="348691" y="307733"/>
                  </a:moveTo>
                  <a:lnTo>
                    <a:pt x="0" y="307733"/>
                  </a:lnTo>
                  <a:lnTo>
                    <a:pt x="0" y="351409"/>
                  </a:lnTo>
                  <a:lnTo>
                    <a:pt x="348691" y="351409"/>
                  </a:lnTo>
                  <a:lnTo>
                    <a:pt x="348691" y="307733"/>
                  </a:lnTo>
                  <a:close/>
                </a:path>
                <a:path w="6492240" h="1230629">
                  <a:moveTo>
                    <a:pt x="348691" y="29514"/>
                  </a:moveTo>
                  <a:lnTo>
                    <a:pt x="0" y="29514"/>
                  </a:lnTo>
                  <a:lnTo>
                    <a:pt x="0" y="73126"/>
                  </a:lnTo>
                  <a:lnTo>
                    <a:pt x="348691" y="73126"/>
                  </a:lnTo>
                  <a:lnTo>
                    <a:pt x="348691" y="29514"/>
                  </a:lnTo>
                  <a:close/>
                </a:path>
                <a:path w="6492240" h="1230629">
                  <a:moveTo>
                    <a:pt x="1597647" y="267804"/>
                  </a:moveTo>
                  <a:lnTo>
                    <a:pt x="1594929" y="229044"/>
                  </a:lnTo>
                  <a:lnTo>
                    <a:pt x="1584706" y="183756"/>
                  </a:lnTo>
                  <a:lnTo>
                    <a:pt x="1568704" y="148564"/>
                  </a:lnTo>
                  <a:lnTo>
                    <a:pt x="1520291" y="90868"/>
                  </a:lnTo>
                  <a:lnTo>
                    <a:pt x="1488935" y="67945"/>
                  </a:lnTo>
                  <a:lnTo>
                    <a:pt x="1453540" y="48729"/>
                  </a:lnTo>
                  <a:lnTo>
                    <a:pt x="1414627" y="33020"/>
                  </a:lnTo>
                  <a:lnTo>
                    <a:pt x="1372730" y="20599"/>
                  </a:lnTo>
                  <a:lnTo>
                    <a:pt x="1328381" y="11290"/>
                  </a:lnTo>
                  <a:lnTo>
                    <a:pt x="1282115" y="4889"/>
                  </a:lnTo>
                  <a:lnTo>
                    <a:pt x="1234465" y="1193"/>
                  </a:lnTo>
                  <a:lnTo>
                    <a:pt x="1185964" y="0"/>
                  </a:lnTo>
                  <a:lnTo>
                    <a:pt x="1139520" y="927"/>
                  </a:lnTo>
                  <a:lnTo>
                    <a:pt x="1093025" y="3848"/>
                  </a:lnTo>
                  <a:lnTo>
                    <a:pt x="1046784" y="8940"/>
                  </a:lnTo>
                  <a:lnTo>
                    <a:pt x="1001102" y="16383"/>
                  </a:lnTo>
                  <a:lnTo>
                    <a:pt x="956259" y="26377"/>
                  </a:lnTo>
                  <a:lnTo>
                    <a:pt x="912571" y="39090"/>
                  </a:lnTo>
                  <a:lnTo>
                    <a:pt x="870331" y="54711"/>
                  </a:lnTo>
                  <a:lnTo>
                    <a:pt x="829830" y="73418"/>
                  </a:lnTo>
                  <a:lnTo>
                    <a:pt x="791387" y="95415"/>
                  </a:lnTo>
                  <a:lnTo>
                    <a:pt x="755281" y="120878"/>
                  </a:lnTo>
                  <a:lnTo>
                    <a:pt x="721817" y="149974"/>
                  </a:lnTo>
                  <a:lnTo>
                    <a:pt x="691299" y="182918"/>
                  </a:lnTo>
                  <a:lnTo>
                    <a:pt x="664019" y="219862"/>
                  </a:lnTo>
                  <a:lnTo>
                    <a:pt x="640270" y="261010"/>
                  </a:lnTo>
                  <a:lnTo>
                    <a:pt x="620369" y="306552"/>
                  </a:lnTo>
                  <a:lnTo>
                    <a:pt x="604596" y="356666"/>
                  </a:lnTo>
                  <a:lnTo>
                    <a:pt x="596900" y="410032"/>
                  </a:lnTo>
                  <a:lnTo>
                    <a:pt x="597052" y="460375"/>
                  </a:lnTo>
                  <a:lnTo>
                    <a:pt x="605218" y="507060"/>
                  </a:lnTo>
                  <a:lnTo>
                    <a:pt x="621588" y="549465"/>
                  </a:lnTo>
                  <a:lnTo>
                    <a:pt x="646328" y="586930"/>
                  </a:lnTo>
                  <a:lnTo>
                    <a:pt x="679602" y="618871"/>
                  </a:lnTo>
                  <a:lnTo>
                    <a:pt x="721588" y="644626"/>
                  </a:lnTo>
                  <a:lnTo>
                    <a:pt x="775487" y="668210"/>
                  </a:lnTo>
                  <a:lnTo>
                    <a:pt x="829157" y="687501"/>
                  </a:lnTo>
                  <a:lnTo>
                    <a:pt x="881773" y="703440"/>
                  </a:lnTo>
                  <a:lnTo>
                    <a:pt x="932522" y="716953"/>
                  </a:lnTo>
                  <a:lnTo>
                    <a:pt x="1025131" y="740435"/>
                  </a:lnTo>
                  <a:lnTo>
                    <a:pt x="1065352" y="752271"/>
                  </a:lnTo>
                  <a:lnTo>
                    <a:pt x="1129538" y="780821"/>
                  </a:lnTo>
                  <a:lnTo>
                    <a:pt x="1166558" y="822058"/>
                  </a:lnTo>
                  <a:lnTo>
                    <a:pt x="1172845" y="849782"/>
                  </a:lnTo>
                  <a:lnTo>
                    <a:pt x="1169873" y="883488"/>
                  </a:lnTo>
                  <a:lnTo>
                    <a:pt x="1150251" y="925880"/>
                  </a:lnTo>
                  <a:lnTo>
                    <a:pt x="1115136" y="958862"/>
                  </a:lnTo>
                  <a:lnTo>
                    <a:pt x="1070140" y="982408"/>
                  </a:lnTo>
                  <a:lnTo>
                    <a:pt x="1020876" y="996530"/>
                  </a:lnTo>
                  <a:lnTo>
                    <a:pt x="972985" y="1001242"/>
                  </a:lnTo>
                  <a:lnTo>
                    <a:pt x="918387" y="996238"/>
                  </a:lnTo>
                  <a:lnTo>
                    <a:pt x="873213" y="981430"/>
                  </a:lnTo>
                  <a:lnTo>
                    <a:pt x="838695" y="957072"/>
                  </a:lnTo>
                  <a:lnTo>
                    <a:pt x="816089" y="923455"/>
                  </a:lnTo>
                  <a:lnTo>
                    <a:pt x="806640" y="880833"/>
                  </a:lnTo>
                  <a:lnTo>
                    <a:pt x="811580" y="829500"/>
                  </a:lnTo>
                  <a:lnTo>
                    <a:pt x="484365" y="829500"/>
                  </a:lnTo>
                  <a:lnTo>
                    <a:pt x="476148" y="883615"/>
                  </a:lnTo>
                  <a:lnTo>
                    <a:pt x="473621" y="932954"/>
                  </a:lnTo>
                  <a:lnTo>
                    <a:pt x="476516" y="977696"/>
                  </a:lnTo>
                  <a:lnTo>
                    <a:pt x="484517" y="1018032"/>
                  </a:lnTo>
                  <a:lnTo>
                    <a:pt x="497332" y="1054163"/>
                  </a:lnTo>
                  <a:lnTo>
                    <a:pt x="536282" y="1114577"/>
                  </a:lnTo>
                  <a:lnTo>
                    <a:pt x="591019" y="1160513"/>
                  </a:lnTo>
                  <a:lnTo>
                    <a:pt x="659218" y="1193520"/>
                  </a:lnTo>
                  <a:lnTo>
                    <a:pt x="697623" y="1205674"/>
                  </a:lnTo>
                  <a:lnTo>
                    <a:pt x="738530" y="1215174"/>
                  </a:lnTo>
                  <a:lnTo>
                    <a:pt x="781634" y="1222222"/>
                  </a:lnTo>
                  <a:lnTo>
                    <a:pt x="826643" y="1227010"/>
                  </a:lnTo>
                  <a:lnTo>
                    <a:pt x="873277" y="1229741"/>
                  </a:lnTo>
                  <a:lnTo>
                    <a:pt x="921219" y="1230617"/>
                  </a:lnTo>
                  <a:lnTo>
                    <a:pt x="972362" y="1229220"/>
                  </a:lnTo>
                  <a:lnTo>
                    <a:pt x="1023124" y="1225054"/>
                  </a:lnTo>
                  <a:lnTo>
                    <a:pt x="1073188" y="1218069"/>
                  </a:lnTo>
                  <a:lnTo>
                    <a:pt x="1122248" y="1208278"/>
                  </a:lnTo>
                  <a:lnTo>
                    <a:pt x="1169987" y="1195628"/>
                  </a:lnTo>
                  <a:lnTo>
                    <a:pt x="1216088" y="1180134"/>
                  </a:lnTo>
                  <a:lnTo>
                    <a:pt x="1260233" y="1161757"/>
                  </a:lnTo>
                  <a:lnTo>
                    <a:pt x="1302118" y="1140472"/>
                  </a:lnTo>
                  <a:lnTo>
                    <a:pt x="1341412" y="1116291"/>
                  </a:lnTo>
                  <a:lnTo>
                    <a:pt x="1377810" y="1089164"/>
                  </a:lnTo>
                  <a:lnTo>
                    <a:pt x="1411008" y="1059091"/>
                  </a:lnTo>
                  <a:lnTo>
                    <a:pt x="1440675" y="1026045"/>
                  </a:lnTo>
                  <a:lnTo>
                    <a:pt x="1458455" y="1001242"/>
                  </a:lnTo>
                  <a:lnTo>
                    <a:pt x="1466494" y="990028"/>
                  </a:lnTo>
                  <a:lnTo>
                    <a:pt x="1488173" y="950988"/>
                  </a:lnTo>
                  <a:lnTo>
                    <a:pt x="1505369" y="908926"/>
                  </a:lnTo>
                  <a:lnTo>
                    <a:pt x="1517789" y="863828"/>
                  </a:lnTo>
                  <a:lnTo>
                    <a:pt x="1526463" y="807440"/>
                  </a:lnTo>
                  <a:lnTo>
                    <a:pt x="1527556" y="757580"/>
                  </a:lnTo>
                  <a:lnTo>
                    <a:pt x="1521739" y="713778"/>
                  </a:lnTo>
                  <a:lnTo>
                    <a:pt x="1509649" y="675538"/>
                  </a:lnTo>
                  <a:lnTo>
                    <a:pt x="1469301" y="613803"/>
                  </a:lnTo>
                  <a:lnTo>
                    <a:pt x="1411757" y="568528"/>
                  </a:lnTo>
                  <a:lnTo>
                    <a:pt x="1342263" y="535825"/>
                  </a:lnTo>
                  <a:lnTo>
                    <a:pt x="1304671" y="522973"/>
                  </a:lnTo>
                  <a:lnTo>
                    <a:pt x="1266063" y="511822"/>
                  </a:lnTo>
                  <a:lnTo>
                    <a:pt x="1227086" y="501878"/>
                  </a:lnTo>
                  <a:lnTo>
                    <a:pt x="1150658" y="483654"/>
                  </a:lnTo>
                  <a:lnTo>
                    <a:pt x="1114513" y="474421"/>
                  </a:lnTo>
                  <a:lnTo>
                    <a:pt x="1064463" y="459676"/>
                  </a:lnTo>
                  <a:lnTo>
                    <a:pt x="1016800" y="441147"/>
                  </a:lnTo>
                  <a:lnTo>
                    <a:pt x="977925" y="416255"/>
                  </a:lnTo>
                  <a:lnTo>
                    <a:pt x="954265" y="382409"/>
                  </a:lnTo>
                  <a:lnTo>
                    <a:pt x="952258" y="337007"/>
                  </a:lnTo>
                  <a:lnTo>
                    <a:pt x="972540" y="295287"/>
                  </a:lnTo>
                  <a:lnTo>
                    <a:pt x="1010564" y="260934"/>
                  </a:lnTo>
                  <a:lnTo>
                    <a:pt x="1060335" y="237629"/>
                  </a:lnTo>
                  <a:lnTo>
                    <a:pt x="1115885" y="229044"/>
                  </a:lnTo>
                  <a:lnTo>
                    <a:pt x="1154633" y="231470"/>
                  </a:lnTo>
                  <a:lnTo>
                    <a:pt x="1213764" y="250469"/>
                  </a:lnTo>
                  <a:lnTo>
                    <a:pt x="1248956" y="286981"/>
                  </a:lnTo>
                  <a:lnTo>
                    <a:pt x="1259357" y="339166"/>
                  </a:lnTo>
                  <a:lnTo>
                    <a:pt x="1254417" y="371386"/>
                  </a:lnTo>
                  <a:lnTo>
                    <a:pt x="1581594" y="371386"/>
                  </a:lnTo>
                  <a:lnTo>
                    <a:pt x="1593507" y="317055"/>
                  </a:lnTo>
                  <a:lnTo>
                    <a:pt x="1597647" y="267804"/>
                  </a:lnTo>
                  <a:close/>
                </a:path>
                <a:path w="6492240" h="1230629">
                  <a:moveTo>
                    <a:pt x="2779204" y="24511"/>
                  </a:moveTo>
                  <a:lnTo>
                    <a:pt x="1879384" y="24511"/>
                  </a:lnTo>
                  <a:lnTo>
                    <a:pt x="1628279" y="1205801"/>
                  </a:lnTo>
                  <a:lnTo>
                    <a:pt x="2528112" y="1205801"/>
                  </a:lnTo>
                  <a:lnTo>
                    <a:pt x="2576906" y="976693"/>
                  </a:lnTo>
                  <a:lnTo>
                    <a:pt x="2004250" y="976693"/>
                  </a:lnTo>
                  <a:lnTo>
                    <a:pt x="2057425" y="726376"/>
                  </a:lnTo>
                  <a:lnTo>
                    <a:pt x="2584246" y="726376"/>
                  </a:lnTo>
                  <a:lnTo>
                    <a:pt x="2632786" y="497420"/>
                  </a:lnTo>
                  <a:lnTo>
                    <a:pt x="2105964" y="497420"/>
                  </a:lnTo>
                  <a:lnTo>
                    <a:pt x="2157768" y="253555"/>
                  </a:lnTo>
                  <a:lnTo>
                    <a:pt x="2730411" y="253555"/>
                  </a:lnTo>
                  <a:lnTo>
                    <a:pt x="2779204" y="24511"/>
                  </a:lnTo>
                  <a:close/>
                </a:path>
                <a:path w="6492240" h="1230629">
                  <a:moveTo>
                    <a:pt x="4115854" y="24511"/>
                  </a:moveTo>
                  <a:lnTo>
                    <a:pt x="3821379" y="24511"/>
                  </a:lnTo>
                  <a:lnTo>
                    <a:pt x="3634879" y="901433"/>
                  </a:lnTo>
                  <a:lnTo>
                    <a:pt x="3631057" y="904773"/>
                  </a:lnTo>
                  <a:lnTo>
                    <a:pt x="3487813" y="301078"/>
                  </a:lnTo>
                  <a:lnTo>
                    <a:pt x="3422192" y="24511"/>
                  </a:lnTo>
                  <a:lnTo>
                    <a:pt x="2964078" y="24511"/>
                  </a:lnTo>
                  <a:lnTo>
                    <a:pt x="2712948" y="1205801"/>
                  </a:lnTo>
                  <a:lnTo>
                    <a:pt x="3007461" y="1205801"/>
                  </a:lnTo>
                  <a:lnTo>
                    <a:pt x="3199714" y="301078"/>
                  </a:lnTo>
                  <a:lnTo>
                    <a:pt x="3202978" y="301078"/>
                  </a:lnTo>
                  <a:lnTo>
                    <a:pt x="3411550" y="1205801"/>
                  </a:lnTo>
                  <a:lnTo>
                    <a:pt x="3864762" y="1205801"/>
                  </a:lnTo>
                  <a:lnTo>
                    <a:pt x="3928745" y="904773"/>
                  </a:lnTo>
                  <a:lnTo>
                    <a:pt x="4115854" y="24511"/>
                  </a:lnTo>
                  <a:close/>
                </a:path>
                <a:path w="6492240" h="1230629">
                  <a:moveTo>
                    <a:pt x="5317591" y="1205801"/>
                  </a:moveTo>
                  <a:lnTo>
                    <a:pt x="5275567" y="975106"/>
                  </a:lnTo>
                  <a:lnTo>
                    <a:pt x="5233860" y="746061"/>
                  </a:lnTo>
                  <a:lnTo>
                    <a:pt x="5144465" y="255181"/>
                  </a:lnTo>
                  <a:lnTo>
                    <a:pt x="5102453" y="24511"/>
                  </a:lnTo>
                  <a:lnTo>
                    <a:pt x="4886769" y="24511"/>
                  </a:lnTo>
                  <a:lnTo>
                    <a:pt x="4886769" y="746061"/>
                  </a:lnTo>
                  <a:lnTo>
                    <a:pt x="4571009" y="746061"/>
                  </a:lnTo>
                  <a:lnTo>
                    <a:pt x="4835753" y="255181"/>
                  </a:lnTo>
                  <a:lnTo>
                    <a:pt x="4840643" y="255181"/>
                  </a:lnTo>
                  <a:lnTo>
                    <a:pt x="4886769" y="746061"/>
                  </a:lnTo>
                  <a:lnTo>
                    <a:pt x="4886769" y="24511"/>
                  </a:lnTo>
                  <a:lnTo>
                    <a:pt x="4703229" y="24511"/>
                  </a:lnTo>
                  <a:lnTo>
                    <a:pt x="3985780" y="1205801"/>
                  </a:lnTo>
                  <a:lnTo>
                    <a:pt x="4313047" y="1205801"/>
                  </a:lnTo>
                  <a:lnTo>
                    <a:pt x="4439005" y="975106"/>
                  </a:lnTo>
                  <a:lnTo>
                    <a:pt x="4918392" y="975106"/>
                  </a:lnTo>
                  <a:lnTo>
                    <a:pt x="4947831" y="1205801"/>
                  </a:lnTo>
                  <a:lnTo>
                    <a:pt x="5317591" y="1205801"/>
                  </a:lnTo>
                  <a:close/>
                </a:path>
                <a:path w="6492240" h="1230629">
                  <a:moveTo>
                    <a:pt x="6020232" y="24511"/>
                  </a:moveTo>
                  <a:lnTo>
                    <a:pt x="5693041" y="24511"/>
                  </a:lnTo>
                  <a:lnTo>
                    <a:pt x="5441874" y="1205801"/>
                  </a:lnTo>
                  <a:lnTo>
                    <a:pt x="5769140" y="1205801"/>
                  </a:lnTo>
                  <a:lnTo>
                    <a:pt x="6020232" y="24511"/>
                  </a:lnTo>
                  <a:close/>
                </a:path>
                <a:path w="6492240" h="1230629">
                  <a:moveTo>
                    <a:pt x="6491808" y="1161948"/>
                  </a:moveTo>
                  <a:lnTo>
                    <a:pt x="6143117" y="1161948"/>
                  </a:lnTo>
                  <a:lnTo>
                    <a:pt x="6143117" y="1205585"/>
                  </a:lnTo>
                  <a:lnTo>
                    <a:pt x="6491808" y="1205585"/>
                  </a:lnTo>
                  <a:lnTo>
                    <a:pt x="6491808" y="1161948"/>
                  </a:lnTo>
                  <a:close/>
                </a:path>
                <a:path w="6492240" h="1230629">
                  <a:moveTo>
                    <a:pt x="6491808" y="882891"/>
                  </a:moveTo>
                  <a:lnTo>
                    <a:pt x="6143117" y="882891"/>
                  </a:lnTo>
                  <a:lnTo>
                    <a:pt x="6143117" y="926490"/>
                  </a:lnTo>
                  <a:lnTo>
                    <a:pt x="6491808" y="926490"/>
                  </a:lnTo>
                  <a:lnTo>
                    <a:pt x="6491808" y="882891"/>
                  </a:lnTo>
                  <a:close/>
                </a:path>
                <a:path w="6492240" h="1230629">
                  <a:moveTo>
                    <a:pt x="6491808" y="593369"/>
                  </a:moveTo>
                  <a:lnTo>
                    <a:pt x="6143117" y="593369"/>
                  </a:lnTo>
                  <a:lnTo>
                    <a:pt x="6143117" y="636981"/>
                  </a:lnTo>
                  <a:lnTo>
                    <a:pt x="6491808" y="636981"/>
                  </a:lnTo>
                  <a:lnTo>
                    <a:pt x="6491808" y="593369"/>
                  </a:lnTo>
                  <a:close/>
                </a:path>
                <a:path w="6492240" h="1230629">
                  <a:moveTo>
                    <a:pt x="6491808" y="307733"/>
                  </a:moveTo>
                  <a:lnTo>
                    <a:pt x="6143117" y="307733"/>
                  </a:lnTo>
                  <a:lnTo>
                    <a:pt x="6143117" y="351409"/>
                  </a:lnTo>
                  <a:lnTo>
                    <a:pt x="6491808" y="351409"/>
                  </a:lnTo>
                  <a:lnTo>
                    <a:pt x="6491808" y="307733"/>
                  </a:lnTo>
                  <a:close/>
                </a:path>
                <a:path w="6492240" h="1230629">
                  <a:moveTo>
                    <a:pt x="6491808" y="29514"/>
                  </a:moveTo>
                  <a:lnTo>
                    <a:pt x="6143117" y="29514"/>
                  </a:lnTo>
                  <a:lnTo>
                    <a:pt x="6143117" y="73126"/>
                  </a:lnTo>
                  <a:lnTo>
                    <a:pt x="6491808" y="73126"/>
                  </a:lnTo>
                  <a:lnTo>
                    <a:pt x="6491808" y="295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0BCB4BF7-1C02-4670-98EB-A548B299ADD0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3868AD09-AF0B-4F1D-A41F-9DCB2B2C4082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B3F5ED2F-B76A-41C2-8455-631EDC27211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1">
            <a:extLst>
              <a:ext uri="{FF2B5EF4-FFF2-40B4-BE49-F238E27FC236}">
                <a16:creationId xmlns:a16="http://schemas.microsoft.com/office/drawing/2014/main" id="{1A8410D5-09A9-4E9A-8324-AE05DD12526F}"/>
              </a:ext>
            </a:extLst>
          </p:cNvPr>
          <p:cNvSpPr txBox="1">
            <a:spLocks/>
          </p:cNvSpPr>
          <p:nvPr/>
        </p:nvSpPr>
        <p:spPr>
          <a:xfrm>
            <a:off x="1509065" y="984549"/>
            <a:ext cx="10328275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rgbClr val="000000"/>
                </a:solidFill>
                <a:latin typeface="Montserrat ExtraBold"/>
                <a:cs typeface="Montserrat ExtraBold"/>
              </a:rPr>
              <a:t>SENAI JAGUARIÚNA</a:t>
            </a:r>
            <a:endParaRPr lang="pt-BR" sz="4950" kern="0" dirty="0">
              <a:solidFill>
                <a:srgbClr val="000000"/>
              </a:solidFill>
              <a:latin typeface="Montserrat ExtraBold"/>
              <a:cs typeface="Montserrat ExtraBold"/>
            </a:endParaRPr>
          </a:p>
          <a:p>
            <a:pPr marL="12700">
              <a:lnSpc>
                <a:spcPts val="5940"/>
              </a:lnSpc>
            </a:pPr>
            <a:r>
              <a:rPr lang="pt-BR" sz="4950" kern="0" spc="-10" dirty="0">
                <a:solidFill>
                  <a:srgbClr val="000000"/>
                </a:solidFill>
                <a:latin typeface="Montserrat"/>
                <a:cs typeface="Montserrat"/>
              </a:rPr>
              <a:t>SEJAM TODOS BEM VINDOS</a:t>
            </a:r>
            <a:endParaRPr lang="pt-BR" sz="4950" kern="0" dirty="0">
              <a:solidFill>
                <a:srgbClr val="000000"/>
              </a:solidFill>
              <a:latin typeface="Montserrat"/>
              <a:cs typeface="Montserrat"/>
            </a:endParaRPr>
          </a:p>
        </p:txBody>
      </p:sp>
      <p:sp>
        <p:nvSpPr>
          <p:cNvPr id="4" name="object 71">
            <a:extLst>
              <a:ext uri="{FF2B5EF4-FFF2-40B4-BE49-F238E27FC236}">
                <a16:creationId xmlns:a16="http://schemas.microsoft.com/office/drawing/2014/main" id="{578B6D2A-66C3-80E6-7AE0-D48EA77D13CB}"/>
              </a:ext>
            </a:extLst>
          </p:cNvPr>
          <p:cNvSpPr txBox="1">
            <a:spLocks/>
          </p:cNvSpPr>
          <p:nvPr/>
        </p:nvSpPr>
        <p:spPr>
          <a:xfrm>
            <a:off x="13815060" y="9842631"/>
            <a:ext cx="5608607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</a:pPr>
            <a:r>
              <a:rPr lang="pt-BR" sz="4950" kern="0" spc="-10" dirty="0">
                <a:solidFill>
                  <a:srgbClr val="000000"/>
                </a:solidFill>
                <a:latin typeface="Montserrat"/>
                <a:cs typeface="Montserrat"/>
              </a:rPr>
              <a:t>Prof. Wellington</a:t>
            </a:r>
            <a:endParaRPr lang="pt-BR" sz="4950" kern="0" dirty="0">
              <a:solidFill>
                <a:srgbClr val="000000"/>
              </a:solidFill>
              <a:latin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0328275" cy="2282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FFFFF"/>
                </a:solidFill>
                <a:latin typeface="Montserrat ExtraBold"/>
                <a:cs typeface="Montserrat ExtraBold"/>
              </a:rPr>
              <a:t>CURSO TÉCNICO </a:t>
            </a:r>
            <a:endParaRPr sz="4950" dirty="0">
              <a:latin typeface="Montserrat ExtraBold"/>
              <a:cs typeface="Montserrat ExtraBold"/>
            </a:endParaRPr>
          </a:p>
          <a:p>
            <a:pPr marL="12700">
              <a:lnSpc>
                <a:spcPts val="5940"/>
              </a:lnSpc>
            </a:pPr>
            <a:r>
              <a:rPr lang="pt-BR" sz="4950" spc="-25" dirty="0">
                <a:solidFill>
                  <a:srgbClr val="FFFFFF"/>
                </a:solidFill>
                <a:latin typeface="Montserrat"/>
                <a:cs typeface="Montserrat"/>
              </a:rPr>
              <a:t>DESENVOLVIMENTO DE SISTEMAS</a:t>
            </a:r>
            <a:endParaRPr sz="4950" dirty="0">
              <a:latin typeface="Montserrat"/>
              <a:cs typeface="Montserrat"/>
            </a:endParaRPr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28DCA77A-25D6-4AC8-926C-CA966CB46EF3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4D8A9D94-9D25-4BC4-9A69-403DAF9F103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2482F69B-C046-4033-9E32-A86819E2272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/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088" y="3560100"/>
            <a:ext cx="8743189" cy="602075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0313822" y="3560100"/>
            <a:ext cx="8743189" cy="7068205"/>
            <a:chOff x="10313822" y="3560100"/>
            <a:chExt cx="8743189" cy="706820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13822" y="3560100"/>
              <a:ext cx="8743189" cy="602075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0837366" y="9057315"/>
              <a:ext cx="0" cy="1570990"/>
            </a:xfrm>
            <a:custGeom>
              <a:avLst/>
              <a:gdLst/>
              <a:ahLst/>
              <a:cxnLst/>
              <a:rect l="l" t="t" r="r" b="b"/>
              <a:pathLst>
                <a:path h="1570990">
                  <a:moveTo>
                    <a:pt x="0" y="0"/>
                  </a:moveTo>
                  <a:lnTo>
                    <a:pt x="0" y="1570632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081477" y="9829517"/>
            <a:ext cx="626364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3300" b="1" spc="-5" dirty="0">
                <a:solidFill>
                  <a:srgbClr val="333333"/>
                </a:solidFill>
                <a:latin typeface="Montserrat ExtraBold"/>
                <a:cs typeface="Montserrat ExtraBold"/>
              </a:rPr>
              <a:t>NÍVEIS</a:t>
            </a:r>
            <a:endParaRPr sz="3300" dirty="0">
              <a:latin typeface="Montserrat ExtraBold"/>
              <a:cs typeface="Montserrat ExtraBold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570632" y="9057316"/>
            <a:ext cx="0" cy="1570990"/>
          </a:xfrm>
          <a:custGeom>
            <a:avLst/>
            <a:gdLst/>
            <a:ahLst/>
            <a:cxnLst/>
            <a:rect l="l" t="t" r="r" b="b"/>
            <a:pathLst>
              <a:path h="1570990">
                <a:moveTo>
                  <a:pt x="0" y="0"/>
                </a:moveTo>
                <a:lnTo>
                  <a:pt x="0" y="1570632"/>
                </a:lnTo>
              </a:path>
            </a:pathLst>
          </a:custGeom>
          <a:ln w="31412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348210" y="9829517"/>
            <a:ext cx="685724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3300" b="1" spc="-5" dirty="0">
                <a:solidFill>
                  <a:srgbClr val="333333"/>
                </a:solidFill>
                <a:latin typeface="Montserrat ExtraBold"/>
                <a:cs typeface="Montserrat ExtraBold"/>
              </a:rPr>
              <a:t>Class. Brasileira de Ocupações</a:t>
            </a:r>
            <a:endParaRPr sz="3300" dirty="0">
              <a:latin typeface="Montserrat ExtraBold"/>
              <a:cs typeface="Montserrat ExtraBold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0676585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TÉCNOLOGIA DA INFORMAÇÃO</a:t>
            </a:r>
            <a:endParaRPr sz="4950" dirty="0">
              <a:latin typeface="Montserrat ExtraBold"/>
              <a:cs typeface="Montserrat ExtraBold"/>
            </a:endParaRPr>
          </a:p>
          <a:p>
            <a:pPr marL="12700">
              <a:lnSpc>
                <a:spcPts val="5940"/>
              </a:lnSpc>
            </a:pPr>
            <a:r>
              <a:rPr lang="pt-BR" sz="4950" b="0" spc="-25" dirty="0">
                <a:latin typeface="Montserrat"/>
                <a:cs typeface="Montserrat"/>
              </a:rPr>
              <a:t>DESENVOLVIMENTO</a:t>
            </a:r>
            <a:endParaRPr sz="4950" dirty="0">
              <a:latin typeface="Montserrat"/>
              <a:cs typeface="Montserrat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8B66F0C-48C8-B2C7-DBA5-1225FF33D784}"/>
              </a:ext>
            </a:extLst>
          </p:cNvPr>
          <p:cNvSpPr txBox="1"/>
          <p:nvPr/>
        </p:nvSpPr>
        <p:spPr>
          <a:xfrm>
            <a:off x="6301876" y="5990407"/>
            <a:ext cx="315103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solidFill>
                  <a:schemeClr val="bg1"/>
                </a:solidFill>
              </a:rPr>
              <a:t>CAI</a:t>
            </a:r>
          </a:p>
          <a:p>
            <a:r>
              <a:rPr lang="pt-BR" sz="4000" dirty="0">
                <a:solidFill>
                  <a:schemeClr val="bg1"/>
                </a:solidFill>
              </a:rPr>
              <a:t>FIC</a:t>
            </a:r>
          </a:p>
          <a:p>
            <a:r>
              <a:rPr lang="pt-BR" sz="4000" b="1" dirty="0">
                <a:solidFill>
                  <a:srgbClr val="E21013"/>
                </a:solidFill>
              </a:rPr>
              <a:t>TEC</a:t>
            </a:r>
          </a:p>
          <a:p>
            <a:r>
              <a:rPr lang="pt-BR" sz="4000" dirty="0">
                <a:solidFill>
                  <a:schemeClr val="bg1"/>
                </a:solidFill>
              </a:rPr>
              <a:t>TECNOLOGIA</a:t>
            </a:r>
          </a:p>
          <a:p>
            <a:r>
              <a:rPr lang="pt-BR" sz="4000" dirty="0">
                <a:solidFill>
                  <a:schemeClr val="bg1"/>
                </a:solidFill>
              </a:rPr>
              <a:t>PÓS</a:t>
            </a: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82341839-10D5-12FF-20DF-B866C69C0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7043" y="3786574"/>
            <a:ext cx="8396745" cy="34443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/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2" name="object 32"/>
          <p:cNvGrpSpPr/>
          <p:nvPr/>
        </p:nvGrpSpPr>
        <p:grpSpPr>
          <a:xfrm>
            <a:off x="1047088" y="3560100"/>
            <a:ext cx="19057620" cy="7068184"/>
            <a:chOff x="1047088" y="3560100"/>
            <a:chExt cx="19057620" cy="7068184"/>
          </a:xfrm>
        </p:grpSpPr>
        <p:pic>
          <p:nvPicPr>
            <p:cNvPr id="33" name="object 33"/>
            <p:cNvPicPr/>
            <p:nvPr/>
          </p:nvPicPr>
          <p:blipFill>
            <a:blip r:embed="rId2" cstate="print">
              <a:alphaModFix amt="20000"/>
            </a:blip>
            <a:stretch>
              <a:fillRect/>
            </a:stretch>
          </p:blipFill>
          <p:spPr>
            <a:xfrm>
              <a:off x="1047088" y="3560100"/>
              <a:ext cx="19057011" cy="6020759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570632" y="9057315"/>
              <a:ext cx="0" cy="1570990"/>
            </a:xfrm>
            <a:custGeom>
              <a:avLst/>
              <a:gdLst/>
              <a:ahLst/>
              <a:cxnLst/>
              <a:rect l="l" t="t" r="r" b="b"/>
              <a:pathLst>
                <a:path h="1570990">
                  <a:moveTo>
                    <a:pt x="0" y="0"/>
                  </a:moveTo>
                  <a:lnTo>
                    <a:pt x="0" y="1570632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2081477" y="9829517"/>
            <a:ext cx="626364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3300" b="1" spc="-5" dirty="0">
                <a:solidFill>
                  <a:srgbClr val="F1F1F1"/>
                </a:solidFill>
                <a:latin typeface="Montserrat ExtraBold"/>
                <a:cs typeface="Montserrat ExtraBold"/>
              </a:rPr>
              <a:t>PROGRAMADOR</a:t>
            </a:r>
            <a:endParaRPr sz="3300" dirty="0">
              <a:latin typeface="Montserrat ExtraBold"/>
              <a:cs typeface="Montserrat ExtraBold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0328275" cy="1533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1F1F1"/>
                </a:solidFill>
                <a:latin typeface="Montserrat ExtraBold"/>
                <a:cs typeface="Montserrat ExtraBold"/>
              </a:rPr>
              <a:t>TEC DEV. SISTEMAS</a:t>
            </a:r>
            <a:endParaRPr sz="4950" dirty="0">
              <a:latin typeface="Montserrat ExtraBold"/>
              <a:cs typeface="Montserrat ExtraBold"/>
            </a:endParaRPr>
          </a:p>
          <a:p>
            <a:pPr marL="12700">
              <a:lnSpc>
                <a:spcPts val="5940"/>
              </a:lnSpc>
            </a:pPr>
            <a:r>
              <a:rPr sz="4950" b="0" spc="-25" dirty="0">
                <a:solidFill>
                  <a:srgbClr val="F1F1F1"/>
                </a:solidFill>
                <a:latin typeface="Montserrat"/>
                <a:cs typeface="Montserrat"/>
              </a:rPr>
              <a:t>CO</a:t>
            </a:r>
            <a:r>
              <a:rPr lang="pt-BR" sz="4950" b="0" spc="-25" dirty="0">
                <a:solidFill>
                  <a:srgbClr val="F1F1F1"/>
                </a:solidFill>
                <a:latin typeface="Montserrat"/>
                <a:cs typeface="Montserrat"/>
              </a:rPr>
              <a:t>MPETÊNCIA GERAL</a:t>
            </a:r>
            <a:endParaRPr sz="4950" dirty="0">
              <a:latin typeface="Montserrat"/>
              <a:cs typeface="Montserrat"/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C7D2A57B-FEC3-3EB3-F34F-039DE8ECE9C1}"/>
              </a:ext>
            </a:extLst>
          </p:cNvPr>
          <p:cNvSpPr txBox="1"/>
          <p:nvPr/>
        </p:nvSpPr>
        <p:spPr>
          <a:xfrm>
            <a:off x="1974190" y="4532309"/>
            <a:ext cx="17778953" cy="3869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Desenvolver, testar e implantar</a:t>
            </a:r>
          </a:p>
          <a:p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sistemas computacionais, atendendo a normas e padrão</a:t>
            </a:r>
          </a:p>
          <a:p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qualidade, usabilidade integridade e</a:t>
            </a:r>
          </a:p>
          <a:p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Segurança da informação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37ED2-C820-3641-0149-D5D0E1137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D63228C-D92C-886F-8DAF-624CE8633737}"/>
              </a:ext>
            </a:extLst>
          </p:cNvPr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3F33F5BD-5369-5FEC-9AD3-6D5314CBAC3C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87FC06E-86B6-79D7-954D-6E2DCA44ECCF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DDEF3C2-A40D-E4B4-9B2E-7273A8480F04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DB47BD69-3E98-7BFB-E83E-65B38B7B2C91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45A0659-487D-4759-F01C-C3C9B64E85FA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1FAADEF9-23C1-77EE-DF52-5B31C0B411C1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485B92A3-0E13-DFE0-0141-93C894162D02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2E09AFBE-8384-8136-3C5C-80CCFBC96C4C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6F716EED-97BF-FA7B-DD10-4C3426C4539B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16C276DC-367D-1482-8132-7F0EC293B161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CE775A81-F749-54FE-DB5B-D09ECA7609D0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0A9CD7AB-206F-390C-8EE7-3ADCC4D610C5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48B87FAF-A3F1-3AFF-7FE4-F3DA41B37AA5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F0A96EC1-4792-DC3B-1CA0-DBAFA4EA02AC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AA1CF3CE-AD4F-B479-8F45-A57D48B3A320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747B4937-E3AB-ECBB-3C93-1B8997CB6B37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A2E39FCC-CF42-2FEF-9330-25FECAA39791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CBE0323B-ADD3-B7EA-09E4-5C45785C8EC8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B963D8A6-E02A-8E9B-2CE0-A09F3E152E40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30FBDCB3-2113-8DBE-63C1-8B3809D49EC9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3329035C-8204-45AF-5C8B-26530A0D216F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CEDCC9EA-7888-01FD-A7A8-C1C8FEBE8AF4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B81C5DB0-9AE0-5524-3C8A-D445FA865F54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99836D53-4907-AB0E-F172-4264291180D4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94028AAA-0856-0009-2138-5042171A7AB3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9B4DBB6A-926D-DA00-2799-D6B43162E26F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FDA9B868-727E-82F5-78D0-59181FB6DCD2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7EC76AEE-4BD7-3CC6-28BC-3B90F659A17B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8A744348-A6E0-C465-BCBC-510DC074BA4B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2" name="object 32">
            <a:extLst>
              <a:ext uri="{FF2B5EF4-FFF2-40B4-BE49-F238E27FC236}">
                <a16:creationId xmlns:a16="http://schemas.microsoft.com/office/drawing/2014/main" id="{7924C9B5-00A4-2F02-3AD0-258ECE3037EB}"/>
              </a:ext>
            </a:extLst>
          </p:cNvPr>
          <p:cNvGrpSpPr/>
          <p:nvPr/>
        </p:nvGrpSpPr>
        <p:grpSpPr>
          <a:xfrm>
            <a:off x="1047088" y="3560100"/>
            <a:ext cx="19057620" cy="7068184"/>
            <a:chOff x="1047088" y="3560100"/>
            <a:chExt cx="19057620" cy="7068184"/>
          </a:xfrm>
        </p:grpSpPr>
        <p:pic>
          <p:nvPicPr>
            <p:cNvPr id="33" name="object 33">
              <a:extLst>
                <a:ext uri="{FF2B5EF4-FFF2-40B4-BE49-F238E27FC236}">
                  <a16:creationId xmlns:a16="http://schemas.microsoft.com/office/drawing/2014/main" id="{8DD70291-E799-C331-F6B0-C6AFB5E8C08B}"/>
                </a:ext>
              </a:extLst>
            </p:cNvPr>
            <p:cNvPicPr/>
            <p:nvPr/>
          </p:nvPicPr>
          <p:blipFill>
            <a:blip r:embed="rId2" cstate="print">
              <a:alphaModFix amt="20000"/>
            </a:blip>
            <a:stretch>
              <a:fillRect/>
            </a:stretch>
          </p:blipFill>
          <p:spPr>
            <a:xfrm>
              <a:off x="1047088" y="3560100"/>
              <a:ext cx="19057011" cy="6020759"/>
            </a:xfrm>
            <a:prstGeom prst="rect">
              <a:avLst/>
            </a:prstGeom>
          </p:spPr>
        </p:pic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B6556AC2-C7A3-91F5-4DBB-DBA76AA615B1}"/>
                </a:ext>
              </a:extLst>
            </p:cNvPr>
            <p:cNvSpPr/>
            <p:nvPr/>
          </p:nvSpPr>
          <p:spPr>
            <a:xfrm>
              <a:off x="1570632" y="9057315"/>
              <a:ext cx="0" cy="1570990"/>
            </a:xfrm>
            <a:custGeom>
              <a:avLst/>
              <a:gdLst/>
              <a:ahLst/>
              <a:cxnLst/>
              <a:rect l="l" t="t" r="r" b="b"/>
              <a:pathLst>
                <a:path h="1570990">
                  <a:moveTo>
                    <a:pt x="0" y="0"/>
                  </a:moveTo>
                  <a:lnTo>
                    <a:pt x="0" y="1570632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>
            <a:extLst>
              <a:ext uri="{FF2B5EF4-FFF2-40B4-BE49-F238E27FC236}">
                <a16:creationId xmlns:a16="http://schemas.microsoft.com/office/drawing/2014/main" id="{9A014F77-7B96-2C79-C8E9-E49400944B40}"/>
              </a:ext>
            </a:extLst>
          </p:cNvPr>
          <p:cNvSpPr txBox="1"/>
          <p:nvPr/>
        </p:nvSpPr>
        <p:spPr>
          <a:xfrm>
            <a:off x="2081477" y="9829517"/>
            <a:ext cx="626364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3300" b="1" spc="-5" dirty="0">
                <a:solidFill>
                  <a:srgbClr val="F1F1F1"/>
                </a:solidFill>
                <a:latin typeface="Montserrat ExtraBold"/>
                <a:cs typeface="Montserrat ExtraBold"/>
              </a:rPr>
              <a:t>Qualificações</a:t>
            </a:r>
            <a:endParaRPr sz="3300" dirty="0">
              <a:latin typeface="Montserrat ExtraBold"/>
              <a:cs typeface="Montserrat ExtraBold"/>
            </a:endParaRPr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A30B0FE9-CCB2-5ABB-BA2A-9D6A7C44FE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0328275" cy="1533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1F1F1"/>
                </a:solidFill>
                <a:latin typeface="Montserrat ExtraBold"/>
                <a:cs typeface="Montserrat ExtraBold"/>
              </a:rPr>
              <a:t>TEC DEV. SISTEMAS</a:t>
            </a:r>
            <a:endParaRPr sz="4950" dirty="0">
              <a:latin typeface="Montserrat ExtraBold"/>
              <a:cs typeface="Montserrat ExtraBold"/>
            </a:endParaRPr>
          </a:p>
          <a:p>
            <a:pPr marL="12700">
              <a:lnSpc>
                <a:spcPts val="5940"/>
              </a:lnSpc>
            </a:pPr>
            <a:r>
              <a:rPr lang="pt-BR" sz="4950" b="0" spc="-25" dirty="0">
                <a:solidFill>
                  <a:srgbClr val="F1F1F1"/>
                </a:solidFill>
                <a:latin typeface="Montserrat"/>
                <a:cs typeface="Montserrat"/>
              </a:rPr>
              <a:t>FUNÇÕES</a:t>
            </a:r>
            <a:endParaRPr sz="4950" dirty="0">
              <a:latin typeface="Montserrat"/>
              <a:cs typeface="Montserrat"/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14909F4F-A752-BE09-65C7-A3D85334FEA9}"/>
              </a:ext>
            </a:extLst>
          </p:cNvPr>
          <p:cNvSpPr txBox="1"/>
          <p:nvPr/>
        </p:nvSpPr>
        <p:spPr>
          <a:xfrm>
            <a:off x="1974190" y="4532309"/>
            <a:ext cx="1777895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Desenvolver (Dev. Web [Back, Front, Full], Mobile, </a:t>
            </a:r>
            <a:r>
              <a:rPr lang="pt-BR" sz="6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Iot</a:t>
            </a:r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Testar (Q.A.[</a:t>
            </a:r>
            <a:r>
              <a:rPr lang="pt-BR" sz="6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Quality</a:t>
            </a:r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6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Analist</a:t>
            </a:r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], </a:t>
            </a:r>
            <a:r>
              <a:rPr lang="pt-BR" sz="6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Tester</a:t>
            </a:r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Implantar (Dev. </a:t>
            </a:r>
            <a:r>
              <a:rPr lang="pt-BR" sz="6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Ops</a:t>
            </a:r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Cloud(Nuvem))</a:t>
            </a:r>
          </a:p>
          <a:p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Suporte técnico, treinamento.</a:t>
            </a:r>
          </a:p>
        </p:txBody>
      </p:sp>
    </p:spTree>
    <p:extLst>
      <p:ext uri="{BB962C8B-B14F-4D97-AF65-F5344CB8AC3E}">
        <p14:creationId xmlns:p14="http://schemas.microsoft.com/office/powerpoint/2010/main" val="710355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8167370"/>
          </a:xfrm>
          <a:custGeom>
            <a:avLst/>
            <a:gdLst/>
            <a:ahLst/>
            <a:cxnLst/>
            <a:rect l="l" t="t" r="r" b="b"/>
            <a:pathLst>
              <a:path w="20104100" h="8167370">
                <a:moveTo>
                  <a:pt x="0" y="8167290"/>
                </a:moveTo>
                <a:lnTo>
                  <a:pt x="20104099" y="8167290"/>
                </a:lnTo>
                <a:lnTo>
                  <a:pt x="20104099" y="0"/>
                </a:lnTo>
                <a:lnTo>
                  <a:pt x="0" y="0"/>
                </a:lnTo>
                <a:lnTo>
                  <a:pt x="0" y="816729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/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0" y="2774784"/>
            <a:ext cx="20104100" cy="8534400"/>
            <a:chOff x="0" y="2774784"/>
            <a:chExt cx="20104100" cy="8534400"/>
          </a:xfrm>
        </p:grpSpPr>
        <p:sp>
          <p:nvSpPr>
            <p:cNvPr id="8" name="object 8"/>
            <p:cNvSpPr/>
            <p:nvPr/>
          </p:nvSpPr>
          <p:spPr>
            <a:xfrm>
              <a:off x="0" y="8167290"/>
              <a:ext cx="20104100" cy="2984500"/>
            </a:xfrm>
            <a:custGeom>
              <a:avLst/>
              <a:gdLst/>
              <a:ahLst/>
              <a:cxnLst/>
              <a:rect l="l" t="t" r="r" b="b"/>
              <a:pathLst>
                <a:path w="20104100" h="2984500">
                  <a:moveTo>
                    <a:pt x="0" y="2984202"/>
                  </a:moveTo>
                  <a:lnTo>
                    <a:pt x="20104099" y="2984202"/>
                  </a:lnTo>
                  <a:lnTo>
                    <a:pt x="20104099" y="0"/>
                  </a:lnTo>
                  <a:lnTo>
                    <a:pt x="0" y="0"/>
                  </a:lnTo>
                  <a:lnTo>
                    <a:pt x="0" y="2984202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36313" y="2774784"/>
              <a:ext cx="8806014" cy="853377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821838" y="3560101"/>
              <a:ext cx="7235190" cy="7591425"/>
            </a:xfrm>
            <a:custGeom>
              <a:avLst/>
              <a:gdLst/>
              <a:ahLst/>
              <a:cxnLst/>
              <a:rect l="l" t="t" r="r" b="b"/>
              <a:pathLst>
                <a:path w="7235190" h="7591425">
                  <a:moveTo>
                    <a:pt x="0" y="7591391"/>
                  </a:moveTo>
                  <a:lnTo>
                    <a:pt x="7235172" y="7591391"/>
                  </a:lnTo>
                  <a:lnTo>
                    <a:pt x="7235172" y="0"/>
                  </a:lnTo>
                  <a:lnTo>
                    <a:pt x="0" y="0"/>
                  </a:lnTo>
                  <a:lnTo>
                    <a:pt x="0" y="759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266420" y="3560108"/>
              <a:ext cx="575945" cy="1885314"/>
            </a:xfrm>
            <a:custGeom>
              <a:avLst/>
              <a:gdLst/>
              <a:ahLst/>
              <a:cxnLst/>
              <a:rect l="l" t="t" r="r" b="b"/>
              <a:pathLst>
                <a:path w="575944" h="1885314">
                  <a:moveTo>
                    <a:pt x="52362" y="1858581"/>
                  </a:moveTo>
                  <a:lnTo>
                    <a:pt x="50304" y="1848396"/>
                  </a:lnTo>
                  <a:lnTo>
                    <a:pt x="44691" y="1840064"/>
                  </a:lnTo>
                  <a:lnTo>
                    <a:pt x="36372" y="1834464"/>
                  </a:lnTo>
                  <a:lnTo>
                    <a:pt x="26174" y="1832406"/>
                  </a:lnTo>
                  <a:lnTo>
                    <a:pt x="15989" y="1834464"/>
                  </a:lnTo>
                  <a:lnTo>
                    <a:pt x="7670" y="1840064"/>
                  </a:lnTo>
                  <a:lnTo>
                    <a:pt x="2057" y="1848396"/>
                  </a:lnTo>
                  <a:lnTo>
                    <a:pt x="0" y="1858581"/>
                  </a:lnTo>
                  <a:lnTo>
                    <a:pt x="2057" y="1868766"/>
                  </a:lnTo>
                  <a:lnTo>
                    <a:pt x="7670" y="1877098"/>
                  </a:lnTo>
                  <a:lnTo>
                    <a:pt x="15989" y="1882698"/>
                  </a:lnTo>
                  <a:lnTo>
                    <a:pt x="26174" y="1884756"/>
                  </a:lnTo>
                  <a:lnTo>
                    <a:pt x="36372" y="1882698"/>
                  </a:lnTo>
                  <a:lnTo>
                    <a:pt x="44691" y="1877098"/>
                  </a:lnTo>
                  <a:lnTo>
                    <a:pt x="50304" y="1868766"/>
                  </a:lnTo>
                  <a:lnTo>
                    <a:pt x="52362" y="1858581"/>
                  </a:lnTo>
                  <a:close/>
                </a:path>
                <a:path w="575944" h="1885314">
                  <a:moveTo>
                    <a:pt x="52362" y="1596809"/>
                  </a:moveTo>
                  <a:lnTo>
                    <a:pt x="50304" y="1586623"/>
                  </a:lnTo>
                  <a:lnTo>
                    <a:pt x="44691" y="1578292"/>
                  </a:lnTo>
                  <a:lnTo>
                    <a:pt x="36372" y="1572691"/>
                  </a:lnTo>
                  <a:lnTo>
                    <a:pt x="26174" y="1570634"/>
                  </a:lnTo>
                  <a:lnTo>
                    <a:pt x="15989" y="1572691"/>
                  </a:lnTo>
                  <a:lnTo>
                    <a:pt x="7670" y="1578292"/>
                  </a:lnTo>
                  <a:lnTo>
                    <a:pt x="2057" y="1586623"/>
                  </a:lnTo>
                  <a:lnTo>
                    <a:pt x="0" y="1596809"/>
                  </a:lnTo>
                  <a:lnTo>
                    <a:pt x="2057" y="1606994"/>
                  </a:lnTo>
                  <a:lnTo>
                    <a:pt x="7670" y="1615325"/>
                  </a:lnTo>
                  <a:lnTo>
                    <a:pt x="15989" y="1620926"/>
                  </a:lnTo>
                  <a:lnTo>
                    <a:pt x="26174" y="1622983"/>
                  </a:lnTo>
                  <a:lnTo>
                    <a:pt x="36372" y="1620926"/>
                  </a:lnTo>
                  <a:lnTo>
                    <a:pt x="44691" y="1615325"/>
                  </a:lnTo>
                  <a:lnTo>
                    <a:pt x="50304" y="1606994"/>
                  </a:lnTo>
                  <a:lnTo>
                    <a:pt x="52362" y="1596809"/>
                  </a:lnTo>
                  <a:close/>
                </a:path>
                <a:path w="575944" h="1885314">
                  <a:moveTo>
                    <a:pt x="52362" y="1335036"/>
                  </a:moveTo>
                  <a:lnTo>
                    <a:pt x="50304" y="1324851"/>
                  </a:lnTo>
                  <a:lnTo>
                    <a:pt x="44691" y="1316520"/>
                  </a:lnTo>
                  <a:lnTo>
                    <a:pt x="36372" y="1310919"/>
                  </a:lnTo>
                  <a:lnTo>
                    <a:pt x="26174" y="1308862"/>
                  </a:lnTo>
                  <a:lnTo>
                    <a:pt x="15989" y="1310919"/>
                  </a:lnTo>
                  <a:lnTo>
                    <a:pt x="7670" y="1316520"/>
                  </a:lnTo>
                  <a:lnTo>
                    <a:pt x="2057" y="1324851"/>
                  </a:lnTo>
                  <a:lnTo>
                    <a:pt x="0" y="1335036"/>
                  </a:lnTo>
                  <a:lnTo>
                    <a:pt x="2057" y="1345222"/>
                  </a:lnTo>
                  <a:lnTo>
                    <a:pt x="7670" y="1353553"/>
                  </a:lnTo>
                  <a:lnTo>
                    <a:pt x="15989" y="1359154"/>
                  </a:lnTo>
                  <a:lnTo>
                    <a:pt x="26174" y="1361211"/>
                  </a:lnTo>
                  <a:lnTo>
                    <a:pt x="36372" y="1359154"/>
                  </a:lnTo>
                  <a:lnTo>
                    <a:pt x="44691" y="1353553"/>
                  </a:lnTo>
                  <a:lnTo>
                    <a:pt x="50304" y="1345222"/>
                  </a:lnTo>
                  <a:lnTo>
                    <a:pt x="52362" y="1335036"/>
                  </a:lnTo>
                  <a:close/>
                </a:path>
                <a:path w="575944" h="1885314">
                  <a:moveTo>
                    <a:pt x="52362" y="1073264"/>
                  </a:moveTo>
                  <a:lnTo>
                    <a:pt x="50304" y="1063078"/>
                  </a:lnTo>
                  <a:lnTo>
                    <a:pt x="44691" y="1054747"/>
                  </a:lnTo>
                  <a:lnTo>
                    <a:pt x="36372" y="1049147"/>
                  </a:lnTo>
                  <a:lnTo>
                    <a:pt x="26174" y="1047089"/>
                  </a:lnTo>
                  <a:lnTo>
                    <a:pt x="15989" y="1049147"/>
                  </a:lnTo>
                  <a:lnTo>
                    <a:pt x="7670" y="1054747"/>
                  </a:lnTo>
                  <a:lnTo>
                    <a:pt x="2057" y="1063078"/>
                  </a:lnTo>
                  <a:lnTo>
                    <a:pt x="0" y="1073264"/>
                  </a:lnTo>
                  <a:lnTo>
                    <a:pt x="2057" y="1083449"/>
                  </a:lnTo>
                  <a:lnTo>
                    <a:pt x="7670" y="1091780"/>
                  </a:lnTo>
                  <a:lnTo>
                    <a:pt x="15989" y="1097381"/>
                  </a:lnTo>
                  <a:lnTo>
                    <a:pt x="26174" y="1099439"/>
                  </a:lnTo>
                  <a:lnTo>
                    <a:pt x="36372" y="1097381"/>
                  </a:lnTo>
                  <a:lnTo>
                    <a:pt x="44691" y="1091780"/>
                  </a:lnTo>
                  <a:lnTo>
                    <a:pt x="50304" y="1083449"/>
                  </a:lnTo>
                  <a:lnTo>
                    <a:pt x="52362" y="1073264"/>
                  </a:lnTo>
                  <a:close/>
                </a:path>
                <a:path w="575944" h="1885314">
                  <a:moveTo>
                    <a:pt x="52362" y="811491"/>
                  </a:moveTo>
                  <a:lnTo>
                    <a:pt x="50304" y="801306"/>
                  </a:lnTo>
                  <a:lnTo>
                    <a:pt x="44691" y="792975"/>
                  </a:lnTo>
                  <a:lnTo>
                    <a:pt x="36372" y="787374"/>
                  </a:lnTo>
                  <a:lnTo>
                    <a:pt x="26174" y="785317"/>
                  </a:lnTo>
                  <a:lnTo>
                    <a:pt x="15989" y="787374"/>
                  </a:lnTo>
                  <a:lnTo>
                    <a:pt x="7670" y="792975"/>
                  </a:lnTo>
                  <a:lnTo>
                    <a:pt x="2057" y="801306"/>
                  </a:lnTo>
                  <a:lnTo>
                    <a:pt x="0" y="811491"/>
                  </a:lnTo>
                  <a:lnTo>
                    <a:pt x="2057" y="821677"/>
                  </a:lnTo>
                  <a:lnTo>
                    <a:pt x="7670" y="830008"/>
                  </a:lnTo>
                  <a:lnTo>
                    <a:pt x="15989" y="835609"/>
                  </a:lnTo>
                  <a:lnTo>
                    <a:pt x="26174" y="837666"/>
                  </a:lnTo>
                  <a:lnTo>
                    <a:pt x="36372" y="835609"/>
                  </a:lnTo>
                  <a:lnTo>
                    <a:pt x="44691" y="830008"/>
                  </a:lnTo>
                  <a:lnTo>
                    <a:pt x="50304" y="821677"/>
                  </a:lnTo>
                  <a:lnTo>
                    <a:pt x="52362" y="811491"/>
                  </a:lnTo>
                  <a:close/>
                </a:path>
                <a:path w="575944" h="1885314">
                  <a:moveTo>
                    <a:pt x="52362" y="549719"/>
                  </a:moveTo>
                  <a:lnTo>
                    <a:pt x="50304" y="539534"/>
                  </a:lnTo>
                  <a:lnTo>
                    <a:pt x="44691" y="531202"/>
                  </a:lnTo>
                  <a:lnTo>
                    <a:pt x="36372" y="525602"/>
                  </a:lnTo>
                  <a:lnTo>
                    <a:pt x="26174" y="523544"/>
                  </a:lnTo>
                  <a:lnTo>
                    <a:pt x="15989" y="525602"/>
                  </a:lnTo>
                  <a:lnTo>
                    <a:pt x="7670" y="531202"/>
                  </a:lnTo>
                  <a:lnTo>
                    <a:pt x="2057" y="539534"/>
                  </a:lnTo>
                  <a:lnTo>
                    <a:pt x="0" y="549719"/>
                  </a:lnTo>
                  <a:lnTo>
                    <a:pt x="2057" y="559904"/>
                  </a:lnTo>
                  <a:lnTo>
                    <a:pt x="7670" y="568236"/>
                  </a:lnTo>
                  <a:lnTo>
                    <a:pt x="15989" y="573836"/>
                  </a:lnTo>
                  <a:lnTo>
                    <a:pt x="26174" y="575894"/>
                  </a:lnTo>
                  <a:lnTo>
                    <a:pt x="36372" y="573836"/>
                  </a:lnTo>
                  <a:lnTo>
                    <a:pt x="44691" y="568236"/>
                  </a:lnTo>
                  <a:lnTo>
                    <a:pt x="50304" y="559904"/>
                  </a:lnTo>
                  <a:lnTo>
                    <a:pt x="52362" y="549719"/>
                  </a:lnTo>
                  <a:close/>
                </a:path>
                <a:path w="575944" h="1885314">
                  <a:moveTo>
                    <a:pt x="52362" y="287947"/>
                  </a:moveTo>
                  <a:lnTo>
                    <a:pt x="50304" y="277761"/>
                  </a:lnTo>
                  <a:lnTo>
                    <a:pt x="44691" y="269443"/>
                  </a:lnTo>
                  <a:lnTo>
                    <a:pt x="36372" y="263829"/>
                  </a:lnTo>
                  <a:lnTo>
                    <a:pt x="26174" y="261772"/>
                  </a:lnTo>
                  <a:lnTo>
                    <a:pt x="15989" y="263829"/>
                  </a:lnTo>
                  <a:lnTo>
                    <a:pt x="7670" y="269443"/>
                  </a:lnTo>
                  <a:lnTo>
                    <a:pt x="2057" y="277761"/>
                  </a:lnTo>
                  <a:lnTo>
                    <a:pt x="0" y="287947"/>
                  </a:lnTo>
                  <a:lnTo>
                    <a:pt x="2057" y="298145"/>
                  </a:lnTo>
                  <a:lnTo>
                    <a:pt x="7670" y="306463"/>
                  </a:lnTo>
                  <a:lnTo>
                    <a:pt x="15989" y="312064"/>
                  </a:lnTo>
                  <a:lnTo>
                    <a:pt x="26174" y="314121"/>
                  </a:lnTo>
                  <a:lnTo>
                    <a:pt x="36372" y="312064"/>
                  </a:lnTo>
                  <a:lnTo>
                    <a:pt x="44691" y="306463"/>
                  </a:lnTo>
                  <a:lnTo>
                    <a:pt x="50304" y="298145"/>
                  </a:lnTo>
                  <a:lnTo>
                    <a:pt x="52362" y="287947"/>
                  </a:lnTo>
                  <a:close/>
                </a:path>
                <a:path w="575944" h="1885314">
                  <a:moveTo>
                    <a:pt x="52362" y="26174"/>
                  </a:moveTo>
                  <a:lnTo>
                    <a:pt x="50304" y="15989"/>
                  </a:lnTo>
                  <a:lnTo>
                    <a:pt x="44691" y="7670"/>
                  </a:lnTo>
                  <a:lnTo>
                    <a:pt x="36372" y="2057"/>
                  </a:lnTo>
                  <a:lnTo>
                    <a:pt x="26174" y="0"/>
                  </a:lnTo>
                  <a:lnTo>
                    <a:pt x="15989" y="2057"/>
                  </a:lnTo>
                  <a:lnTo>
                    <a:pt x="7670" y="7670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72"/>
                  </a:lnTo>
                  <a:lnTo>
                    <a:pt x="7670" y="44691"/>
                  </a:lnTo>
                  <a:lnTo>
                    <a:pt x="15989" y="50292"/>
                  </a:lnTo>
                  <a:lnTo>
                    <a:pt x="26174" y="52349"/>
                  </a:lnTo>
                  <a:lnTo>
                    <a:pt x="36372" y="50292"/>
                  </a:lnTo>
                  <a:lnTo>
                    <a:pt x="44691" y="44691"/>
                  </a:lnTo>
                  <a:lnTo>
                    <a:pt x="50304" y="36372"/>
                  </a:lnTo>
                  <a:lnTo>
                    <a:pt x="52362" y="26174"/>
                  </a:lnTo>
                  <a:close/>
                </a:path>
                <a:path w="575944" h="1885314">
                  <a:moveTo>
                    <a:pt x="314134" y="1858581"/>
                  </a:moveTo>
                  <a:lnTo>
                    <a:pt x="312077" y="1848396"/>
                  </a:lnTo>
                  <a:lnTo>
                    <a:pt x="306463" y="1840064"/>
                  </a:lnTo>
                  <a:lnTo>
                    <a:pt x="298145" y="1834464"/>
                  </a:lnTo>
                  <a:lnTo>
                    <a:pt x="287947" y="1832406"/>
                  </a:lnTo>
                  <a:lnTo>
                    <a:pt x="277761" y="1834464"/>
                  </a:lnTo>
                  <a:lnTo>
                    <a:pt x="269443" y="1840064"/>
                  </a:lnTo>
                  <a:lnTo>
                    <a:pt x="263829" y="1848396"/>
                  </a:lnTo>
                  <a:lnTo>
                    <a:pt x="261772" y="1858581"/>
                  </a:lnTo>
                  <a:lnTo>
                    <a:pt x="263829" y="1868766"/>
                  </a:lnTo>
                  <a:lnTo>
                    <a:pt x="269443" y="1877098"/>
                  </a:lnTo>
                  <a:lnTo>
                    <a:pt x="277761" y="1882698"/>
                  </a:lnTo>
                  <a:lnTo>
                    <a:pt x="287947" y="1884756"/>
                  </a:lnTo>
                  <a:lnTo>
                    <a:pt x="298145" y="1882698"/>
                  </a:lnTo>
                  <a:lnTo>
                    <a:pt x="306463" y="1877098"/>
                  </a:lnTo>
                  <a:lnTo>
                    <a:pt x="312077" y="1868766"/>
                  </a:lnTo>
                  <a:lnTo>
                    <a:pt x="314134" y="1858581"/>
                  </a:lnTo>
                  <a:close/>
                </a:path>
                <a:path w="575944" h="1885314">
                  <a:moveTo>
                    <a:pt x="314134" y="1596809"/>
                  </a:moveTo>
                  <a:lnTo>
                    <a:pt x="312077" y="1586623"/>
                  </a:lnTo>
                  <a:lnTo>
                    <a:pt x="306463" y="1578292"/>
                  </a:lnTo>
                  <a:lnTo>
                    <a:pt x="298145" y="1572691"/>
                  </a:lnTo>
                  <a:lnTo>
                    <a:pt x="287947" y="1570634"/>
                  </a:lnTo>
                  <a:lnTo>
                    <a:pt x="277761" y="1572691"/>
                  </a:lnTo>
                  <a:lnTo>
                    <a:pt x="269443" y="1578292"/>
                  </a:lnTo>
                  <a:lnTo>
                    <a:pt x="263829" y="1586623"/>
                  </a:lnTo>
                  <a:lnTo>
                    <a:pt x="261772" y="1596809"/>
                  </a:lnTo>
                  <a:lnTo>
                    <a:pt x="263829" y="1606994"/>
                  </a:lnTo>
                  <a:lnTo>
                    <a:pt x="269443" y="1615325"/>
                  </a:lnTo>
                  <a:lnTo>
                    <a:pt x="277761" y="1620926"/>
                  </a:lnTo>
                  <a:lnTo>
                    <a:pt x="287947" y="1622983"/>
                  </a:lnTo>
                  <a:lnTo>
                    <a:pt x="298145" y="1620926"/>
                  </a:lnTo>
                  <a:lnTo>
                    <a:pt x="306463" y="1615325"/>
                  </a:lnTo>
                  <a:lnTo>
                    <a:pt x="312077" y="1606994"/>
                  </a:lnTo>
                  <a:lnTo>
                    <a:pt x="314134" y="1596809"/>
                  </a:lnTo>
                  <a:close/>
                </a:path>
                <a:path w="575944" h="1885314">
                  <a:moveTo>
                    <a:pt x="314134" y="1335036"/>
                  </a:moveTo>
                  <a:lnTo>
                    <a:pt x="312077" y="1324851"/>
                  </a:lnTo>
                  <a:lnTo>
                    <a:pt x="306463" y="1316520"/>
                  </a:lnTo>
                  <a:lnTo>
                    <a:pt x="298145" y="1310919"/>
                  </a:lnTo>
                  <a:lnTo>
                    <a:pt x="287947" y="1308862"/>
                  </a:lnTo>
                  <a:lnTo>
                    <a:pt x="277761" y="1310919"/>
                  </a:lnTo>
                  <a:lnTo>
                    <a:pt x="269443" y="1316520"/>
                  </a:lnTo>
                  <a:lnTo>
                    <a:pt x="263829" y="1324851"/>
                  </a:lnTo>
                  <a:lnTo>
                    <a:pt x="261772" y="1335036"/>
                  </a:lnTo>
                  <a:lnTo>
                    <a:pt x="263829" y="1345222"/>
                  </a:lnTo>
                  <a:lnTo>
                    <a:pt x="269443" y="1353553"/>
                  </a:lnTo>
                  <a:lnTo>
                    <a:pt x="277761" y="1359154"/>
                  </a:lnTo>
                  <a:lnTo>
                    <a:pt x="287947" y="1361211"/>
                  </a:lnTo>
                  <a:lnTo>
                    <a:pt x="298145" y="1359154"/>
                  </a:lnTo>
                  <a:lnTo>
                    <a:pt x="306463" y="1353553"/>
                  </a:lnTo>
                  <a:lnTo>
                    <a:pt x="312077" y="1345222"/>
                  </a:lnTo>
                  <a:lnTo>
                    <a:pt x="314134" y="1335036"/>
                  </a:lnTo>
                  <a:close/>
                </a:path>
                <a:path w="575944" h="1885314">
                  <a:moveTo>
                    <a:pt x="314134" y="1073264"/>
                  </a:moveTo>
                  <a:lnTo>
                    <a:pt x="312077" y="1063078"/>
                  </a:lnTo>
                  <a:lnTo>
                    <a:pt x="306463" y="1054747"/>
                  </a:lnTo>
                  <a:lnTo>
                    <a:pt x="298145" y="1049147"/>
                  </a:lnTo>
                  <a:lnTo>
                    <a:pt x="287947" y="1047089"/>
                  </a:lnTo>
                  <a:lnTo>
                    <a:pt x="277761" y="1049147"/>
                  </a:lnTo>
                  <a:lnTo>
                    <a:pt x="269443" y="1054747"/>
                  </a:lnTo>
                  <a:lnTo>
                    <a:pt x="263829" y="1063078"/>
                  </a:lnTo>
                  <a:lnTo>
                    <a:pt x="261772" y="1073264"/>
                  </a:lnTo>
                  <a:lnTo>
                    <a:pt x="263829" y="1083449"/>
                  </a:lnTo>
                  <a:lnTo>
                    <a:pt x="269443" y="1091780"/>
                  </a:lnTo>
                  <a:lnTo>
                    <a:pt x="277761" y="1097381"/>
                  </a:lnTo>
                  <a:lnTo>
                    <a:pt x="287947" y="1099439"/>
                  </a:lnTo>
                  <a:lnTo>
                    <a:pt x="298145" y="1097381"/>
                  </a:lnTo>
                  <a:lnTo>
                    <a:pt x="306463" y="1091780"/>
                  </a:lnTo>
                  <a:lnTo>
                    <a:pt x="312077" y="1083449"/>
                  </a:lnTo>
                  <a:lnTo>
                    <a:pt x="314134" y="1073264"/>
                  </a:lnTo>
                  <a:close/>
                </a:path>
                <a:path w="575944" h="1885314">
                  <a:moveTo>
                    <a:pt x="314134" y="811491"/>
                  </a:moveTo>
                  <a:lnTo>
                    <a:pt x="312077" y="801306"/>
                  </a:lnTo>
                  <a:lnTo>
                    <a:pt x="306463" y="792975"/>
                  </a:lnTo>
                  <a:lnTo>
                    <a:pt x="298145" y="787374"/>
                  </a:lnTo>
                  <a:lnTo>
                    <a:pt x="287947" y="785317"/>
                  </a:lnTo>
                  <a:lnTo>
                    <a:pt x="277761" y="787374"/>
                  </a:lnTo>
                  <a:lnTo>
                    <a:pt x="269443" y="792975"/>
                  </a:lnTo>
                  <a:lnTo>
                    <a:pt x="263829" y="801306"/>
                  </a:lnTo>
                  <a:lnTo>
                    <a:pt x="261772" y="811491"/>
                  </a:lnTo>
                  <a:lnTo>
                    <a:pt x="263829" y="821677"/>
                  </a:lnTo>
                  <a:lnTo>
                    <a:pt x="269443" y="830008"/>
                  </a:lnTo>
                  <a:lnTo>
                    <a:pt x="277761" y="835609"/>
                  </a:lnTo>
                  <a:lnTo>
                    <a:pt x="287947" y="837666"/>
                  </a:lnTo>
                  <a:lnTo>
                    <a:pt x="298145" y="835609"/>
                  </a:lnTo>
                  <a:lnTo>
                    <a:pt x="306463" y="830008"/>
                  </a:lnTo>
                  <a:lnTo>
                    <a:pt x="312077" y="821677"/>
                  </a:lnTo>
                  <a:lnTo>
                    <a:pt x="314134" y="811491"/>
                  </a:lnTo>
                  <a:close/>
                </a:path>
                <a:path w="575944" h="1885314">
                  <a:moveTo>
                    <a:pt x="314134" y="549719"/>
                  </a:moveTo>
                  <a:lnTo>
                    <a:pt x="312077" y="539534"/>
                  </a:lnTo>
                  <a:lnTo>
                    <a:pt x="306463" y="531202"/>
                  </a:lnTo>
                  <a:lnTo>
                    <a:pt x="298145" y="525602"/>
                  </a:lnTo>
                  <a:lnTo>
                    <a:pt x="287947" y="523544"/>
                  </a:lnTo>
                  <a:lnTo>
                    <a:pt x="277761" y="525602"/>
                  </a:lnTo>
                  <a:lnTo>
                    <a:pt x="269443" y="531202"/>
                  </a:lnTo>
                  <a:lnTo>
                    <a:pt x="263829" y="539534"/>
                  </a:lnTo>
                  <a:lnTo>
                    <a:pt x="261772" y="549719"/>
                  </a:lnTo>
                  <a:lnTo>
                    <a:pt x="263829" y="559904"/>
                  </a:lnTo>
                  <a:lnTo>
                    <a:pt x="269443" y="568236"/>
                  </a:lnTo>
                  <a:lnTo>
                    <a:pt x="277761" y="573836"/>
                  </a:lnTo>
                  <a:lnTo>
                    <a:pt x="287947" y="575894"/>
                  </a:lnTo>
                  <a:lnTo>
                    <a:pt x="298145" y="573836"/>
                  </a:lnTo>
                  <a:lnTo>
                    <a:pt x="306463" y="568236"/>
                  </a:lnTo>
                  <a:lnTo>
                    <a:pt x="312077" y="559904"/>
                  </a:lnTo>
                  <a:lnTo>
                    <a:pt x="314134" y="549719"/>
                  </a:lnTo>
                  <a:close/>
                </a:path>
                <a:path w="575944" h="1885314">
                  <a:moveTo>
                    <a:pt x="314134" y="287947"/>
                  </a:moveTo>
                  <a:lnTo>
                    <a:pt x="312077" y="277761"/>
                  </a:lnTo>
                  <a:lnTo>
                    <a:pt x="306463" y="269443"/>
                  </a:lnTo>
                  <a:lnTo>
                    <a:pt x="298145" y="263829"/>
                  </a:lnTo>
                  <a:lnTo>
                    <a:pt x="287947" y="261772"/>
                  </a:lnTo>
                  <a:lnTo>
                    <a:pt x="277761" y="263829"/>
                  </a:lnTo>
                  <a:lnTo>
                    <a:pt x="269443" y="269443"/>
                  </a:lnTo>
                  <a:lnTo>
                    <a:pt x="263829" y="277761"/>
                  </a:lnTo>
                  <a:lnTo>
                    <a:pt x="261772" y="287947"/>
                  </a:lnTo>
                  <a:lnTo>
                    <a:pt x="263829" y="298145"/>
                  </a:lnTo>
                  <a:lnTo>
                    <a:pt x="269443" y="306463"/>
                  </a:lnTo>
                  <a:lnTo>
                    <a:pt x="277761" y="312064"/>
                  </a:lnTo>
                  <a:lnTo>
                    <a:pt x="287947" y="314121"/>
                  </a:lnTo>
                  <a:lnTo>
                    <a:pt x="298145" y="312064"/>
                  </a:lnTo>
                  <a:lnTo>
                    <a:pt x="306463" y="306463"/>
                  </a:lnTo>
                  <a:lnTo>
                    <a:pt x="312077" y="298145"/>
                  </a:lnTo>
                  <a:lnTo>
                    <a:pt x="314134" y="287947"/>
                  </a:lnTo>
                  <a:close/>
                </a:path>
                <a:path w="575944" h="1885314">
                  <a:moveTo>
                    <a:pt x="314134" y="26174"/>
                  </a:moveTo>
                  <a:lnTo>
                    <a:pt x="312077" y="15989"/>
                  </a:lnTo>
                  <a:lnTo>
                    <a:pt x="306463" y="7670"/>
                  </a:lnTo>
                  <a:lnTo>
                    <a:pt x="298145" y="2057"/>
                  </a:lnTo>
                  <a:lnTo>
                    <a:pt x="287947" y="0"/>
                  </a:lnTo>
                  <a:lnTo>
                    <a:pt x="277761" y="2057"/>
                  </a:lnTo>
                  <a:lnTo>
                    <a:pt x="269443" y="7670"/>
                  </a:lnTo>
                  <a:lnTo>
                    <a:pt x="263829" y="15989"/>
                  </a:lnTo>
                  <a:lnTo>
                    <a:pt x="261772" y="26174"/>
                  </a:lnTo>
                  <a:lnTo>
                    <a:pt x="263829" y="36372"/>
                  </a:lnTo>
                  <a:lnTo>
                    <a:pt x="269443" y="44691"/>
                  </a:lnTo>
                  <a:lnTo>
                    <a:pt x="277761" y="50292"/>
                  </a:lnTo>
                  <a:lnTo>
                    <a:pt x="287947" y="52349"/>
                  </a:lnTo>
                  <a:lnTo>
                    <a:pt x="298145" y="50292"/>
                  </a:lnTo>
                  <a:lnTo>
                    <a:pt x="306463" y="44691"/>
                  </a:lnTo>
                  <a:lnTo>
                    <a:pt x="312077" y="36372"/>
                  </a:lnTo>
                  <a:lnTo>
                    <a:pt x="314134" y="26174"/>
                  </a:lnTo>
                  <a:close/>
                </a:path>
                <a:path w="575944" h="1885314">
                  <a:moveTo>
                    <a:pt x="575906" y="1858581"/>
                  </a:moveTo>
                  <a:lnTo>
                    <a:pt x="573849" y="1848396"/>
                  </a:lnTo>
                  <a:lnTo>
                    <a:pt x="568236" y="1840064"/>
                  </a:lnTo>
                  <a:lnTo>
                    <a:pt x="559917" y="1834464"/>
                  </a:lnTo>
                  <a:lnTo>
                    <a:pt x="549719" y="1832406"/>
                  </a:lnTo>
                  <a:lnTo>
                    <a:pt x="539534" y="1834464"/>
                  </a:lnTo>
                  <a:lnTo>
                    <a:pt x="531215" y="1840064"/>
                  </a:lnTo>
                  <a:lnTo>
                    <a:pt x="525602" y="1848396"/>
                  </a:lnTo>
                  <a:lnTo>
                    <a:pt x="523544" y="1858581"/>
                  </a:lnTo>
                  <a:lnTo>
                    <a:pt x="525602" y="1868766"/>
                  </a:lnTo>
                  <a:lnTo>
                    <a:pt x="531215" y="1877098"/>
                  </a:lnTo>
                  <a:lnTo>
                    <a:pt x="539534" y="1882698"/>
                  </a:lnTo>
                  <a:lnTo>
                    <a:pt x="549719" y="1884756"/>
                  </a:lnTo>
                  <a:lnTo>
                    <a:pt x="559917" y="1882698"/>
                  </a:lnTo>
                  <a:lnTo>
                    <a:pt x="568236" y="1877098"/>
                  </a:lnTo>
                  <a:lnTo>
                    <a:pt x="573849" y="1868766"/>
                  </a:lnTo>
                  <a:lnTo>
                    <a:pt x="575906" y="1858581"/>
                  </a:lnTo>
                  <a:close/>
                </a:path>
                <a:path w="575944" h="1885314">
                  <a:moveTo>
                    <a:pt x="575906" y="1596809"/>
                  </a:moveTo>
                  <a:lnTo>
                    <a:pt x="573849" y="1586623"/>
                  </a:lnTo>
                  <a:lnTo>
                    <a:pt x="568236" y="1578292"/>
                  </a:lnTo>
                  <a:lnTo>
                    <a:pt x="559917" y="1572691"/>
                  </a:lnTo>
                  <a:lnTo>
                    <a:pt x="549719" y="1570634"/>
                  </a:lnTo>
                  <a:lnTo>
                    <a:pt x="539534" y="1572691"/>
                  </a:lnTo>
                  <a:lnTo>
                    <a:pt x="531215" y="1578292"/>
                  </a:lnTo>
                  <a:lnTo>
                    <a:pt x="525602" y="1586623"/>
                  </a:lnTo>
                  <a:lnTo>
                    <a:pt x="523544" y="1596809"/>
                  </a:lnTo>
                  <a:lnTo>
                    <a:pt x="525602" y="1606994"/>
                  </a:lnTo>
                  <a:lnTo>
                    <a:pt x="531215" y="1615325"/>
                  </a:lnTo>
                  <a:lnTo>
                    <a:pt x="539534" y="1620926"/>
                  </a:lnTo>
                  <a:lnTo>
                    <a:pt x="549719" y="1622983"/>
                  </a:lnTo>
                  <a:lnTo>
                    <a:pt x="559917" y="1620926"/>
                  </a:lnTo>
                  <a:lnTo>
                    <a:pt x="568236" y="1615325"/>
                  </a:lnTo>
                  <a:lnTo>
                    <a:pt x="573849" y="1606994"/>
                  </a:lnTo>
                  <a:lnTo>
                    <a:pt x="575906" y="1596809"/>
                  </a:lnTo>
                  <a:close/>
                </a:path>
                <a:path w="575944" h="1885314">
                  <a:moveTo>
                    <a:pt x="575906" y="1335036"/>
                  </a:moveTo>
                  <a:lnTo>
                    <a:pt x="573849" y="1324851"/>
                  </a:lnTo>
                  <a:lnTo>
                    <a:pt x="568236" y="1316520"/>
                  </a:lnTo>
                  <a:lnTo>
                    <a:pt x="559917" y="1310919"/>
                  </a:lnTo>
                  <a:lnTo>
                    <a:pt x="549719" y="1308862"/>
                  </a:lnTo>
                  <a:lnTo>
                    <a:pt x="539534" y="1310919"/>
                  </a:lnTo>
                  <a:lnTo>
                    <a:pt x="531215" y="1316520"/>
                  </a:lnTo>
                  <a:lnTo>
                    <a:pt x="525602" y="1324851"/>
                  </a:lnTo>
                  <a:lnTo>
                    <a:pt x="523544" y="1335036"/>
                  </a:lnTo>
                  <a:lnTo>
                    <a:pt x="525602" y="1345222"/>
                  </a:lnTo>
                  <a:lnTo>
                    <a:pt x="531215" y="1353553"/>
                  </a:lnTo>
                  <a:lnTo>
                    <a:pt x="539534" y="1359154"/>
                  </a:lnTo>
                  <a:lnTo>
                    <a:pt x="549719" y="1361211"/>
                  </a:lnTo>
                  <a:lnTo>
                    <a:pt x="559917" y="1359154"/>
                  </a:lnTo>
                  <a:lnTo>
                    <a:pt x="568236" y="1353553"/>
                  </a:lnTo>
                  <a:lnTo>
                    <a:pt x="573849" y="1345222"/>
                  </a:lnTo>
                  <a:lnTo>
                    <a:pt x="575906" y="1335036"/>
                  </a:lnTo>
                  <a:close/>
                </a:path>
                <a:path w="575944" h="1885314">
                  <a:moveTo>
                    <a:pt x="575906" y="1073264"/>
                  </a:moveTo>
                  <a:lnTo>
                    <a:pt x="573849" y="1063078"/>
                  </a:lnTo>
                  <a:lnTo>
                    <a:pt x="568236" y="1054747"/>
                  </a:lnTo>
                  <a:lnTo>
                    <a:pt x="559917" y="1049147"/>
                  </a:lnTo>
                  <a:lnTo>
                    <a:pt x="549719" y="1047089"/>
                  </a:lnTo>
                  <a:lnTo>
                    <a:pt x="539534" y="1049147"/>
                  </a:lnTo>
                  <a:lnTo>
                    <a:pt x="531215" y="1054747"/>
                  </a:lnTo>
                  <a:lnTo>
                    <a:pt x="525602" y="1063078"/>
                  </a:lnTo>
                  <a:lnTo>
                    <a:pt x="523544" y="1073264"/>
                  </a:lnTo>
                  <a:lnTo>
                    <a:pt x="525602" y="1083449"/>
                  </a:lnTo>
                  <a:lnTo>
                    <a:pt x="531215" y="1091780"/>
                  </a:lnTo>
                  <a:lnTo>
                    <a:pt x="539534" y="1097381"/>
                  </a:lnTo>
                  <a:lnTo>
                    <a:pt x="549719" y="1099439"/>
                  </a:lnTo>
                  <a:lnTo>
                    <a:pt x="559917" y="1097381"/>
                  </a:lnTo>
                  <a:lnTo>
                    <a:pt x="568236" y="1091780"/>
                  </a:lnTo>
                  <a:lnTo>
                    <a:pt x="573849" y="1083449"/>
                  </a:lnTo>
                  <a:lnTo>
                    <a:pt x="575906" y="1073264"/>
                  </a:lnTo>
                  <a:close/>
                </a:path>
                <a:path w="575944" h="1885314">
                  <a:moveTo>
                    <a:pt x="575906" y="811491"/>
                  </a:moveTo>
                  <a:lnTo>
                    <a:pt x="573849" y="801306"/>
                  </a:lnTo>
                  <a:lnTo>
                    <a:pt x="568236" y="792975"/>
                  </a:lnTo>
                  <a:lnTo>
                    <a:pt x="559917" y="787374"/>
                  </a:lnTo>
                  <a:lnTo>
                    <a:pt x="549719" y="785317"/>
                  </a:lnTo>
                  <a:lnTo>
                    <a:pt x="539534" y="787374"/>
                  </a:lnTo>
                  <a:lnTo>
                    <a:pt x="531215" y="792975"/>
                  </a:lnTo>
                  <a:lnTo>
                    <a:pt x="525602" y="801306"/>
                  </a:lnTo>
                  <a:lnTo>
                    <a:pt x="523544" y="811491"/>
                  </a:lnTo>
                  <a:lnTo>
                    <a:pt x="525602" y="821677"/>
                  </a:lnTo>
                  <a:lnTo>
                    <a:pt x="531215" y="830008"/>
                  </a:lnTo>
                  <a:lnTo>
                    <a:pt x="539534" y="835609"/>
                  </a:lnTo>
                  <a:lnTo>
                    <a:pt x="549719" y="837666"/>
                  </a:lnTo>
                  <a:lnTo>
                    <a:pt x="559917" y="835609"/>
                  </a:lnTo>
                  <a:lnTo>
                    <a:pt x="568236" y="830008"/>
                  </a:lnTo>
                  <a:lnTo>
                    <a:pt x="573849" y="821677"/>
                  </a:lnTo>
                  <a:lnTo>
                    <a:pt x="575906" y="811491"/>
                  </a:lnTo>
                  <a:close/>
                </a:path>
                <a:path w="575944" h="1885314">
                  <a:moveTo>
                    <a:pt x="575906" y="549719"/>
                  </a:moveTo>
                  <a:lnTo>
                    <a:pt x="573849" y="539534"/>
                  </a:lnTo>
                  <a:lnTo>
                    <a:pt x="568236" y="531202"/>
                  </a:lnTo>
                  <a:lnTo>
                    <a:pt x="559917" y="525602"/>
                  </a:lnTo>
                  <a:lnTo>
                    <a:pt x="549719" y="523544"/>
                  </a:lnTo>
                  <a:lnTo>
                    <a:pt x="539534" y="525602"/>
                  </a:lnTo>
                  <a:lnTo>
                    <a:pt x="531215" y="531202"/>
                  </a:lnTo>
                  <a:lnTo>
                    <a:pt x="525602" y="539534"/>
                  </a:lnTo>
                  <a:lnTo>
                    <a:pt x="523544" y="549719"/>
                  </a:lnTo>
                  <a:lnTo>
                    <a:pt x="525602" y="559904"/>
                  </a:lnTo>
                  <a:lnTo>
                    <a:pt x="531215" y="568236"/>
                  </a:lnTo>
                  <a:lnTo>
                    <a:pt x="539534" y="573836"/>
                  </a:lnTo>
                  <a:lnTo>
                    <a:pt x="549719" y="575894"/>
                  </a:lnTo>
                  <a:lnTo>
                    <a:pt x="559917" y="573836"/>
                  </a:lnTo>
                  <a:lnTo>
                    <a:pt x="568236" y="568236"/>
                  </a:lnTo>
                  <a:lnTo>
                    <a:pt x="573849" y="559904"/>
                  </a:lnTo>
                  <a:lnTo>
                    <a:pt x="575906" y="549719"/>
                  </a:lnTo>
                  <a:close/>
                </a:path>
                <a:path w="575944" h="1885314">
                  <a:moveTo>
                    <a:pt x="575906" y="287947"/>
                  </a:moveTo>
                  <a:lnTo>
                    <a:pt x="573849" y="277761"/>
                  </a:lnTo>
                  <a:lnTo>
                    <a:pt x="568236" y="269443"/>
                  </a:lnTo>
                  <a:lnTo>
                    <a:pt x="559917" y="263829"/>
                  </a:lnTo>
                  <a:lnTo>
                    <a:pt x="549719" y="261772"/>
                  </a:lnTo>
                  <a:lnTo>
                    <a:pt x="539534" y="263829"/>
                  </a:lnTo>
                  <a:lnTo>
                    <a:pt x="531215" y="269443"/>
                  </a:lnTo>
                  <a:lnTo>
                    <a:pt x="525602" y="277761"/>
                  </a:lnTo>
                  <a:lnTo>
                    <a:pt x="523544" y="287947"/>
                  </a:lnTo>
                  <a:lnTo>
                    <a:pt x="525602" y="298145"/>
                  </a:lnTo>
                  <a:lnTo>
                    <a:pt x="531215" y="306463"/>
                  </a:lnTo>
                  <a:lnTo>
                    <a:pt x="539534" y="312064"/>
                  </a:lnTo>
                  <a:lnTo>
                    <a:pt x="549719" y="314121"/>
                  </a:lnTo>
                  <a:lnTo>
                    <a:pt x="559917" y="312064"/>
                  </a:lnTo>
                  <a:lnTo>
                    <a:pt x="568236" y="306463"/>
                  </a:lnTo>
                  <a:lnTo>
                    <a:pt x="573849" y="298145"/>
                  </a:lnTo>
                  <a:lnTo>
                    <a:pt x="575906" y="287947"/>
                  </a:lnTo>
                  <a:close/>
                </a:path>
                <a:path w="575944" h="1885314">
                  <a:moveTo>
                    <a:pt x="575906" y="26174"/>
                  </a:moveTo>
                  <a:lnTo>
                    <a:pt x="573849" y="15989"/>
                  </a:lnTo>
                  <a:lnTo>
                    <a:pt x="568236" y="7670"/>
                  </a:lnTo>
                  <a:lnTo>
                    <a:pt x="559917" y="2057"/>
                  </a:lnTo>
                  <a:lnTo>
                    <a:pt x="549719" y="0"/>
                  </a:lnTo>
                  <a:lnTo>
                    <a:pt x="539534" y="2057"/>
                  </a:lnTo>
                  <a:lnTo>
                    <a:pt x="531215" y="7670"/>
                  </a:lnTo>
                  <a:lnTo>
                    <a:pt x="525602" y="15989"/>
                  </a:lnTo>
                  <a:lnTo>
                    <a:pt x="523544" y="26174"/>
                  </a:lnTo>
                  <a:lnTo>
                    <a:pt x="525602" y="36372"/>
                  </a:lnTo>
                  <a:lnTo>
                    <a:pt x="531215" y="44691"/>
                  </a:lnTo>
                  <a:lnTo>
                    <a:pt x="539534" y="50292"/>
                  </a:lnTo>
                  <a:lnTo>
                    <a:pt x="549719" y="52349"/>
                  </a:lnTo>
                  <a:lnTo>
                    <a:pt x="559917" y="50292"/>
                  </a:lnTo>
                  <a:lnTo>
                    <a:pt x="568236" y="44691"/>
                  </a:lnTo>
                  <a:lnTo>
                    <a:pt x="573849" y="36372"/>
                  </a:lnTo>
                  <a:lnTo>
                    <a:pt x="575906" y="26174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>
              <a:alphaModFix amt="35000"/>
            </a:blip>
            <a:stretch>
              <a:fillRect/>
            </a:stretch>
          </p:blipFill>
          <p:spPr>
            <a:xfrm>
              <a:off x="0" y="3560101"/>
              <a:ext cx="11821629" cy="774845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774745" y="5654278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0328275" cy="1533525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TEC DEV. SISTEMAS</a:t>
            </a:r>
            <a:endParaRPr sz="4950" dirty="0">
              <a:latin typeface="Montserrat ExtraBold"/>
              <a:cs typeface="Montserrat ExtraBold"/>
            </a:endParaRPr>
          </a:p>
          <a:p>
            <a:pPr marL="12700">
              <a:lnSpc>
                <a:spcPts val="5940"/>
              </a:lnSpc>
            </a:pPr>
            <a:r>
              <a:rPr lang="pt-BR" sz="4950" b="0" spc="-25" dirty="0">
                <a:latin typeface="Montserrat"/>
                <a:cs typeface="Montserrat"/>
              </a:rPr>
              <a:t>MERCADO x MODALIDADE</a:t>
            </a:r>
            <a:endParaRPr sz="4950" dirty="0">
              <a:latin typeface="Montserrat"/>
              <a:cs typeface="Montserra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332678" y="6086775"/>
            <a:ext cx="6158865" cy="2032929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584200" marR="5080" indent="-571500">
              <a:lnSpc>
                <a:spcPts val="2870"/>
              </a:lnSpc>
              <a:spcBef>
                <a:spcPts val="190"/>
              </a:spcBef>
              <a:buFont typeface="Arial" panose="020B0604020202020204" pitchFamily="34" charset="0"/>
              <a:buChar char="•"/>
            </a:pPr>
            <a:r>
              <a:rPr lang="pt-BR" sz="4400" spc="-20" dirty="0">
                <a:solidFill>
                  <a:srgbClr val="E21013"/>
                </a:solidFill>
                <a:latin typeface="Montserrat"/>
                <a:cs typeface="Montserrat"/>
              </a:rPr>
              <a:t>Indústria</a:t>
            </a:r>
          </a:p>
          <a:p>
            <a:pPr marL="584200" marR="5080" indent="-571500">
              <a:lnSpc>
                <a:spcPts val="2870"/>
              </a:lnSpc>
              <a:spcBef>
                <a:spcPts val="190"/>
              </a:spcBef>
              <a:buFont typeface="Arial" panose="020B0604020202020204" pitchFamily="34" charset="0"/>
              <a:buChar char="•"/>
            </a:pPr>
            <a:endParaRPr lang="pt-BR" sz="4400" spc="-20" dirty="0">
              <a:solidFill>
                <a:srgbClr val="4D4D4D"/>
              </a:solidFill>
              <a:latin typeface="Montserrat"/>
              <a:cs typeface="Montserrat"/>
            </a:endParaRPr>
          </a:p>
          <a:p>
            <a:pPr marL="584200" marR="5080" indent="-571500">
              <a:lnSpc>
                <a:spcPts val="2870"/>
              </a:lnSpc>
              <a:spcBef>
                <a:spcPts val="190"/>
              </a:spcBef>
              <a:buFont typeface="Arial" panose="020B0604020202020204" pitchFamily="34" charset="0"/>
              <a:buChar char="•"/>
            </a:pPr>
            <a:r>
              <a:rPr lang="pt-BR" sz="4400" spc="-20" dirty="0">
                <a:solidFill>
                  <a:srgbClr val="4D4D4D"/>
                </a:solidFill>
                <a:latin typeface="Montserrat"/>
                <a:cs typeface="Montserrat"/>
              </a:rPr>
              <a:t>Comércio</a:t>
            </a:r>
          </a:p>
          <a:p>
            <a:pPr marL="584200" marR="5080" indent="-571500">
              <a:lnSpc>
                <a:spcPts val="2870"/>
              </a:lnSpc>
              <a:spcBef>
                <a:spcPts val="190"/>
              </a:spcBef>
              <a:buFont typeface="Arial" panose="020B0604020202020204" pitchFamily="34" charset="0"/>
              <a:buChar char="•"/>
            </a:pPr>
            <a:endParaRPr lang="pt-BR" sz="4400" spc="-20" dirty="0">
              <a:solidFill>
                <a:srgbClr val="4D4D4D"/>
              </a:solidFill>
              <a:latin typeface="Montserrat"/>
              <a:cs typeface="Montserrat"/>
            </a:endParaRPr>
          </a:p>
          <a:p>
            <a:pPr marL="584200" marR="5080" indent="-571500">
              <a:lnSpc>
                <a:spcPts val="2870"/>
              </a:lnSpc>
              <a:spcBef>
                <a:spcPts val="190"/>
              </a:spcBef>
              <a:buFont typeface="Arial" panose="020B0604020202020204" pitchFamily="34" charset="0"/>
              <a:buChar char="•"/>
            </a:pPr>
            <a:r>
              <a:rPr lang="pt-BR" sz="4400" spc="-20" dirty="0">
                <a:solidFill>
                  <a:srgbClr val="4D4D4D"/>
                </a:solidFill>
                <a:latin typeface="Montserrat"/>
                <a:cs typeface="Montserrat"/>
              </a:rPr>
              <a:t>Serviços</a:t>
            </a:r>
            <a:endParaRPr sz="4400" dirty="0">
              <a:latin typeface="Montserrat"/>
              <a:cs typeface="Montserra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332678" y="4098774"/>
            <a:ext cx="4194810" cy="11047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b="0" spc="15" dirty="0">
                <a:solidFill>
                  <a:srgbClr val="333333"/>
                </a:solidFill>
                <a:latin typeface="Montserrat Light"/>
                <a:cs typeface="Montserrat Light"/>
              </a:rPr>
              <a:t>SETORES</a:t>
            </a:r>
            <a:r>
              <a:rPr sz="3600" b="0" spc="95" dirty="0">
                <a:solidFill>
                  <a:srgbClr val="333333"/>
                </a:solidFill>
                <a:latin typeface="Montserrat Light"/>
                <a:cs typeface="Montserrat Light"/>
              </a:rPr>
              <a:t> </a:t>
            </a:r>
            <a:r>
              <a:rPr lang="pt-BR"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PRODUTIVOS</a:t>
            </a:r>
            <a:endParaRPr sz="3600" dirty="0">
              <a:latin typeface="Montserrat ExtraBold"/>
              <a:cs typeface="Montserrat ExtraBold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89CABCF-DFD1-28D8-460D-385C1EBFFD86}"/>
              </a:ext>
            </a:extLst>
          </p:cNvPr>
          <p:cNvSpPr txBox="1"/>
          <p:nvPr/>
        </p:nvSpPr>
        <p:spPr>
          <a:xfrm>
            <a:off x="1593850" y="4206875"/>
            <a:ext cx="4626716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250" indent="-857250">
              <a:buFont typeface="Arial" panose="020B0604020202020204" pitchFamily="34" charset="0"/>
              <a:buChar char="•"/>
            </a:pPr>
            <a:r>
              <a:rPr lang="pt-BR" sz="6600" b="1" dirty="0"/>
              <a:t>Presencial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pt-BR" sz="6600" b="1" dirty="0"/>
              <a:t>Remoto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pt-BR" sz="6600" b="1" dirty="0"/>
              <a:t>Misto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172AA-AA8E-0A4D-1CC8-799AC78A0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D778D05-D2F7-2141-D422-D039A2EE94C0}"/>
              </a:ext>
            </a:extLst>
          </p:cNvPr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 u="sng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E975FC9-237D-222A-FA1A-C8CDDBC8B8D0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3AF29CD-7939-EA83-B1BE-73DD7C0E9CBB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1632601-C596-8B40-C3F2-D53EB5DB790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78C38A7-51D4-2CCF-16AB-2E3DA456D701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8E345AB-29A2-E84C-D4A1-58D0F5BFB2B8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F2F57F1-F907-F304-F085-6BAD47191C73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6ED92425-6B1B-BF19-2585-A2AD9280463F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1E9CFC39-72D8-BA91-F8A9-04BA29707534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0C68D050-4375-3BAF-4638-277269ED38AA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73AF8F96-5737-424A-BF03-D0751A25E855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2683B420-79DB-6C7A-2A9B-3664FE0AAD54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58B74367-442C-C062-8C7E-F4B63B181ABE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2D291FED-48DD-832E-164B-3E3171DD9312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748FAF61-D0DA-AA61-152A-D9FF5FC78222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368B3CE4-321F-F472-CED5-5F7BDA68A416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76443CB9-136C-D186-C3E3-7775EB45D8B3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284FCE8E-9C29-2716-85F7-A5070170456C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76CB6354-BFB6-3995-E45E-264DBF943718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53CBA50A-217D-09EE-AF4A-3813B29D8732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6A980AA8-073D-4B65-8ADB-426A63883752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6BDBC83D-6CB7-58F1-F238-4A93B007B1A9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665409E7-C91C-1ED7-8F7F-CEF33C54C652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D8E5C945-E29C-F331-B42E-3767E0791B49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003FDAAD-E090-7877-F4A4-205CCC802FFE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1F8A9CF9-6994-4FB7-4461-EBA1839241A4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E21B4FB5-6D6E-51B3-9542-0530FEE9C900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56E794A6-9F25-55DC-4091-D42C90C469A8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D1C85ACB-74B3-3E4B-DF82-A94AD727FC71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20ED15DE-A2C5-CEBB-547C-33DEE75AD1F9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2" name="object 32">
            <a:extLst>
              <a:ext uri="{FF2B5EF4-FFF2-40B4-BE49-F238E27FC236}">
                <a16:creationId xmlns:a16="http://schemas.microsoft.com/office/drawing/2014/main" id="{DDF14E68-1607-7825-FEA2-DB844C853783}"/>
              </a:ext>
            </a:extLst>
          </p:cNvPr>
          <p:cNvGrpSpPr/>
          <p:nvPr/>
        </p:nvGrpSpPr>
        <p:grpSpPr>
          <a:xfrm>
            <a:off x="1047088" y="3560100"/>
            <a:ext cx="19057620" cy="7068184"/>
            <a:chOff x="1047088" y="3560100"/>
            <a:chExt cx="19057620" cy="7068184"/>
          </a:xfrm>
        </p:grpSpPr>
        <p:pic>
          <p:nvPicPr>
            <p:cNvPr id="33" name="object 33">
              <a:extLst>
                <a:ext uri="{FF2B5EF4-FFF2-40B4-BE49-F238E27FC236}">
                  <a16:creationId xmlns:a16="http://schemas.microsoft.com/office/drawing/2014/main" id="{BD5CD97E-2D89-427A-B2EF-C362D03EB23E}"/>
                </a:ext>
              </a:extLst>
            </p:cNvPr>
            <p:cNvPicPr/>
            <p:nvPr/>
          </p:nvPicPr>
          <p:blipFill>
            <a:blip r:embed="rId2" cstate="print">
              <a:alphaModFix amt="20000"/>
            </a:blip>
            <a:stretch>
              <a:fillRect/>
            </a:stretch>
          </p:blipFill>
          <p:spPr>
            <a:xfrm>
              <a:off x="1047088" y="3560100"/>
              <a:ext cx="19057011" cy="6020759"/>
            </a:xfrm>
            <a:prstGeom prst="rect">
              <a:avLst/>
            </a:prstGeom>
          </p:spPr>
        </p:pic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DFE5706E-C298-CC51-69D6-959913311C59}"/>
                </a:ext>
              </a:extLst>
            </p:cNvPr>
            <p:cNvSpPr/>
            <p:nvPr/>
          </p:nvSpPr>
          <p:spPr>
            <a:xfrm>
              <a:off x="1570632" y="9057315"/>
              <a:ext cx="0" cy="1570990"/>
            </a:xfrm>
            <a:custGeom>
              <a:avLst/>
              <a:gdLst/>
              <a:ahLst/>
              <a:cxnLst/>
              <a:rect l="l" t="t" r="r" b="b"/>
              <a:pathLst>
                <a:path h="1570990">
                  <a:moveTo>
                    <a:pt x="0" y="0"/>
                  </a:moveTo>
                  <a:lnTo>
                    <a:pt x="0" y="1570632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>
            <a:extLst>
              <a:ext uri="{FF2B5EF4-FFF2-40B4-BE49-F238E27FC236}">
                <a16:creationId xmlns:a16="http://schemas.microsoft.com/office/drawing/2014/main" id="{FCFBA174-4852-026A-AFF4-F56CEE0D881D}"/>
              </a:ext>
            </a:extLst>
          </p:cNvPr>
          <p:cNvSpPr txBox="1"/>
          <p:nvPr/>
        </p:nvSpPr>
        <p:spPr>
          <a:xfrm>
            <a:off x="2081476" y="9829517"/>
            <a:ext cx="7970573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3300" b="1" spc="-5" dirty="0">
                <a:solidFill>
                  <a:srgbClr val="F1F1F1"/>
                </a:solidFill>
                <a:latin typeface="Montserrat ExtraBold"/>
                <a:cs typeface="Montserrat ExtraBold"/>
              </a:rPr>
              <a:t>Quanto ganha em Média (Júnior)</a:t>
            </a:r>
            <a:endParaRPr sz="3300" dirty="0">
              <a:latin typeface="Montserrat ExtraBold"/>
              <a:cs typeface="Montserrat ExtraBold"/>
            </a:endParaRPr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E7479C5F-5154-2204-5EA7-7FB7763683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0328275" cy="1533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1F1F1"/>
                </a:solidFill>
                <a:latin typeface="Montserrat ExtraBold"/>
                <a:cs typeface="Montserrat ExtraBold"/>
              </a:rPr>
              <a:t>TEC DEV. SISTEMAS</a:t>
            </a:r>
            <a:endParaRPr sz="4950" dirty="0">
              <a:latin typeface="Montserrat ExtraBold"/>
              <a:cs typeface="Montserrat ExtraBold"/>
            </a:endParaRPr>
          </a:p>
          <a:p>
            <a:pPr marL="12700">
              <a:lnSpc>
                <a:spcPts val="5940"/>
              </a:lnSpc>
            </a:pPr>
            <a:r>
              <a:rPr lang="pt-BR" sz="4950" b="0" spc="-25" dirty="0">
                <a:solidFill>
                  <a:srgbClr val="F1F1F1"/>
                </a:solidFill>
                <a:latin typeface="Montserrat"/>
                <a:cs typeface="Montserrat"/>
              </a:rPr>
              <a:t>REMUNERAÇÃO - 2026</a:t>
            </a:r>
            <a:endParaRPr sz="4950" dirty="0">
              <a:latin typeface="Montserrat"/>
              <a:cs typeface="Montserrat"/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BC7E531B-81F7-79FE-AED8-F0927C2DF0A5}"/>
              </a:ext>
            </a:extLst>
          </p:cNvPr>
          <p:cNvSpPr txBox="1"/>
          <p:nvPr/>
        </p:nvSpPr>
        <p:spPr>
          <a:xfrm>
            <a:off x="1898650" y="4600555"/>
            <a:ext cx="1777895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Programador – R$ 3000 a R$ 6000</a:t>
            </a:r>
          </a:p>
          <a:p>
            <a:r>
              <a:rPr lang="pt-BR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Testador, QA. – R$ 2.500 a R$ 3.500</a:t>
            </a:r>
          </a:p>
          <a:p>
            <a:r>
              <a:rPr lang="pt-BR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Suporte técnico – R$ 2.500 a R$ 3.500</a:t>
            </a:r>
          </a:p>
          <a:p>
            <a:r>
              <a:rPr lang="pt-BR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Téc. Implantação Nuvem – R$ 3500 a R$ 6000</a:t>
            </a:r>
          </a:p>
        </p:txBody>
      </p:sp>
    </p:spTree>
    <p:extLst>
      <p:ext uri="{BB962C8B-B14F-4D97-AF65-F5344CB8AC3E}">
        <p14:creationId xmlns:p14="http://schemas.microsoft.com/office/powerpoint/2010/main" val="1989053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B57C7-7833-D7C0-67CD-B48FA8D8E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E7B3EDF-D1FD-5F45-5BA9-34337D197682}"/>
              </a:ext>
            </a:extLst>
          </p:cNvPr>
          <p:cNvSpPr/>
          <p:nvPr/>
        </p:nvSpPr>
        <p:spPr>
          <a:xfrm>
            <a:off x="0" y="0"/>
            <a:ext cx="20104100" cy="8167370"/>
          </a:xfrm>
          <a:custGeom>
            <a:avLst/>
            <a:gdLst/>
            <a:ahLst/>
            <a:cxnLst/>
            <a:rect l="l" t="t" r="r" b="b"/>
            <a:pathLst>
              <a:path w="20104100" h="8167370">
                <a:moveTo>
                  <a:pt x="0" y="8167290"/>
                </a:moveTo>
                <a:lnTo>
                  <a:pt x="20104099" y="8167290"/>
                </a:lnTo>
                <a:lnTo>
                  <a:pt x="20104099" y="0"/>
                </a:lnTo>
                <a:lnTo>
                  <a:pt x="0" y="0"/>
                </a:lnTo>
                <a:lnTo>
                  <a:pt x="0" y="816729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A46EC5A1-9E35-6CD0-DFFB-93BA83C47D0E}"/>
              </a:ext>
            </a:extLst>
          </p:cNvPr>
          <p:cNvGrpSpPr/>
          <p:nvPr/>
        </p:nvGrpSpPr>
        <p:grpSpPr>
          <a:xfrm>
            <a:off x="15573260" y="727839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0B0588A-DD5C-9686-2F6F-F9C108BAD7F8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50C3FA7-9B83-8C05-F591-C3D9A1C3698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C8250DF1-6B9F-3304-2F09-73C9B40FDCD7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00021341-22C5-6874-5C87-1A2761B16C20}"/>
              </a:ext>
            </a:extLst>
          </p:cNvPr>
          <p:cNvGrpSpPr/>
          <p:nvPr/>
        </p:nvGrpSpPr>
        <p:grpSpPr>
          <a:xfrm>
            <a:off x="0" y="2774784"/>
            <a:ext cx="20104100" cy="8534400"/>
            <a:chOff x="0" y="2774784"/>
            <a:chExt cx="20104100" cy="8534400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85C67F3F-B959-5128-41EB-43FFF85963E1}"/>
                </a:ext>
              </a:extLst>
            </p:cNvPr>
            <p:cNvSpPr/>
            <p:nvPr/>
          </p:nvSpPr>
          <p:spPr>
            <a:xfrm>
              <a:off x="0" y="8167290"/>
              <a:ext cx="20104100" cy="2984500"/>
            </a:xfrm>
            <a:custGeom>
              <a:avLst/>
              <a:gdLst/>
              <a:ahLst/>
              <a:cxnLst/>
              <a:rect l="l" t="t" r="r" b="b"/>
              <a:pathLst>
                <a:path w="20104100" h="2984500">
                  <a:moveTo>
                    <a:pt x="0" y="2984202"/>
                  </a:moveTo>
                  <a:lnTo>
                    <a:pt x="20104099" y="2984202"/>
                  </a:lnTo>
                  <a:lnTo>
                    <a:pt x="20104099" y="0"/>
                  </a:lnTo>
                  <a:lnTo>
                    <a:pt x="0" y="0"/>
                  </a:lnTo>
                  <a:lnTo>
                    <a:pt x="0" y="2984202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8EDC8649-F172-1D7B-F462-28FC044AF48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36313" y="2774784"/>
              <a:ext cx="8806014" cy="8533771"/>
            </a:xfrm>
            <a:prstGeom prst="rect">
              <a:avLst/>
            </a:prstGeom>
          </p:spPr>
        </p:pic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69647F7E-0D55-1349-CA17-436BAE7E5EC4}"/>
                </a:ext>
              </a:extLst>
            </p:cNvPr>
            <p:cNvSpPr/>
            <p:nvPr/>
          </p:nvSpPr>
          <p:spPr>
            <a:xfrm>
              <a:off x="11821838" y="3560101"/>
              <a:ext cx="7235190" cy="7591425"/>
            </a:xfrm>
            <a:custGeom>
              <a:avLst/>
              <a:gdLst/>
              <a:ahLst/>
              <a:cxnLst/>
              <a:rect l="l" t="t" r="r" b="b"/>
              <a:pathLst>
                <a:path w="7235190" h="7591425">
                  <a:moveTo>
                    <a:pt x="0" y="7591391"/>
                  </a:moveTo>
                  <a:lnTo>
                    <a:pt x="7235172" y="7591391"/>
                  </a:lnTo>
                  <a:lnTo>
                    <a:pt x="7235172" y="0"/>
                  </a:lnTo>
                  <a:lnTo>
                    <a:pt x="0" y="0"/>
                  </a:lnTo>
                  <a:lnTo>
                    <a:pt x="0" y="759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EF396154-4A0B-9009-C61F-A12412553FCF}"/>
                </a:ext>
              </a:extLst>
            </p:cNvPr>
            <p:cNvSpPr/>
            <p:nvPr/>
          </p:nvSpPr>
          <p:spPr>
            <a:xfrm>
              <a:off x="19266420" y="3560108"/>
              <a:ext cx="575945" cy="1885314"/>
            </a:xfrm>
            <a:custGeom>
              <a:avLst/>
              <a:gdLst/>
              <a:ahLst/>
              <a:cxnLst/>
              <a:rect l="l" t="t" r="r" b="b"/>
              <a:pathLst>
                <a:path w="575944" h="1885314">
                  <a:moveTo>
                    <a:pt x="52362" y="1858581"/>
                  </a:moveTo>
                  <a:lnTo>
                    <a:pt x="50304" y="1848396"/>
                  </a:lnTo>
                  <a:lnTo>
                    <a:pt x="44691" y="1840064"/>
                  </a:lnTo>
                  <a:lnTo>
                    <a:pt x="36372" y="1834464"/>
                  </a:lnTo>
                  <a:lnTo>
                    <a:pt x="26174" y="1832406"/>
                  </a:lnTo>
                  <a:lnTo>
                    <a:pt x="15989" y="1834464"/>
                  </a:lnTo>
                  <a:lnTo>
                    <a:pt x="7670" y="1840064"/>
                  </a:lnTo>
                  <a:lnTo>
                    <a:pt x="2057" y="1848396"/>
                  </a:lnTo>
                  <a:lnTo>
                    <a:pt x="0" y="1858581"/>
                  </a:lnTo>
                  <a:lnTo>
                    <a:pt x="2057" y="1868766"/>
                  </a:lnTo>
                  <a:lnTo>
                    <a:pt x="7670" y="1877098"/>
                  </a:lnTo>
                  <a:lnTo>
                    <a:pt x="15989" y="1882698"/>
                  </a:lnTo>
                  <a:lnTo>
                    <a:pt x="26174" y="1884756"/>
                  </a:lnTo>
                  <a:lnTo>
                    <a:pt x="36372" y="1882698"/>
                  </a:lnTo>
                  <a:lnTo>
                    <a:pt x="44691" y="1877098"/>
                  </a:lnTo>
                  <a:lnTo>
                    <a:pt x="50304" y="1868766"/>
                  </a:lnTo>
                  <a:lnTo>
                    <a:pt x="52362" y="1858581"/>
                  </a:lnTo>
                  <a:close/>
                </a:path>
                <a:path w="575944" h="1885314">
                  <a:moveTo>
                    <a:pt x="52362" y="1596809"/>
                  </a:moveTo>
                  <a:lnTo>
                    <a:pt x="50304" y="1586623"/>
                  </a:lnTo>
                  <a:lnTo>
                    <a:pt x="44691" y="1578292"/>
                  </a:lnTo>
                  <a:lnTo>
                    <a:pt x="36372" y="1572691"/>
                  </a:lnTo>
                  <a:lnTo>
                    <a:pt x="26174" y="1570634"/>
                  </a:lnTo>
                  <a:lnTo>
                    <a:pt x="15989" y="1572691"/>
                  </a:lnTo>
                  <a:lnTo>
                    <a:pt x="7670" y="1578292"/>
                  </a:lnTo>
                  <a:lnTo>
                    <a:pt x="2057" y="1586623"/>
                  </a:lnTo>
                  <a:lnTo>
                    <a:pt x="0" y="1596809"/>
                  </a:lnTo>
                  <a:lnTo>
                    <a:pt x="2057" y="1606994"/>
                  </a:lnTo>
                  <a:lnTo>
                    <a:pt x="7670" y="1615325"/>
                  </a:lnTo>
                  <a:lnTo>
                    <a:pt x="15989" y="1620926"/>
                  </a:lnTo>
                  <a:lnTo>
                    <a:pt x="26174" y="1622983"/>
                  </a:lnTo>
                  <a:lnTo>
                    <a:pt x="36372" y="1620926"/>
                  </a:lnTo>
                  <a:lnTo>
                    <a:pt x="44691" y="1615325"/>
                  </a:lnTo>
                  <a:lnTo>
                    <a:pt x="50304" y="1606994"/>
                  </a:lnTo>
                  <a:lnTo>
                    <a:pt x="52362" y="1596809"/>
                  </a:lnTo>
                  <a:close/>
                </a:path>
                <a:path w="575944" h="1885314">
                  <a:moveTo>
                    <a:pt x="52362" y="1335036"/>
                  </a:moveTo>
                  <a:lnTo>
                    <a:pt x="50304" y="1324851"/>
                  </a:lnTo>
                  <a:lnTo>
                    <a:pt x="44691" y="1316520"/>
                  </a:lnTo>
                  <a:lnTo>
                    <a:pt x="36372" y="1310919"/>
                  </a:lnTo>
                  <a:lnTo>
                    <a:pt x="26174" y="1308862"/>
                  </a:lnTo>
                  <a:lnTo>
                    <a:pt x="15989" y="1310919"/>
                  </a:lnTo>
                  <a:lnTo>
                    <a:pt x="7670" y="1316520"/>
                  </a:lnTo>
                  <a:lnTo>
                    <a:pt x="2057" y="1324851"/>
                  </a:lnTo>
                  <a:lnTo>
                    <a:pt x="0" y="1335036"/>
                  </a:lnTo>
                  <a:lnTo>
                    <a:pt x="2057" y="1345222"/>
                  </a:lnTo>
                  <a:lnTo>
                    <a:pt x="7670" y="1353553"/>
                  </a:lnTo>
                  <a:lnTo>
                    <a:pt x="15989" y="1359154"/>
                  </a:lnTo>
                  <a:lnTo>
                    <a:pt x="26174" y="1361211"/>
                  </a:lnTo>
                  <a:lnTo>
                    <a:pt x="36372" y="1359154"/>
                  </a:lnTo>
                  <a:lnTo>
                    <a:pt x="44691" y="1353553"/>
                  </a:lnTo>
                  <a:lnTo>
                    <a:pt x="50304" y="1345222"/>
                  </a:lnTo>
                  <a:lnTo>
                    <a:pt x="52362" y="1335036"/>
                  </a:lnTo>
                  <a:close/>
                </a:path>
                <a:path w="575944" h="1885314">
                  <a:moveTo>
                    <a:pt x="52362" y="1073264"/>
                  </a:moveTo>
                  <a:lnTo>
                    <a:pt x="50304" y="1063078"/>
                  </a:lnTo>
                  <a:lnTo>
                    <a:pt x="44691" y="1054747"/>
                  </a:lnTo>
                  <a:lnTo>
                    <a:pt x="36372" y="1049147"/>
                  </a:lnTo>
                  <a:lnTo>
                    <a:pt x="26174" y="1047089"/>
                  </a:lnTo>
                  <a:lnTo>
                    <a:pt x="15989" y="1049147"/>
                  </a:lnTo>
                  <a:lnTo>
                    <a:pt x="7670" y="1054747"/>
                  </a:lnTo>
                  <a:lnTo>
                    <a:pt x="2057" y="1063078"/>
                  </a:lnTo>
                  <a:lnTo>
                    <a:pt x="0" y="1073264"/>
                  </a:lnTo>
                  <a:lnTo>
                    <a:pt x="2057" y="1083449"/>
                  </a:lnTo>
                  <a:lnTo>
                    <a:pt x="7670" y="1091780"/>
                  </a:lnTo>
                  <a:lnTo>
                    <a:pt x="15989" y="1097381"/>
                  </a:lnTo>
                  <a:lnTo>
                    <a:pt x="26174" y="1099439"/>
                  </a:lnTo>
                  <a:lnTo>
                    <a:pt x="36372" y="1097381"/>
                  </a:lnTo>
                  <a:lnTo>
                    <a:pt x="44691" y="1091780"/>
                  </a:lnTo>
                  <a:lnTo>
                    <a:pt x="50304" y="1083449"/>
                  </a:lnTo>
                  <a:lnTo>
                    <a:pt x="52362" y="1073264"/>
                  </a:lnTo>
                  <a:close/>
                </a:path>
                <a:path w="575944" h="1885314">
                  <a:moveTo>
                    <a:pt x="52362" y="811491"/>
                  </a:moveTo>
                  <a:lnTo>
                    <a:pt x="50304" y="801306"/>
                  </a:lnTo>
                  <a:lnTo>
                    <a:pt x="44691" y="792975"/>
                  </a:lnTo>
                  <a:lnTo>
                    <a:pt x="36372" y="787374"/>
                  </a:lnTo>
                  <a:lnTo>
                    <a:pt x="26174" y="785317"/>
                  </a:lnTo>
                  <a:lnTo>
                    <a:pt x="15989" y="787374"/>
                  </a:lnTo>
                  <a:lnTo>
                    <a:pt x="7670" y="792975"/>
                  </a:lnTo>
                  <a:lnTo>
                    <a:pt x="2057" y="801306"/>
                  </a:lnTo>
                  <a:lnTo>
                    <a:pt x="0" y="811491"/>
                  </a:lnTo>
                  <a:lnTo>
                    <a:pt x="2057" y="821677"/>
                  </a:lnTo>
                  <a:lnTo>
                    <a:pt x="7670" y="830008"/>
                  </a:lnTo>
                  <a:lnTo>
                    <a:pt x="15989" y="835609"/>
                  </a:lnTo>
                  <a:lnTo>
                    <a:pt x="26174" y="837666"/>
                  </a:lnTo>
                  <a:lnTo>
                    <a:pt x="36372" y="835609"/>
                  </a:lnTo>
                  <a:lnTo>
                    <a:pt x="44691" y="830008"/>
                  </a:lnTo>
                  <a:lnTo>
                    <a:pt x="50304" y="821677"/>
                  </a:lnTo>
                  <a:lnTo>
                    <a:pt x="52362" y="811491"/>
                  </a:lnTo>
                  <a:close/>
                </a:path>
                <a:path w="575944" h="1885314">
                  <a:moveTo>
                    <a:pt x="52362" y="549719"/>
                  </a:moveTo>
                  <a:lnTo>
                    <a:pt x="50304" y="539534"/>
                  </a:lnTo>
                  <a:lnTo>
                    <a:pt x="44691" y="531202"/>
                  </a:lnTo>
                  <a:lnTo>
                    <a:pt x="36372" y="525602"/>
                  </a:lnTo>
                  <a:lnTo>
                    <a:pt x="26174" y="523544"/>
                  </a:lnTo>
                  <a:lnTo>
                    <a:pt x="15989" y="525602"/>
                  </a:lnTo>
                  <a:lnTo>
                    <a:pt x="7670" y="531202"/>
                  </a:lnTo>
                  <a:lnTo>
                    <a:pt x="2057" y="539534"/>
                  </a:lnTo>
                  <a:lnTo>
                    <a:pt x="0" y="549719"/>
                  </a:lnTo>
                  <a:lnTo>
                    <a:pt x="2057" y="559904"/>
                  </a:lnTo>
                  <a:lnTo>
                    <a:pt x="7670" y="568236"/>
                  </a:lnTo>
                  <a:lnTo>
                    <a:pt x="15989" y="573836"/>
                  </a:lnTo>
                  <a:lnTo>
                    <a:pt x="26174" y="575894"/>
                  </a:lnTo>
                  <a:lnTo>
                    <a:pt x="36372" y="573836"/>
                  </a:lnTo>
                  <a:lnTo>
                    <a:pt x="44691" y="568236"/>
                  </a:lnTo>
                  <a:lnTo>
                    <a:pt x="50304" y="559904"/>
                  </a:lnTo>
                  <a:lnTo>
                    <a:pt x="52362" y="549719"/>
                  </a:lnTo>
                  <a:close/>
                </a:path>
                <a:path w="575944" h="1885314">
                  <a:moveTo>
                    <a:pt x="52362" y="287947"/>
                  </a:moveTo>
                  <a:lnTo>
                    <a:pt x="50304" y="277761"/>
                  </a:lnTo>
                  <a:lnTo>
                    <a:pt x="44691" y="269443"/>
                  </a:lnTo>
                  <a:lnTo>
                    <a:pt x="36372" y="263829"/>
                  </a:lnTo>
                  <a:lnTo>
                    <a:pt x="26174" y="261772"/>
                  </a:lnTo>
                  <a:lnTo>
                    <a:pt x="15989" y="263829"/>
                  </a:lnTo>
                  <a:lnTo>
                    <a:pt x="7670" y="269443"/>
                  </a:lnTo>
                  <a:lnTo>
                    <a:pt x="2057" y="277761"/>
                  </a:lnTo>
                  <a:lnTo>
                    <a:pt x="0" y="287947"/>
                  </a:lnTo>
                  <a:lnTo>
                    <a:pt x="2057" y="298145"/>
                  </a:lnTo>
                  <a:lnTo>
                    <a:pt x="7670" y="306463"/>
                  </a:lnTo>
                  <a:lnTo>
                    <a:pt x="15989" y="312064"/>
                  </a:lnTo>
                  <a:lnTo>
                    <a:pt x="26174" y="314121"/>
                  </a:lnTo>
                  <a:lnTo>
                    <a:pt x="36372" y="312064"/>
                  </a:lnTo>
                  <a:lnTo>
                    <a:pt x="44691" y="306463"/>
                  </a:lnTo>
                  <a:lnTo>
                    <a:pt x="50304" y="298145"/>
                  </a:lnTo>
                  <a:lnTo>
                    <a:pt x="52362" y="287947"/>
                  </a:lnTo>
                  <a:close/>
                </a:path>
                <a:path w="575944" h="1885314">
                  <a:moveTo>
                    <a:pt x="52362" y="26174"/>
                  </a:moveTo>
                  <a:lnTo>
                    <a:pt x="50304" y="15989"/>
                  </a:lnTo>
                  <a:lnTo>
                    <a:pt x="44691" y="7670"/>
                  </a:lnTo>
                  <a:lnTo>
                    <a:pt x="36372" y="2057"/>
                  </a:lnTo>
                  <a:lnTo>
                    <a:pt x="26174" y="0"/>
                  </a:lnTo>
                  <a:lnTo>
                    <a:pt x="15989" y="2057"/>
                  </a:lnTo>
                  <a:lnTo>
                    <a:pt x="7670" y="7670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72"/>
                  </a:lnTo>
                  <a:lnTo>
                    <a:pt x="7670" y="44691"/>
                  </a:lnTo>
                  <a:lnTo>
                    <a:pt x="15989" y="50292"/>
                  </a:lnTo>
                  <a:lnTo>
                    <a:pt x="26174" y="52349"/>
                  </a:lnTo>
                  <a:lnTo>
                    <a:pt x="36372" y="50292"/>
                  </a:lnTo>
                  <a:lnTo>
                    <a:pt x="44691" y="44691"/>
                  </a:lnTo>
                  <a:lnTo>
                    <a:pt x="50304" y="36372"/>
                  </a:lnTo>
                  <a:lnTo>
                    <a:pt x="52362" y="26174"/>
                  </a:lnTo>
                  <a:close/>
                </a:path>
                <a:path w="575944" h="1885314">
                  <a:moveTo>
                    <a:pt x="314134" y="1858581"/>
                  </a:moveTo>
                  <a:lnTo>
                    <a:pt x="312077" y="1848396"/>
                  </a:lnTo>
                  <a:lnTo>
                    <a:pt x="306463" y="1840064"/>
                  </a:lnTo>
                  <a:lnTo>
                    <a:pt x="298145" y="1834464"/>
                  </a:lnTo>
                  <a:lnTo>
                    <a:pt x="287947" y="1832406"/>
                  </a:lnTo>
                  <a:lnTo>
                    <a:pt x="277761" y="1834464"/>
                  </a:lnTo>
                  <a:lnTo>
                    <a:pt x="269443" y="1840064"/>
                  </a:lnTo>
                  <a:lnTo>
                    <a:pt x="263829" y="1848396"/>
                  </a:lnTo>
                  <a:lnTo>
                    <a:pt x="261772" y="1858581"/>
                  </a:lnTo>
                  <a:lnTo>
                    <a:pt x="263829" y="1868766"/>
                  </a:lnTo>
                  <a:lnTo>
                    <a:pt x="269443" y="1877098"/>
                  </a:lnTo>
                  <a:lnTo>
                    <a:pt x="277761" y="1882698"/>
                  </a:lnTo>
                  <a:lnTo>
                    <a:pt x="287947" y="1884756"/>
                  </a:lnTo>
                  <a:lnTo>
                    <a:pt x="298145" y="1882698"/>
                  </a:lnTo>
                  <a:lnTo>
                    <a:pt x="306463" y="1877098"/>
                  </a:lnTo>
                  <a:lnTo>
                    <a:pt x="312077" y="1868766"/>
                  </a:lnTo>
                  <a:lnTo>
                    <a:pt x="314134" y="1858581"/>
                  </a:lnTo>
                  <a:close/>
                </a:path>
                <a:path w="575944" h="1885314">
                  <a:moveTo>
                    <a:pt x="314134" y="1596809"/>
                  </a:moveTo>
                  <a:lnTo>
                    <a:pt x="312077" y="1586623"/>
                  </a:lnTo>
                  <a:lnTo>
                    <a:pt x="306463" y="1578292"/>
                  </a:lnTo>
                  <a:lnTo>
                    <a:pt x="298145" y="1572691"/>
                  </a:lnTo>
                  <a:lnTo>
                    <a:pt x="287947" y="1570634"/>
                  </a:lnTo>
                  <a:lnTo>
                    <a:pt x="277761" y="1572691"/>
                  </a:lnTo>
                  <a:lnTo>
                    <a:pt x="269443" y="1578292"/>
                  </a:lnTo>
                  <a:lnTo>
                    <a:pt x="263829" y="1586623"/>
                  </a:lnTo>
                  <a:lnTo>
                    <a:pt x="261772" y="1596809"/>
                  </a:lnTo>
                  <a:lnTo>
                    <a:pt x="263829" y="1606994"/>
                  </a:lnTo>
                  <a:lnTo>
                    <a:pt x="269443" y="1615325"/>
                  </a:lnTo>
                  <a:lnTo>
                    <a:pt x="277761" y="1620926"/>
                  </a:lnTo>
                  <a:lnTo>
                    <a:pt x="287947" y="1622983"/>
                  </a:lnTo>
                  <a:lnTo>
                    <a:pt x="298145" y="1620926"/>
                  </a:lnTo>
                  <a:lnTo>
                    <a:pt x="306463" y="1615325"/>
                  </a:lnTo>
                  <a:lnTo>
                    <a:pt x="312077" y="1606994"/>
                  </a:lnTo>
                  <a:lnTo>
                    <a:pt x="314134" y="1596809"/>
                  </a:lnTo>
                  <a:close/>
                </a:path>
                <a:path w="575944" h="1885314">
                  <a:moveTo>
                    <a:pt x="314134" y="1335036"/>
                  </a:moveTo>
                  <a:lnTo>
                    <a:pt x="312077" y="1324851"/>
                  </a:lnTo>
                  <a:lnTo>
                    <a:pt x="306463" y="1316520"/>
                  </a:lnTo>
                  <a:lnTo>
                    <a:pt x="298145" y="1310919"/>
                  </a:lnTo>
                  <a:lnTo>
                    <a:pt x="287947" y="1308862"/>
                  </a:lnTo>
                  <a:lnTo>
                    <a:pt x="277761" y="1310919"/>
                  </a:lnTo>
                  <a:lnTo>
                    <a:pt x="269443" y="1316520"/>
                  </a:lnTo>
                  <a:lnTo>
                    <a:pt x="263829" y="1324851"/>
                  </a:lnTo>
                  <a:lnTo>
                    <a:pt x="261772" y="1335036"/>
                  </a:lnTo>
                  <a:lnTo>
                    <a:pt x="263829" y="1345222"/>
                  </a:lnTo>
                  <a:lnTo>
                    <a:pt x="269443" y="1353553"/>
                  </a:lnTo>
                  <a:lnTo>
                    <a:pt x="277761" y="1359154"/>
                  </a:lnTo>
                  <a:lnTo>
                    <a:pt x="287947" y="1361211"/>
                  </a:lnTo>
                  <a:lnTo>
                    <a:pt x="298145" y="1359154"/>
                  </a:lnTo>
                  <a:lnTo>
                    <a:pt x="306463" y="1353553"/>
                  </a:lnTo>
                  <a:lnTo>
                    <a:pt x="312077" y="1345222"/>
                  </a:lnTo>
                  <a:lnTo>
                    <a:pt x="314134" y="1335036"/>
                  </a:lnTo>
                  <a:close/>
                </a:path>
                <a:path w="575944" h="1885314">
                  <a:moveTo>
                    <a:pt x="314134" y="1073264"/>
                  </a:moveTo>
                  <a:lnTo>
                    <a:pt x="312077" y="1063078"/>
                  </a:lnTo>
                  <a:lnTo>
                    <a:pt x="306463" y="1054747"/>
                  </a:lnTo>
                  <a:lnTo>
                    <a:pt x="298145" y="1049147"/>
                  </a:lnTo>
                  <a:lnTo>
                    <a:pt x="287947" y="1047089"/>
                  </a:lnTo>
                  <a:lnTo>
                    <a:pt x="277761" y="1049147"/>
                  </a:lnTo>
                  <a:lnTo>
                    <a:pt x="269443" y="1054747"/>
                  </a:lnTo>
                  <a:lnTo>
                    <a:pt x="263829" y="1063078"/>
                  </a:lnTo>
                  <a:lnTo>
                    <a:pt x="261772" y="1073264"/>
                  </a:lnTo>
                  <a:lnTo>
                    <a:pt x="263829" y="1083449"/>
                  </a:lnTo>
                  <a:lnTo>
                    <a:pt x="269443" y="1091780"/>
                  </a:lnTo>
                  <a:lnTo>
                    <a:pt x="277761" y="1097381"/>
                  </a:lnTo>
                  <a:lnTo>
                    <a:pt x="287947" y="1099439"/>
                  </a:lnTo>
                  <a:lnTo>
                    <a:pt x="298145" y="1097381"/>
                  </a:lnTo>
                  <a:lnTo>
                    <a:pt x="306463" y="1091780"/>
                  </a:lnTo>
                  <a:lnTo>
                    <a:pt x="312077" y="1083449"/>
                  </a:lnTo>
                  <a:lnTo>
                    <a:pt x="314134" y="1073264"/>
                  </a:lnTo>
                  <a:close/>
                </a:path>
                <a:path w="575944" h="1885314">
                  <a:moveTo>
                    <a:pt x="314134" y="811491"/>
                  </a:moveTo>
                  <a:lnTo>
                    <a:pt x="312077" y="801306"/>
                  </a:lnTo>
                  <a:lnTo>
                    <a:pt x="306463" y="792975"/>
                  </a:lnTo>
                  <a:lnTo>
                    <a:pt x="298145" y="787374"/>
                  </a:lnTo>
                  <a:lnTo>
                    <a:pt x="287947" y="785317"/>
                  </a:lnTo>
                  <a:lnTo>
                    <a:pt x="277761" y="787374"/>
                  </a:lnTo>
                  <a:lnTo>
                    <a:pt x="269443" y="792975"/>
                  </a:lnTo>
                  <a:lnTo>
                    <a:pt x="263829" y="801306"/>
                  </a:lnTo>
                  <a:lnTo>
                    <a:pt x="261772" y="811491"/>
                  </a:lnTo>
                  <a:lnTo>
                    <a:pt x="263829" y="821677"/>
                  </a:lnTo>
                  <a:lnTo>
                    <a:pt x="269443" y="830008"/>
                  </a:lnTo>
                  <a:lnTo>
                    <a:pt x="277761" y="835609"/>
                  </a:lnTo>
                  <a:lnTo>
                    <a:pt x="287947" y="837666"/>
                  </a:lnTo>
                  <a:lnTo>
                    <a:pt x="298145" y="835609"/>
                  </a:lnTo>
                  <a:lnTo>
                    <a:pt x="306463" y="830008"/>
                  </a:lnTo>
                  <a:lnTo>
                    <a:pt x="312077" y="821677"/>
                  </a:lnTo>
                  <a:lnTo>
                    <a:pt x="314134" y="811491"/>
                  </a:lnTo>
                  <a:close/>
                </a:path>
                <a:path w="575944" h="1885314">
                  <a:moveTo>
                    <a:pt x="314134" y="549719"/>
                  </a:moveTo>
                  <a:lnTo>
                    <a:pt x="312077" y="539534"/>
                  </a:lnTo>
                  <a:lnTo>
                    <a:pt x="306463" y="531202"/>
                  </a:lnTo>
                  <a:lnTo>
                    <a:pt x="298145" y="525602"/>
                  </a:lnTo>
                  <a:lnTo>
                    <a:pt x="287947" y="523544"/>
                  </a:lnTo>
                  <a:lnTo>
                    <a:pt x="277761" y="525602"/>
                  </a:lnTo>
                  <a:lnTo>
                    <a:pt x="269443" y="531202"/>
                  </a:lnTo>
                  <a:lnTo>
                    <a:pt x="263829" y="539534"/>
                  </a:lnTo>
                  <a:lnTo>
                    <a:pt x="261772" y="549719"/>
                  </a:lnTo>
                  <a:lnTo>
                    <a:pt x="263829" y="559904"/>
                  </a:lnTo>
                  <a:lnTo>
                    <a:pt x="269443" y="568236"/>
                  </a:lnTo>
                  <a:lnTo>
                    <a:pt x="277761" y="573836"/>
                  </a:lnTo>
                  <a:lnTo>
                    <a:pt x="287947" y="575894"/>
                  </a:lnTo>
                  <a:lnTo>
                    <a:pt x="298145" y="573836"/>
                  </a:lnTo>
                  <a:lnTo>
                    <a:pt x="306463" y="568236"/>
                  </a:lnTo>
                  <a:lnTo>
                    <a:pt x="312077" y="559904"/>
                  </a:lnTo>
                  <a:lnTo>
                    <a:pt x="314134" y="549719"/>
                  </a:lnTo>
                  <a:close/>
                </a:path>
                <a:path w="575944" h="1885314">
                  <a:moveTo>
                    <a:pt x="314134" y="287947"/>
                  </a:moveTo>
                  <a:lnTo>
                    <a:pt x="312077" y="277761"/>
                  </a:lnTo>
                  <a:lnTo>
                    <a:pt x="306463" y="269443"/>
                  </a:lnTo>
                  <a:lnTo>
                    <a:pt x="298145" y="263829"/>
                  </a:lnTo>
                  <a:lnTo>
                    <a:pt x="287947" y="261772"/>
                  </a:lnTo>
                  <a:lnTo>
                    <a:pt x="277761" y="263829"/>
                  </a:lnTo>
                  <a:lnTo>
                    <a:pt x="269443" y="269443"/>
                  </a:lnTo>
                  <a:lnTo>
                    <a:pt x="263829" y="277761"/>
                  </a:lnTo>
                  <a:lnTo>
                    <a:pt x="261772" y="287947"/>
                  </a:lnTo>
                  <a:lnTo>
                    <a:pt x="263829" y="298145"/>
                  </a:lnTo>
                  <a:lnTo>
                    <a:pt x="269443" y="306463"/>
                  </a:lnTo>
                  <a:lnTo>
                    <a:pt x="277761" y="312064"/>
                  </a:lnTo>
                  <a:lnTo>
                    <a:pt x="287947" y="314121"/>
                  </a:lnTo>
                  <a:lnTo>
                    <a:pt x="298145" y="312064"/>
                  </a:lnTo>
                  <a:lnTo>
                    <a:pt x="306463" y="306463"/>
                  </a:lnTo>
                  <a:lnTo>
                    <a:pt x="312077" y="298145"/>
                  </a:lnTo>
                  <a:lnTo>
                    <a:pt x="314134" y="287947"/>
                  </a:lnTo>
                  <a:close/>
                </a:path>
                <a:path w="575944" h="1885314">
                  <a:moveTo>
                    <a:pt x="314134" y="26174"/>
                  </a:moveTo>
                  <a:lnTo>
                    <a:pt x="312077" y="15989"/>
                  </a:lnTo>
                  <a:lnTo>
                    <a:pt x="306463" y="7670"/>
                  </a:lnTo>
                  <a:lnTo>
                    <a:pt x="298145" y="2057"/>
                  </a:lnTo>
                  <a:lnTo>
                    <a:pt x="287947" y="0"/>
                  </a:lnTo>
                  <a:lnTo>
                    <a:pt x="277761" y="2057"/>
                  </a:lnTo>
                  <a:lnTo>
                    <a:pt x="269443" y="7670"/>
                  </a:lnTo>
                  <a:lnTo>
                    <a:pt x="263829" y="15989"/>
                  </a:lnTo>
                  <a:lnTo>
                    <a:pt x="261772" y="26174"/>
                  </a:lnTo>
                  <a:lnTo>
                    <a:pt x="263829" y="36372"/>
                  </a:lnTo>
                  <a:lnTo>
                    <a:pt x="269443" y="44691"/>
                  </a:lnTo>
                  <a:lnTo>
                    <a:pt x="277761" y="50292"/>
                  </a:lnTo>
                  <a:lnTo>
                    <a:pt x="287947" y="52349"/>
                  </a:lnTo>
                  <a:lnTo>
                    <a:pt x="298145" y="50292"/>
                  </a:lnTo>
                  <a:lnTo>
                    <a:pt x="306463" y="44691"/>
                  </a:lnTo>
                  <a:lnTo>
                    <a:pt x="312077" y="36372"/>
                  </a:lnTo>
                  <a:lnTo>
                    <a:pt x="314134" y="26174"/>
                  </a:lnTo>
                  <a:close/>
                </a:path>
                <a:path w="575944" h="1885314">
                  <a:moveTo>
                    <a:pt x="575906" y="1858581"/>
                  </a:moveTo>
                  <a:lnTo>
                    <a:pt x="573849" y="1848396"/>
                  </a:lnTo>
                  <a:lnTo>
                    <a:pt x="568236" y="1840064"/>
                  </a:lnTo>
                  <a:lnTo>
                    <a:pt x="559917" y="1834464"/>
                  </a:lnTo>
                  <a:lnTo>
                    <a:pt x="549719" y="1832406"/>
                  </a:lnTo>
                  <a:lnTo>
                    <a:pt x="539534" y="1834464"/>
                  </a:lnTo>
                  <a:lnTo>
                    <a:pt x="531215" y="1840064"/>
                  </a:lnTo>
                  <a:lnTo>
                    <a:pt x="525602" y="1848396"/>
                  </a:lnTo>
                  <a:lnTo>
                    <a:pt x="523544" y="1858581"/>
                  </a:lnTo>
                  <a:lnTo>
                    <a:pt x="525602" y="1868766"/>
                  </a:lnTo>
                  <a:lnTo>
                    <a:pt x="531215" y="1877098"/>
                  </a:lnTo>
                  <a:lnTo>
                    <a:pt x="539534" y="1882698"/>
                  </a:lnTo>
                  <a:lnTo>
                    <a:pt x="549719" y="1884756"/>
                  </a:lnTo>
                  <a:lnTo>
                    <a:pt x="559917" y="1882698"/>
                  </a:lnTo>
                  <a:lnTo>
                    <a:pt x="568236" y="1877098"/>
                  </a:lnTo>
                  <a:lnTo>
                    <a:pt x="573849" y="1868766"/>
                  </a:lnTo>
                  <a:lnTo>
                    <a:pt x="575906" y="1858581"/>
                  </a:lnTo>
                  <a:close/>
                </a:path>
                <a:path w="575944" h="1885314">
                  <a:moveTo>
                    <a:pt x="575906" y="1596809"/>
                  </a:moveTo>
                  <a:lnTo>
                    <a:pt x="573849" y="1586623"/>
                  </a:lnTo>
                  <a:lnTo>
                    <a:pt x="568236" y="1578292"/>
                  </a:lnTo>
                  <a:lnTo>
                    <a:pt x="559917" y="1572691"/>
                  </a:lnTo>
                  <a:lnTo>
                    <a:pt x="549719" y="1570634"/>
                  </a:lnTo>
                  <a:lnTo>
                    <a:pt x="539534" y="1572691"/>
                  </a:lnTo>
                  <a:lnTo>
                    <a:pt x="531215" y="1578292"/>
                  </a:lnTo>
                  <a:lnTo>
                    <a:pt x="525602" y="1586623"/>
                  </a:lnTo>
                  <a:lnTo>
                    <a:pt x="523544" y="1596809"/>
                  </a:lnTo>
                  <a:lnTo>
                    <a:pt x="525602" y="1606994"/>
                  </a:lnTo>
                  <a:lnTo>
                    <a:pt x="531215" y="1615325"/>
                  </a:lnTo>
                  <a:lnTo>
                    <a:pt x="539534" y="1620926"/>
                  </a:lnTo>
                  <a:lnTo>
                    <a:pt x="549719" y="1622983"/>
                  </a:lnTo>
                  <a:lnTo>
                    <a:pt x="559917" y="1620926"/>
                  </a:lnTo>
                  <a:lnTo>
                    <a:pt x="568236" y="1615325"/>
                  </a:lnTo>
                  <a:lnTo>
                    <a:pt x="573849" y="1606994"/>
                  </a:lnTo>
                  <a:lnTo>
                    <a:pt x="575906" y="1596809"/>
                  </a:lnTo>
                  <a:close/>
                </a:path>
                <a:path w="575944" h="1885314">
                  <a:moveTo>
                    <a:pt x="575906" y="1335036"/>
                  </a:moveTo>
                  <a:lnTo>
                    <a:pt x="573849" y="1324851"/>
                  </a:lnTo>
                  <a:lnTo>
                    <a:pt x="568236" y="1316520"/>
                  </a:lnTo>
                  <a:lnTo>
                    <a:pt x="559917" y="1310919"/>
                  </a:lnTo>
                  <a:lnTo>
                    <a:pt x="549719" y="1308862"/>
                  </a:lnTo>
                  <a:lnTo>
                    <a:pt x="539534" y="1310919"/>
                  </a:lnTo>
                  <a:lnTo>
                    <a:pt x="531215" y="1316520"/>
                  </a:lnTo>
                  <a:lnTo>
                    <a:pt x="525602" y="1324851"/>
                  </a:lnTo>
                  <a:lnTo>
                    <a:pt x="523544" y="1335036"/>
                  </a:lnTo>
                  <a:lnTo>
                    <a:pt x="525602" y="1345222"/>
                  </a:lnTo>
                  <a:lnTo>
                    <a:pt x="531215" y="1353553"/>
                  </a:lnTo>
                  <a:lnTo>
                    <a:pt x="539534" y="1359154"/>
                  </a:lnTo>
                  <a:lnTo>
                    <a:pt x="549719" y="1361211"/>
                  </a:lnTo>
                  <a:lnTo>
                    <a:pt x="559917" y="1359154"/>
                  </a:lnTo>
                  <a:lnTo>
                    <a:pt x="568236" y="1353553"/>
                  </a:lnTo>
                  <a:lnTo>
                    <a:pt x="573849" y="1345222"/>
                  </a:lnTo>
                  <a:lnTo>
                    <a:pt x="575906" y="1335036"/>
                  </a:lnTo>
                  <a:close/>
                </a:path>
                <a:path w="575944" h="1885314">
                  <a:moveTo>
                    <a:pt x="575906" y="1073264"/>
                  </a:moveTo>
                  <a:lnTo>
                    <a:pt x="573849" y="1063078"/>
                  </a:lnTo>
                  <a:lnTo>
                    <a:pt x="568236" y="1054747"/>
                  </a:lnTo>
                  <a:lnTo>
                    <a:pt x="559917" y="1049147"/>
                  </a:lnTo>
                  <a:lnTo>
                    <a:pt x="549719" y="1047089"/>
                  </a:lnTo>
                  <a:lnTo>
                    <a:pt x="539534" y="1049147"/>
                  </a:lnTo>
                  <a:lnTo>
                    <a:pt x="531215" y="1054747"/>
                  </a:lnTo>
                  <a:lnTo>
                    <a:pt x="525602" y="1063078"/>
                  </a:lnTo>
                  <a:lnTo>
                    <a:pt x="523544" y="1073264"/>
                  </a:lnTo>
                  <a:lnTo>
                    <a:pt x="525602" y="1083449"/>
                  </a:lnTo>
                  <a:lnTo>
                    <a:pt x="531215" y="1091780"/>
                  </a:lnTo>
                  <a:lnTo>
                    <a:pt x="539534" y="1097381"/>
                  </a:lnTo>
                  <a:lnTo>
                    <a:pt x="549719" y="1099439"/>
                  </a:lnTo>
                  <a:lnTo>
                    <a:pt x="559917" y="1097381"/>
                  </a:lnTo>
                  <a:lnTo>
                    <a:pt x="568236" y="1091780"/>
                  </a:lnTo>
                  <a:lnTo>
                    <a:pt x="573849" y="1083449"/>
                  </a:lnTo>
                  <a:lnTo>
                    <a:pt x="575906" y="1073264"/>
                  </a:lnTo>
                  <a:close/>
                </a:path>
                <a:path w="575944" h="1885314">
                  <a:moveTo>
                    <a:pt x="575906" y="811491"/>
                  </a:moveTo>
                  <a:lnTo>
                    <a:pt x="573849" y="801306"/>
                  </a:lnTo>
                  <a:lnTo>
                    <a:pt x="568236" y="792975"/>
                  </a:lnTo>
                  <a:lnTo>
                    <a:pt x="559917" y="787374"/>
                  </a:lnTo>
                  <a:lnTo>
                    <a:pt x="549719" y="785317"/>
                  </a:lnTo>
                  <a:lnTo>
                    <a:pt x="539534" y="787374"/>
                  </a:lnTo>
                  <a:lnTo>
                    <a:pt x="531215" y="792975"/>
                  </a:lnTo>
                  <a:lnTo>
                    <a:pt x="525602" y="801306"/>
                  </a:lnTo>
                  <a:lnTo>
                    <a:pt x="523544" y="811491"/>
                  </a:lnTo>
                  <a:lnTo>
                    <a:pt x="525602" y="821677"/>
                  </a:lnTo>
                  <a:lnTo>
                    <a:pt x="531215" y="830008"/>
                  </a:lnTo>
                  <a:lnTo>
                    <a:pt x="539534" y="835609"/>
                  </a:lnTo>
                  <a:lnTo>
                    <a:pt x="549719" y="837666"/>
                  </a:lnTo>
                  <a:lnTo>
                    <a:pt x="559917" y="835609"/>
                  </a:lnTo>
                  <a:lnTo>
                    <a:pt x="568236" y="830008"/>
                  </a:lnTo>
                  <a:lnTo>
                    <a:pt x="573849" y="821677"/>
                  </a:lnTo>
                  <a:lnTo>
                    <a:pt x="575906" y="811491"/>
                  </a:lnTo>
                  <a:close/>
                </a:path>
                <a:path w="575944" h="1885314">
                  <a:moveTo>
                    <a:pt x="575906" y="549719"/>
                  </a:moveTo>
                  <a:lnTo>
                    <a:pt x="573849" y="539534"/>
                  </a:lnTo>
                  <a:lnTo>
                    <a:pt x="568236" y="531202"/>
                  </a:lnTo>
                  <a:lnTo>
                    <a:pt x="559917" y="525602"/>
                  </a:lnTo>
                  <a:lnTo>
                    <a:pt x="549719" y="523544"/>
                  </a:lnTo>
                  <a:lnTo>
                    <a:pt x="539534" y="525602"/>
                  </a:lnTo>
                  <a:lnTo>
                    <a:pt x="531215" y="531202"/>
                  </a:lnTo>
                  <a:lnTo>
                    <a:pt x="525602" y="539534"/>
                  </a:lnTo>
                  <a:lnTo>
                    <a:pt x="523544" y="549719"/>
                  </a:lnTo>
                  <a:lnTo>
                    <a:pt x="525602" y="559904"/>
                  </a:lnTo>
                  <a:lnTo>
                    <a:pt x="531215" y="568236"/>
                  </a:lnTo>
                  <a:lnTo>
                    <a:pt x="539534" y="573836"/>
                  </a:lnTo>
                  <a:lnTo>
                    <a:pt x="549719" y="575894"/>
                  </a:lnTo>
                  <a:lnTo>
                    <a:pt x="559917" y="573836"/>
                  </a:lnTo>
                  <a:lnTo>
                    <a:pt x="568236" y="568236"/>
                  </a:lnTo>
                  <a:lnTo>
                    <a:pt x="573849" y="559904"/>
                  </a:lnTo>
                  <a:lnTo>
                    <a:pt x="575906" y="549719"/>
                  </a:lnTo>
                  <a:close/>
                </a:path>
                <a:path w="575944" h="1885314">
                  <a:moveTo>
                    <a:pt x="575906" y="287947"/>
                  </a:moveTo>
                  <a:lnTo>
                    <a:pt x="573849" y="277761"/>
                  </a:lnTo>
                  <a:lnTo>
                    <a:pt x="568236" y="269443"/>
                  </a:lnTo>
                  <a:lnTo>
                    <a:pt x="559917" y="263829"/>
                  </a:lnTo>
                  <a:lnTo>
                    <a:pt x="549719" y="261772"/>
                  </a:lnTo>
                  <a:lnTo>
                    <a:pt x="539534" y="263829"/>
                  </a:lnTo>
                  <a:lnTo>
                    <a:pt x="531215" y="269443"/>
                  </a:lnTo>
                  <a:lnTo>
                    <a:pt x="525602" y="277761"/>
                  </a:lnTo>
                  <a:lnTo>
                    <a:pt x="523544" y="287947"/>
                  </a:lnTo>
                  <a:lnTo>
                    <a:pt x="525602" y="298145"/>
                  </a:lnTo>
                  <a:lnTo>
                    <a:pt x="531215" y="306463"/>
                  </a:lnTo>
                  <a:lnTo>
                    <a:pt x="539534" y="312064"/>
                  </a:lnTo>
                  <a:lnTo>
                    <a:pt x="549719" y="314121"/>
                  </a:lnTo>
                  <a:lnTo>
                    <a:pt x="559917" y="312064"/>
                  </a:lnTo>
                  <a:lnTo>
                    <a:pt x="568236" y="306463"/>
                  </a:lnTo>
                  <a:lnTo>
                    <a:pt x="573849" y="298145"/>
                  </a:lnTo>
                  <a:lnTo>
                    <a:pt x="575906" y="287947"/>
                  </a:lnTo>
                  <a:close/>
                </a:path>
                <a:path w="575944" h="1885314">
                  <a:moveTo>
                    <a:pt x="575906" y="26174"/>
                  </a:moveTo>
                  <a:lnTo>
                    <a:pt x="573849" y="15989"/>
                  </a:lnTo>
                  <a:lnTo>
                    <a:pt x="568236" y="7670"/>
                  </a:lnTo>
                  <a:lnTo>
                    <a:pt x="559917" y="2057"/>
                  </a:lnTo>
                  <a:lnTo>
                    <a:pt x="549719" y="0"/>
                  </a:lnTo>
                  <a:lnTo>
                    <a:pt x="539534" y="2057"/>
                  </a:lnTo>
                  <a:lnTo>
                    <a:pt x="531215" y="7670"/>
                  </a:lnTo>
                  <a:lnTo>
                    <a:pt x="525602" y="15989"/>
                  </a:lnTo>
                  <a:lnTo>
                    <a:pt x="523544" y="26174"/>
                  </a:lnTo>
                  <a:lnTo>
                    <a:pt x="525602" y="36372"/>
                  </a:lnTo>
                  <a:lnTo>
                    <a:pt x="531215" y="44691"/>
                  </a:lnTo>
                  <a:lnTo>
                    <a:pt x="539534" y="50292"/>
                  </a:lnTo>
                  <a:lnTo>
                    <a:pt x="549719" y="52349"/>
                  </a:lnTo>
                  <a:lnTo>
                    <a:pt x="559917" y="50292"/>
                  </a:lnTo>
                  <a:lnTo>
                    <a:pt x="568236" y="44691"/>
                  </a:lnTo>
                  <a:lnTo>
                    <a:pt x="573849" y="36372"/>
                  </a:lnTo>
                  <a:lnTo>
                    <a:pt x="575906" y="26174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1774B13A-D840-25D3-D1A7-930BAEC66395}"/>
                </a:ext>
              </a:extLst>
            </p:cNvPr>
            <p:cNvPicPr/>
            <p:nvPr/>
          </p:nvPicPr>
          <p:blipFill>
            <a:blip r:embed="rId3" cstate="print">
              <a:alphaModFix amt="35000"/>
            </a:blip>
            <a:stretch>
              <a:fillRect/>
            </a:stretch>
          </p:blipFill>
          <p:spPr>
            <a:xfrm>
              <a:off x="0" y="3560101"/>
              <a:ext cx="11821629" cy="7748455"/>
            </a:xfrm>
            <a:prstGeom prst="rect">
              <a:avLst/>
            </a:prstGeom>
          </p:spPr>
        </p:pic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3A55F8F4-DEF7-B534-66FD-01964B25963E}"/>
                </a:ext>
              </a:extLst>
            </p:cNvPr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DFEF53C7-103F-7342-65FE-239BB5EBA079}"/>
                </a:ext>
              </a:extLst>
            </p:cNvPr>
            <p:cNvSpPr/>
            <p:nvPr/>
          </p:nvSpPr>
          <p:spPr>
            <a:xfrm>
              <a:off x="10774745" y="5654278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>
            <a:extLst>
              <a:ext uri="{FF2B5EF4-FFF2-40B4-BE49-F238E27FC236}">
                <a16:creationId xmlns:a16="http://schemas.microsoft.com/office/drawing/2014/main" id="{7BD9477E-6DFC-D422-CB4F-345A07D2FB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5248585" cy="1533525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TEC DEV. SISTEMAS</a:t>
            </a:r>
            <a:endParaRPr sz="4950" dirty="0">
              <a:latin typeface="Montserrat ExtraBold"/>
              <a:cs typeface="Montserrat ExtraBold"/>
            </a:endParaRPr>
          </a:p>
          <a:p>
            <a:pPr marL="12700">
              <a:lnSpc>
                <a:spcPts val="5940"/>
              </a:lnSpc>
            </a:pPr>
            <a:r>
              <a:rPr lang="pt-BR" sz="4950" b="0" spc="-25" dirty="0">
                <a:latin typeface="Montserrat"/>
                <a:cs typeface="Montserrat"/>
              </a:rPr>
              <a:t>MSEP (METODOLOGIA SENAI APR. INDÚSTRIAL)</a:t>
            </a:r>
            <a:endParaRPr sz="4950" dirty="0">
              <a:latin typeface="Montserrat"/>
              <a:cs typeface="Montserrat"/>
            </a:endParaRPr>
          </a:p>
        </p:txBody>
      </p:sp>
      <p:sp>
        <p:nvSpPr>
          <p:cNvPr id="17" name="object 17">
            <a:hlinkClick r:id="rId4"/>
            <a:extLst>
              <a:ext uri="{FF2B5EF4-FFF2-40B4-BE49-F238E27FC236}">
                <a16:creationId xmlns:a16="http://schemas.microsoft.com/office/drawing/2014/main" id="{8D74570C-DBD2-6F7C-E8E5-E56F34727D78}"/>
              </a:ext>
            </a:extLst>
          </p:cNvPr>
          <p:cNvSpPr txBox="1"/>
          <p:nvPr/>
        </p:nvSpPr>
        <p:spPr>
          <a:xfrm>
            <a:off x="13173492" y="5884458"/>
            <a:ext cx="4882172" cy="395364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ESTRATÉGIAS</a:t>
            </a:r>
          </a:p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Aulas expositivas</a:t>
            </a:r>
          </a:p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Demonstrações</a:t>
            </a:r>
          </a:p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b="1" dirty="0">
                <a:latin typeface="Montserrat ExtraBold"/>
                <a:cs typeface="Montserrat ExtraBold"/>
              </a:rPr>
              <a:t>Aulas práticas</a:t>
            </a:r>
          </a:p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b="1" dirty="0">
                <a:latin typeface="Montserrat ExtraBold"/>
                <a:cs typeface="Montserrat ExtraBold"/>
              </a:rPr>
              <a:t>Construção de um portfólio público durante o curso</a:t>
            </a:r>
            <a:endParaRPr sz="3600" b="1" dirty="0">
              <a:latin typeface="Montserrat ExtraBold"/>
              <a:cs typeface="Montserrat ExtraBold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8817613-4D35-8CEA-81FD-941AC17E9EEF}"/>
              </a:ext>
            </a:extLst>
          </p:cNvPr>
          <p:cNvSpPr txBox="1"/>
          <p:nvPr/>
        </p:nvSpPr>
        <p:spPr>
          <a:xfrm>
            <a:off x="1593850" y="4206875"/>
            <a:ext cx="5597430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250" indent="-857250">
              <a:buFont typeface="Arial" panose="020B0604020202020204" pitchFamily="34" charset="0"/>
              <a:buChar char="•"/>
            </a:pPr>
            <a:r>
              <a:rPr lang="pt-BR" sz="5400" b="1" dirty="0"/>
              <a:t>Desafiadora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pt-BR" sz="5400" b="1" dirty="0"/>
              <a:t>Projetos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pt-BR" sz="5400" b="1" dirty="0"/>
              <a:t>Portfolio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pt-BR" sz="5400" b="1" dirty="0"/>
              <a:t>Estudos de caso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pt-BR" sz="5400" b="1" dirty="0"/>
              <a:t>Práticas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pt-BR" sz="5400" b="1" dirty="0"/>
              <a:t>Exposições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pt-BR" sz="5400" b="1" dirty="0"/>
              <a:t>Demonstrações</a:t>
            </a:r>
          </a:p>
        </p:txBody>
      </p:sp>
    </p:spTree>
    <p:extLst>
      <p:ext uri="{BB962C8B-B14F-4D97-AF65-F5344CB8AC3E}">
        <p14:creationId xmlns:p14="http://schemas.microsoft.com/office/powerpoint/2010/main" val="4273361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364003" y="9319087"/>
            <a:ext cx="3693160" cy="942975"/>
            <a:chOff x="15364003" y="9319087"/>
            <a:chExt cx="3693160" cy="942975"/>
          </a:xfrm>
        </p:grpSpPr>
        <p:sp>
          <p:nvSpPr>
            <p:cNvPr id="3" name="object 3"/>
            <p:cNvSpPr/>
            <p:nvPr/>
          </p:nvSpPr>
          <p:spPr>
            <a:xfrm>
              <a:off x="15364066" y="9319087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364003" y="9439611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4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4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4">
                  <a:moveTo>
                    <a:pt x="198348" y="337553"/>
                  </a:moveTo>
                  <a:lnTo>
                    <a:pt x="0" y="337553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53"/>
                  </a:lnTo>
                  <a:close/>
                </a:path>
                <a:path w="3693159" h="700404">
                  <a:moveTo>
                    <a:pt x="198348" y="175056"/>
                  </a:moveTo>
                  <a:lnTo>
                    <a:pt x="0" y="175056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56"/>
                  </a:lnTo>
                  <a:close/>
                </a:path>
                <a:path w="3693159" h="700404">
                  <a:moveTo>
                    <a:pt x="198348" y="16802"/>
                  </a:moveTo>
                  <a:lnTo>
                    <a:pt x="0" y="16802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802"/>
                  </a:lnTo>
                  <a:close/>
                </a:path>
                <a:path w="3693159" h="700404">
                  <a:moveTo>
                    <a:pt x="908519" y="161366"/>
                  </a:moveTo>
                  <a:lnTo>
                    <a:pt x="906360" y="130302"/>
                  </a:lnTo>
                  <a:lnTo>
                    <a:pt x="905611" y="119291"/>
                  </a:lnTo>
                  <a:lnTo>
                    <a:pt x="892365" y="84518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17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19"/>
                  </a:lnTo>
                  <a:lnTo>
                    <a:pt x="452539" y="52793"/>
                  </a:lnTo>
                  <a:lnTo>
                    <a:pt x="416775" y="79565"/>
                  </a:lnTo>
                  <a:lnTo>
                    <a:pt x="386105" y="113106"/>
                  </a:lnTo>
                  <a:lnTo>
                    <a:pt x="361505" y="154025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47"/>
                  </a:lnTo>
                  <a:lnTo>
                    <a:pt x="410464" y="366712"/>
                  </a:lnTo>
                  <a:lnTo>
                    <a:pt x="460248" y="387235"/>
                  </a:lnTo>
                  <a:lnTo>
                    <a:pt x="508927" y="402196"/>
                  </a:lnTo>
                  <a:lnTo>
                    <a:pt x="594918" y="424522"/>
                  </a:lnTo>
                  <a:lnTo>
                    <a:pt x="628230" y="436435"/>
                  </a:lnTo>
                  <a:lnTo>
                    <a:pt x="652437" y="451904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901"/>
                  </a:lnTo>
                  <a:lnTo>
                    <a:pt x="622058" y="552831"/>
                  </a:lnTo>
                  <a:lnTo>
                    <a:pt x="587781" y="565391"/>
                  </a:lnTo>
                  <a:lnTo>
                    <a:pt x="553491" y="569569"/>
                  </a:lnTo>
                  <a:lnTo>
                    <a:pt x="508863" y="563206"/>
                  </a:lnTo>
                  <a:lnTo>
                    <a:pt x="477088" y="544449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101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31"/>
                  </a:lnTo>
                  <a:lnTo>
                    <a:pt x="425462" y="692277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89"/>
                  </a:lnTo>
                  <a:lnTo>
                    <a:pt x="829360" y="569569"/>
                  </a:lnTo>
                  <a:lnTo>
                    <a:pt x="848944" y="535825"/>
                  </a:lnTo>
                  <a:lnTo>
                    <a:pt x="863396" y="491413"/>
                  </a:lnTo>
                  <a:lnTo>
                    <a:pt x="869175" y="436968"/>
                  </a:lnTo>
                  <a:lnTo>
                    <a:pt x="862241" y="393585"/>
                  </a:lnTo>
                  <a:lnTo>
                    <a:pt x="844702" y="359727"/>
                  </a:lnTo>
                  <a:lnTo>
                    <a:pt x="786168" y="314401"/>
                  </a:lnTo>
                  <a:lnTo>
                    <a:pt x="749376" y="299821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18"/>
                  </a:lnTo>
                  <a:lnTo>
                    <a:pt x="566496" y="244424"/>
                  </a:lnTo>
                  <a:lnTo>
                    <a:pt x="545185" y="222923"/>
                  </a:lnTo>
                  <a:lnTo>
                    <a:pt x="541693" y="191719"/>
                  </a:lnTo>
                  <a:lnTo>
                    <a:pt x="553224" y="167982"/>
                  </a:lnTo>
                  <a:lnTo>
                    <a:pt x="574852" y="148437"/>
                  </a:lnTo>
                  <a:lnTo>
                    <a:pt x="603161" y="135178"/>
                  </a:lnTo>
                  <a:lnTo>
                    <a:pt x="634758" y="130302"/>
                  </a:lnTo>
                  <a:lnTo>
                    <a:pt x="656818" y="131686"/>
                  </a:lnTo>
                  <a:lnTo>
                    <a:pt x="701903" y="151726"/>
                  </a:lnTo>
                  <a:lnTo>
                    <a:pt x="716381" y="192938"/>
                  </a:lnTo>
                  <a:lnTo>
                    <a:pt x="713574" y="211264"/>
                  </a:lnTo>
                  <a:lnTo>
                    <a:pt x="899693" y="211264"/>
                  </a:lnTo>
                  <a:lnTo>
                    <a:pt x="908519" y="161366"/>
                  </a:lnTo>
                  <a:close/>
                </a:path>
                <a:path w="3693159" h="700404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39"/>
                  </a:lnTo>
                  <a:lnTo>
                    <a:pt x="1438135" y="685939"/>
                  </a:lnTo>
                  <a:lnTo>
                    <a:pt x="1465884" y="555612"/>
                  </a:lnTo>
                  <a:lnTo>
                    <a:pt x="1140129" y="555612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68"/>
                  </a:lnTo>
                  <a:lnTo>
                    <a:pt x="1197978" y="282968"/>
                  </a:lnTo>
                  <a:lnTo>
                    <a:pt x="1227455" y="144246"/>
                  </a:lnTo>
                  <a:lnTo>
                    <a:pt x="1553210" y="144246"/>
                  </a:lnTo>
                  <a:lnTo>
                    <a:pt x="1580972" y="13944"/>
                  </a:lnTo>
                  <a:close/>
                </a:path>
                <a:path w="3693159" h="700404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87"/>
                  </a:lnTo>
                  <a:lnTo>
                    <a:pt x="2065553" y="514692"/>
                  </a:lnTo>
                  <a:lnTo>
                    <a:pt x="1984070" y="171284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39"/>
                  </a:lnTo>
                  <a:lnTo>
                    <a:pt x="1710817" y="685939"/>
                  </a:lnTo>
                  <a:lnTo>
                    <a:pt x="1820189" y="171284"/>
                  </a:lnTo>
                  <a:lnTo>
                    <a:pt x="1822030" y="171284"/>
                  </a:lnTo>
                  <a:lnTo>
                    <a:pt x="1940687" y="685939"/>
                  </a:lnTo>
                  <a:lnTo>
                    <a:pt x="2198497" y="685939"/>
                  </a:lnTo>
                  <a:lnTo>
                    <a:pt x="2234895" y="514692"/>
                  </a:lnTo>
                  <a:lnTo>
                    <a:pt x="2341346" y="13944"/>
                  </a:lnTo>
                  <a:close/>
                </a:path>
                <a:path w="3693159" h="700404">
                  <a:moveTo>
                    <a:pt x="3024949" y="685939"/>
                  </a:moveTo>
                  <a:lnTo>
                    <a:pt x="3001048" y="554697"/>
                  </a:lnTo>
                  <a:lnTo>
                    <a:pt x="2977324" y="424408"/>
                  </a:lnTo>
                  <a:lnTo>
                    <a:pt x="2926461" y="145161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408"/>
                  </a:lnTo>
                  <a:lnTo>
                    <a:pt x="2600248" y="424408"/>
                  </a:lnTo>
                  <a:lnTo>
                    <a:pt x="2750858" y="145161"/>
                  </a:lnTo>
                  <a:lnTo>
                    <a:pt x="2753639" y="145161"/>
                  </a:lnTo>
                  <a:lnTo>
                    <a:pt x="2779877" y="424408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39"/>
                  </a:lnTo>
                  <a:lnTo>
                    <a:pt x="2453513" y="685939"/>
                  </a:lnTo>
                  <a:lnTo>
                    <a:pt x="2525153" y="554697"/>
                  </a:lnTo>
                  <a:lnTo>
                    <a:pt x="2797873" y="554697"/>
                  </a:lnTo>
                  <a:lnTo>
                    <a:pt x="2814612" y="685939"/>
                  </a:lnTo>
                  <a:lnTo>
                    <a:pt x="3024949" y="685939"/>
                  </a:lnTo>
                  <a:close/>
                </a:path>
                <a:path w="3693159" h="700404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39"/>
                  </a:lnTo>
                  <a:lnTo>
                    <a:pt x="3281819" y="685939"/>
                  </a:lnTo>
                  <a:lnTo>
                    <a:pt x="3424669" y="13944"/>
                  </a:lnTo>
                  <a:close/>
                </a:path>
                <a:path w="3693159" h="700404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4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4">
                  <a:moveTo>
                    <a:pt x="3692918" y="337553"/>
                  </a:moveTo>
                  <a:lnTo>
                    <a:pt x="3494570" y="337553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53"/>
                  </a:lnTo>
                  <a:close/>
                </a:path>
                <a:path w="3693159" h="700404">
                  <a:moveTo>
                    <a:pt x="3692918" y="175056"/>
                  </a:moveTo>
                  <a:lnTo>
                    <a:pt x="3494570" y="175056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56"/>
                  </a:lnTo>
                  <a:close/>
                </a:path>
                <a:path w="3693159" h="700404">
                  <a:moveTo>
                    <a:pt x="3692918" y="16802"/>
                  </a:moveTo>
                  <a:lnTo>
                    <a:pt x="3494570" y="16802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8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7957569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219340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481112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742885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004657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266428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528201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789973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957569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219340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8481112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742885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004657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9266428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528201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789973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7957569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8219340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8481112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8742885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004657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266428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528201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789973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7957569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8219340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8481112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8742885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9004657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9266428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9528201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9789973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7957569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8219340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8481112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8742885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9004657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9266428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9528201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9789973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7957569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8219340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8481112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8742885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9004657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9266428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9528201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9789973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7957569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8219340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8481112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8742885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9004657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9266428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9528201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9789973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7957569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8219340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8481112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8742885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9004657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9266428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9528201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9789973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9" name="object 69"/>
          <p:cNvGrpSpPr/>
          <p:nvPr/>
        </p:nvGrpSpPr>
        <p:grpSpPr>
          <a:xfrm>
            <a:off x="0" y="0"/>
            <a:ext cx="14314169" cy="11308715"/>
            <a:chOff x="0" y="0"/>
            <a:chExt cx="14314169" cy="11308715"/>
          </a:xfrm>
        </p:grpSpPr>
        <p:pic>
          <p:nvPicPr>
            <p:cNvPr id="70" name="object 7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4313700" cy="11308556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5395174" y="7776085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>
            <a:spLocks noGrp="1"/>
          </p:cNvSpPr>
          <p:nvPr>
            <p:ph type="title"/>
          </p:nvPr>
        </p:nvSpPr>
        <p:spPr>
          <a:xfrm>
            <a:off x="5301852" y="4166225"/>
            <a:ext cx="10448290" cy="279756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200"/>
              </a:lnSpc>
              <a:spcBef>
                <a:spcPts val="95"/>
              </a:spcBef>
            </a:pPr>
            <a:r>
              <a:rPr lang="pt-BR" sz="9050" spc="10" dirty="0">
                <a:solidFill>
                  <a:srgbClr val="FFFFFF"/>
                </a:solidFill>
              </a:rPr>
              <a:t>DÚVIDAS</a:t>
            </a:r>
            <a:r>
              <a:rPr sz="9050" spc="270" dirty="0">
                <a:solidFill>
                  <a:srgbClr val="FFFFFF"/>
                </a:solidFill>
              </a:rPr>
              <a:t> </a:t>
            </a:r>
            <a:r>
              <a:rPr lang="pt-BR" sz="9050" b="1" spc="10" dirty="0">
                <a:solidFill>
                  <a:srgbClr val="FFFFFF"/>
                </a:solidFill>
                <a:latin typeface="Montserrat ExtraBold"/>
                <a:cs typeface="Montserrat ExtraBold"/>
              </a:rPr>
              <a:t>SUJESTÕES</a:t>
            </a:r>
            <a:endParaRPr sz="9050" dirty="0">
              <a:latin typeface="Montserrat ExtraBold"/>
              <a:cs typeface="Montserrat ExtraBold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308556"/>
            <a:chOff x="0" y="0"/>
            <a:chExt cx="20104100" cy="11308556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12068" y="4985450"/>
              <a:ext cx="5242560" cy="1337945"/>
            </a:xfrm>
            <a:custGeom>
              <a:avLst/>
              <a:gdLst/>
              <a:ahLst/>
              <a:cxnLst/>
              <a:rect l="l" t="t" r="r" b="b"/>
              <a:pathLst>
                <a:path w="5242559" h="1337945">
                  <a:moveTo>
                    <a:pt x="5242028" y="0"/>
                  </a:moveTo>
                  <a:lnTo>
                    <a:pt x="0" y="0"/>
                  </a:lnTo>
                  <a:lnTo>
                    <a:pt x="0" y="1337655"/>
                  </a:lnTo>
                  <a:lnTo>
                    <a:pt x="5242028" y="1337655"/>
                  </a:lnTo>
                  <a:lnTo>
                    <a:pt x="5242028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11983" y="5156523"/>
              <a:ext cx="5242560" cy="993775"/>
            </a:xfrm>
            <a:custGeom>
              <a:avLst/>
              <a:gdLst/>
              <a:ahLst/>
              <a:cxnLst/>
              <a:rect l="l" t="t" r="r" b="b"/>
              <a:pathLst>
                <a:path w="5242559" h="993775">
                  <a:moveTo>
                    <a:pt x="281571" y="938250"/>
                  </a:moveTo>
                  <a:lnTo>
                    <a:pt x="0" y="938250"/>
                  </a:lnTo>
                  <a:lnTo>
                    <a:pt x="0" y="973455"/>
                  </a:lnTo>
                  <a:lnTo>
                    <a:pt x="281571" y="973455"/>
                  </a:lnTo>
                  <a:lnTo>
                    <a:pt x="281571" y="938250"/>
                  </a:lnTo>
                  <a:close/>
                </a:path>
                <a:path w="5242559" h="993775">
                  <a:moveTo>
                    <a:pt x="281571" y="712901"/>
                  </a:moveTo>
                  <a:lnTo>
                    <a:pt x="0" y="712901"/>
                  </a:lnTo>
                  <a:lnTo>
                    <a:pt x="0" y="748106"/>
                  </a:lnTo>
                  <a:lnTo>
                    <a:pt x="281571" y="748106"/>
                  </a:lnTo>
                  <a:lnTo>
                    <a:pt x="281571" y="712901"/>
                  </a:lnTo>
                  <a:close/>
                </a:path>
                <a:path w="5242559" h="993775">
                  <a:moveTo>
                    <a:pt x="281571" y="479120"/>
                  </a:moveTo>
                  <a:lnTo>
                    <a:pt x="0" y="479120"/>
                  </a:lnTo>
                  <a:lnTo>
                    <a:pt x="0" y="514324"/>
                  </a:lnTo>
                  <a:lnTo>
                    <a:pt x="281571" y="514324"/>
                  </a:lnTo>
                  <a:lnTo>
                    <a:pt x="281571" y="479120"/>
                  </a:lnTo>
                  <a:close/>
                </a:path>
                <a:path w="5242559" h="993775">
                  <a:moveTo>
                    <a:pt x="281571" y="248475"/>
                  </a:moveTo>
                  <a:lnTo>
                    <a:pt x="0" y="248475"/>
                  </a:lnTo>
                  <a:lnTo>
                    <a:pt x="0" y="283730"/>
                  </a:lnTo>
                  <a:lnTo>
                    <a:pt x="281571" y="283730"/>
                  </a:lnTo>
                  <a:lnTo>
                    <a:pt x="281571" y="248475"/>
                  </a:lnTo>
                  <a:close/>
                </a:path>
                <a:path w="5242559" h="993775">
                  <a:moveTo>
                    <a:pt x="281571" y="23812"/>
                  </a:moveTo>
                  <a:lnTo>
                    <a:pt x="0" y="23812"/>
                  </a:lnTo>
                  <a:lnTo>
                    <a:pt x="0" y="59016"/>
                  </a:lnTo>
                  <a:lnTo>
                    <a:pt x="281571" y="59016"/>
                  </a:lnTo>
                  <a:lnTo>
                    <a:pt x="281571" y="23812"/>
                  </a:lnTo>
                  <a:close/>
                </a:path>
                <a:path w="5242559" h="993775">
                  <a:moveTo>
                    <a:pt x="1289888" y="204787"/>
                  </a:moveTo>
                  <a:lnTo>
                    <a:pt x="1287195" y="184924"/>
                  </a:lnTo>
                  <a:lnTo>
                    <a:pt x="1284528" y="165150"/>
                  </a:lnTo>
                  <a:lnTo>
                    <a:pt x="1272222" y="130467"/>
                  </a:lnTo>
                  <a:lnTo>
                    <a:pt x="1229385" y="74917"/>
                  </a:lnTo>
                  <a:lnTo>
                    <a:pt x="1166685" y="36169"/>
                  </a:lnTo>
                  <a:lnTo>
                    <a:pt x="1129525" y="22491"/>
                  </a:lnTo>
                  <a:lnTo>
                    <a:pt x="1089393" y="12280"/>
                  </a:lnTo>
                  <a:lnTo>
                    <a:pt x="1046924" y="5295"/>
                  </a:lnTo>
                  <a:lnTo>
                    <a:pt x="1002792" y="1282"/>
                  </a:lnTo>
                  <a:lnTo>
                    <a:pt x="957656" y="0"/>
                  </a:lnTo>
                  <a:lnTo>
                    <a:pt x="911479" y="1143"/>
                  </a:lnTo>
                  <a:lnTo>
                    <a:pt x="865327" y="4775"/>
                  </a:lnTo>
                  <a:lnTo>
                    <a:pt x="819670" y="11163"/>
                  </a:lnTo>
                  <a:lnTo>
                    <a:pt x="774928" y="20586"/>
                  </a:lnTo>
                  <a:lnTo>
                    <a:pt x="731558" y="33324"/>
                  </a:lnTo>
                  <a:lnTo>
                    <a:pt x="690016" y="49669"/>
                  </a:lnTo>
                  <a:lnTo>
                    <a:pt x="650760" y="69875"/>
                  </a:lnTo>
                  <a:lnTo>
                    <a:pt x="614222" y="94221"/>
                  </a:lnTo>
                  <a:lnTo>
                    <a:pt x="580872" y="123012"/>
                  </a:lnTo>
                  <a:lnTo>
                    <a:pt x="551141" y="156489"/>
                  </a:lnTo>
                  <a:lnTo>
                    <a:pt x="525487" y="194970"/>
                  </a:lnTo>
                  <a:lnTo>
                    <a:pt x="504355" y="238696"/>
                  </a:lnTo>
                  <a:lnTo>
                    <a:pt x="488200" y="287972"/>
                  </a:lnTo>
                  <a:lnTo>
                    <a:pt x="481558" y="338035"/>
                  </a:lnTo>
                  <a:lnTo>
                    <a:pt x="483577" y="384644"/>
                  </a:lnTo>
                  <a:lnTo>
                    <a:pt x="494474" y="427012"/>
                  </a:lnTo>
                  <a:lnTo>
                    <a:pt x="514477" y="464312"/>
                  </a:lnTo>
                  <a:lnTo>
                    <a:pt x="543801" y="495744"/>
                  </a:lnTo>
                  <a:lnTo>
                    <a:pt x="582663" y="520509"/>
                  </a:lnTo>
                  <a:lnTo>
                    <a:pt x="634098" y="542620"/>
                  </a:lnTo>
                  <a:lnTo>
                    <a:pt x="685101" y="560095"/>
                  </a:lnTo>
                  <a:lnTo>
                    <a:pt x="734580" y="574154"/>
                  </a:lnTo>
                  <a:lnTo>
                    <a:pt x="824623" y="597027"/>
                  </a:lnTo>
                  <a:lnTo>
                    <a:pt x="863003" y="608342"/>
                  </a:lnTo>
                  <a:lnTo>
                    <a:pt x="895477" y="621220"/>
                  </a:lnTo>
                  <a:lnTo>
                    <a:pt x="920978" y="636917"/>
                  </a:lnTo>
                  <a:lnTo>
                    <a:pt x="938403" y="656678"/>
                  </a:lnTo>
                  <a:lnTo>
                    <a:pt x="946658" y="681748"/>
                  </a:lnTo>
                  <a:lnTo>
                    <a:pt x="944651" y="713359"/>
                  </a:lnTo>
                  <a:lnTo>
                    <a:pt x="922705" y="754976"/>
                  </a:lnTo>
                  <a:lnTo>
                    <a:pt x="882992" y="784707"/>
                  </a:lnTo>
                  <a:lnTo>
                    <a:pt x="834351" y="802538"/>
                  </a:lnTo>
                  <a:lnTo>
                    <a:pt x="785672" y="808482"/>
                  </a:lnTo>
                  <a:lnTo>
                    <a:pt x="733640" y="802678"/>
                  </a:lnTo>
                  <a:lnTo>
                    <a:pt x="692861" y="785520"/>
                  </a:lnTo>
                  <a:lnTo>
                    <a:pt x="665060" y="757402"/>
                  </a:lnTo>
                  <a:lnTo>
                    <a:pt x="651979" y="718680"/>
                  </a:lnTo>
                  <a:lnTo>
                    <a:pt x="655332" y="669772"/>
                  </a:lnTo>
                  <a:lnTo>
                    <a:pt x="391109" y="669772"/>
                  </a:lnTo>
                  <a:lnTo>
                    <a:pt x="383362" y="726135"/>
                  </a:lnTo>
                  <a:lnTo>
                    <a:pt x="383374" y="775970"/>
                  </a:lnTo>
                  <a:lnTo>
                    <a:pt x="390588" y="819632"/>
                  </a:lnTo>
                  <a:lnTo>
                    <a:pt x="404507" y="857453"/>
                  </a:lnTo>
                  <a:lnTo>
                    <a:pt x="450291" y="917028"/>
                  </a:lnTo>
                  <a:lnTo>
                    <a:pt x="481114" y="939482"/>
                  </a:lnTo>
                  <a:lnTo>
                    <a:pt x="516521" y="957503"/>
                  </a:lnTo>
                  <a:lnTo>
                    <a:pt x="555980" y="971473"/>
                  </a:lnTo>
                  <a:lnTo>
                    <a:pt x="598970" y="981722"/>
                  </a:lnTo>
                  <a:lnTo>
                    <a:pt x="644969" y="988606"/>
                  </a:lnTo>
                  <a:lnTo>
                    <a:pt x="693445" y="992466"/>
                  </a:lnTo>
                  <a:lnTo>
                    <a:pt x="743877" y="993686"/>
                  </a:lnTo>
                  <a:lnTo>
                    <a:pt x="794664" y="991984"/>
                  </a:lnTo>
                  <a:lnTo>
                    <a:pt x="844905" y="986878"/>
                  </a:lnTo>
                  <a:lnTo>
                    <a:pt x="894105" y="978331"/>
                  </a:lnTo>
                  <a:lnTo>
                    <a:pt x="941819" y="966304"/>
                  </a:lnTo>
                  <a:lnTo>
                    <a:pt x="987564" y="950798"/>
                  </a:lnTo>
                  <a:lnTo>
                    <a:pt x="1030846" y="931760"/>
                  </a:lnTo>
                  <a:lnTo>
                    <a:pt x="1071219" y="909167"/>
                  </a:lnTo>
                  <a:lnTo>
                    <a:pt x="1108189" y="883005"/>
                  </a:lnTo>
                  <a:lnTo>
                    <a:pt x="1141298" y="853224"/>
                  </a:lnTo>
                  <a:lnTo>
                    <a:pt x="1170063" y="819823"/>
                  </a:lnTo>
                  <a:lnTo>
                    <a:pt x="1194015" y="782751"/>
                  </a:lnTo>
                  <a:lnTo>
                    <a:pt x="1212672" y="741984"/>
                  </a:lnTo>
                  <a:lnTo>
                    <a:pt x="1225575" y="697509"/>
                  </a:lnTo>
                  <a:lnTo>
                    <a:pt x="1233309" y="642226"/>
                  </a:lnTo>
                  <a:lnTo>
                    <a:pt x="1231950" y="594804"/>
                  </a:lnTo>
                  <a:lnTo>
                    <a:pt x="1222514" y="554507"/>
                  </a:lnTo>
                  <a:lnTo>
                    <a:pt x="1183284" y="492379"/>
                  </a:lnTo>
                  <a:lnTo>
                    <a:pt x="1123530" y="449999"/>
                  </a:lnTo>
                  <a:lnTo>
                    <a:pt x="1088415" y="434390"/>
                  </a:lnTo>
                  <a:lnTo>
                    <a:pt x="1051115" y="421538"/>
                  </a:lnTo>
                  <a:lnTo>
                    <a:pt x="1012647" y="410718"/>
                  </a:lnTo>
                  <a:lnTo>
                    <a:pt x="936078" y="392214"/>
                  </a:lnTo>
                  <a:lnTo>
                    <a:pt x="899960" y="383082"/>
                  </a:lnTo>
                  <a:lnTo>
                    <a:pt x="849528" y="367804"/>
                  </a:lnTo>
                  <a:lnTo>
                    <a:pt x="804138" y="346938"/>
                  </a:lnTo>
                  <a:lnTo>
                    <a:pt x="773887" y="316407"/>
                  </a:lnTo>
                  <a:lnTo>
                    <a:pt x="768934" y="272110"/>
                  </a:lnTo>
                  <a:lnTo>
                    <a:pt x="785317" y="238429"/>
                  </a:lnTo>
                  <a:lnTo>
                    <a:pt x="816013" y="210680"/>
                  </a:lnTo>
                  <a:lnTo>
                    <a:pt x="856195" y="191858"/>
                  </a:lnTo>
                  <a:lnTo>
                    <a:pt x="901052" y="184924"/>
                  </a:lnTo>
                  <a:lnTo>
                    <a:pt x="932332" y="186893"/>
                  </a:lnTo>
                  <a:lnTo>
                    <a:pt x="980084" y="202222"/>
                  </a:lnTo>
                  <a:lnTo>
                    <a:pt x="1008494" y="231711"/>
                  </a:lnTo>
                  <a:lnTo>
                    <a:pt x="1016889" y="273837"/>
                  </a:lnTo>
                  <a:lnTo>
                    <a:pt x="1012901" y="299847"/>
                  </a:lnTo>
                  <a:lnTo>
                    <a:pt x="1277099" y="299847"/>
                  </a:lnTo>
                  <a:lnTo>
                    <a:pt x="1287627" y="249605"/>
                  </a:lnTo>
                  <a:lnTo>
                    <a:pt x="1289888" y="204787"/>
                  </a:lnTo>
                  <a:close/>
                </a:path>
                <a:path w="5242559" h="993775">
                  <a:moveTo>
                    <a:pt x="2244153" y="19761"/>
                  </a:moveTo>
                  <a:lnTo>
                    <a:pt x="1517561" y="19761"/>
                  </a:lnTo>
                  <a:lnTo>
                    <a:pt x="1314792" y="973645"/>
                  </a:lnTo>
                  <a:lnTo>
                    <a:pt x="2041398" y="973645"/>
                  </a:lnTo>
                  <a:lnTo>
                    <a:pt x="2080793" y="788670"/>
                  </a:lnTo>
                  <a:lnTo>
                    <a:pt x="1618399" y="788670"/>
                  </a:lnTo>
                  <a:lnTo>
                    <a:pt x="1661350" y="586536"/>
                  </a:lnTo>
                  <a:lnTo>
                    <a:pt x="2086737" y="586536"/>
                  </a:lnTo>
                  <a:lnTo>
                    <a:pt x="2125903" y="401612"/>
                  </a:lnTo>
                  <a:lnTo>
                    <a:pt x="1700504" y="401612"/>
                  </a:lnTo>
                  <a:lnTo>
                    <a:pt x="1742351" y="204736"/>
                  </a:lnTo>
                  <a:lnTo>
                    <a:pt x="2204758" y="204736"/>
                  </a:lnTo>
                  <a:lnTo>
                    <a:pt x="2244153" y="19761"/>
                  </a:lnTo>
                  <a:close/>
                </a:path>
                <a:path w="5242559" h="993775">
                  <a:moveTo>
                    <a:pt x="3323475" y="19761"/>
                  </a:moveTo>
                  <a:lnTo>
                    <a:pt x="3085681" y="19761"/>
                  </a:lnTo>
                  <a:lnTo>
                    <a:pt x="2935084" y="727875"/>
                  </a:lnTo>
                  <a:lnTo>
                    <a:pt x="2931998" y="730554"/>
                  </a:lnTo>
                  <a:lnTo>
                    <a:pt x="2816326" y="243078"/>
                  </a:lnTo>
                  <a:lnTo>
                    <a:pt x="2763329" y="19761"/>
                  </a:lnTo>
                  <a:lnTo>
                    <a:pt x="2393416" y="19761"/>
                  </a:lnTo>
                  <a:lnTo>
                    <a:pt x="2190648" y="973645"/>
                  </a:lnTo>
                  <a:lnTo>
                    <a:pt x="2428443" y="973645"/>
                  </a:lnTo>
                  <a:lnTo>
                    <a:pt x="2583700" y="243078"/>
                  </a:lnTo>
                  <a:lnTo>
                    <a:pt x="2586329" y="243078"/>
                  </a:lnTo>
                  <a:lnTo>
                    <a:pt x="2754757" y="973645"/>
                  </a:lnTo>
                  <a:lnTo>
                    <a:pt x="3120707" y="973645"/>
                  </a:lnTo>
                  <a:lnTo>
                    <a:pt x="3172383" y="730554"/>
                  </a:lnTo>
                  <a:lnTo>
                    <a:pt x="3323475" y="19761"/>
                  </a:lnTo>
                  <a:close/>
                </a:path>
                <a:path w="5242559" h="993775">
                  <a:moveTo>
                    <a:pt x="4293857" y="973645"/>
                  </a:moveTo>
                  <a:lnTo>
                    <a:pt x="4259923" y="787361"/>
                  </a:lnTo>
                  <a:lnTo>
                    <a:pt x="4226242" y="602399"/>
                  </a:lnTo>
                  <a:lnTo>
                    <a:pt x="4154043" y="206019"/>
                  </a:lnTo>
                  <a:lnTo>
                    <a:pt x="4120121" y="19761"/>
                  </a:lnTo>
                  <a:lnTo>
                    <a:pt x="3945966" y="19761"/>
                  </a:lnTo>
                  <a:lnTo>
                    <a:pt x="3945966" y="602399"/>
                  </a:lnTo>
                  <a:lnTo>
                    <a:pt x="3690988" y="602399"/>
                  </a:lnTo>
                  <a:lnTo>
                    <a:pt x="3904780" y="206019"/>
                  </a:lnTo>
                  <a:lnTo>
                    <a:pt x="3908729" y="206019"/>
                  </a:lnTo>
                  <a:lnTo>
                    <a:pt x="3945966" y="602399"/>
                  </a:lnTo>
                  <a:lnTo>
                    <a:pt x="3945966" y="19761"/>
                  </a:lnTo>
                  <a:lnTo>
                    <a:pt x="3797770" y="19761"/>
                  </a:lnTo>
                  <a:lnTo>
                    <a:pt x="3218446" y="973645"/>
                  </a:lnTo>
                  <a:lnTo>
                    <a:pt x="3482695" y="973645"/>
                  </a:lnTo>
                  <a:lnTo>
                    <a:pt x="3584397" y="787361"/>
                  </a:lnTo>
                  <a:lnTo>
                    <a:pt x="3971506" y="787361"/>
                  </a:lnTo>
                  <a:lnTo>
                    <a:pt x="3995280" y="973645"/>
                  </a:lnTo>
                  <a:lnTo>
                    <a:pt x="4293857" y="973645"/>
                  </a:lnTo>
                  <a:close/>
                </a:path>
                <a:path w="5242559" h="993775">
                  <a:moveTo>
                    <a:pt x="4861230" y="19761"/>
                  </a:moveTo>
                  <a:lnTo>
                    <a:pt x="4597044" y="19761"/>
                  </a:lnTo>
                  <a:lnTo>
                    <a:pt x="4394225" y="973645"/>
                  </a:lnTo>
                  <a:lnTo>
                    <a:pt x="4658461" y="973645"/>
                  </a:lnTo>
                  <a:lnTo>
                    <a:pt x="4861230" y="19761"/>
                  </a:lnTo>
                  <a:close/>
                </a:path>
                <a:path w="5242559" h="993775">
                  <a:moveTo>
                    <a:pt x="5242026" y="938250"/>
                  </a:moveTo>
                  <a:lnTo>
                    <a:pt x="4960455" y="938250"/>
                  </a:lnTo>
                  <a:lnTo>
                    <a:pt x="4960455" y="973455"/>
                  </a:lnTo>
                  <a:lnTo>
                    <a:pt x="5242026" y="973455"/>
                  </a:lnTo>
                  <a:lnTo>
                    <a:pt x="5242026" y="938250"/>
                  </a:lnTo>
                  <a:close/>
                </a:path>
                <a:path w="5242559" h="993775">
                  <a:moveTo>
                    <a:pt x="5242026" y="712901"/>
                  </a:moveTo>
                  <a:lnTo>
                    <a:pt x="4960455" y="712901"/>
                  </a:lnTo>
                  <a:lnTo>
                    <a:pt x="4960455" y="748106"/>
                  </a:lnTo>
                  <a:lnTo>
                    <a:pt x="5242026" y="748106"/>
                  </a:lnTo>
                  <a:lnTo>
                    <a:pt x="5242026" y="712901"/>
                  </a:lnTo>
                  <a:close/>
                </a:path>
                <a:path w="5242559" h="993775">
                  <a:moveTo>
                    <a:pt x="5242026" y="479120"/>
                  </a:moveTo>
                  <a:lnTo>
                    <a:pt x="4960455" y="479120"/>
                  </a:lnTo>
                  <a:lnTo>
                    <a:pt x="4960455" y="514324"/>
                  </a:lnTo>
                  <a:lnTo>
                    <a:pt x="5242026" y="514324"/>
                  </a:lnTo>
                  <a:lnTo>
                    <a:pt x="5242026" y="479120"/>
                  </a:lnTo>
                  <a:close/>
                </a:path>
                <a:path w="5242559" h="993775">
                  <a:moveTo>
                    <a:pt x="5242026" y="248475"/>
                  </a:moveTo>
                  <a:lnTo>
                    <a:pt x="4960455" y="248475"/>
                  </a:lnTo>
                  <a:lnTo>
                    <a:pt x="4960455" y="283730"/>
                  </a:lnTo>
                  <a:lnTo>
                    <a:pt x="5242026" y="283730"/>
                  </a:lnTo>
                  <a:lnTo>
                    <a:pt x="5242026" y="248475"/>
                  </a:lnTo>
                  <a:close/>
                </a:path>
                <a:path w="5242559" h="993775">
                  <a:moveTo>
                    <a:pt x="5242026" y="23812"/>
                  </a:moveTo>
                  <a:lnTo>
                    <a:pt x="4960455" y="23812"/>
                  </a:lnTo>
                  <a:lnTo>
                    <a:pt x="4960455" y="59016"/>
                  </a:lnTo>
                  <a:lnTo>
                    <a:pt x="5242026" y="59016"/>
                  </a:lnTo>
                  <a:lnTo>
                    <a:pt x="5242026" y="238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235576" y="4635933"/>
            <a:ext cx="511492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solidFill>
                  <a:srgbClr val="FFFFFF"/>
                </a:solidFill>
              </a:rPr>
              <a:t>DEPARTAMENTO</a:t>
            </a:r>
            <a:r>
              <a:rPr sz="2800" spc="-5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REGIONAL</a:t>
            </a:r>
            <a:endParaRPr sz="2800"/>
          </a:p>
        </p:txBody>
      </p:sp>
      <p:sp>
        <p:nvSpPr>
          <p:cNvPr id="7" name="object 7"/>
          <p:cNvSpPr txBox="1"/>
          <p:nvPr/>
        </p:nvSpPr>
        <p:spPr>
          <a:xfrm>
            <a:off x="10231201" y="5107290"/>
            <a:ext cx="6974205" cy="1459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ts val="3270"/>
              </a:lnSpc>
              <a:spcBef>
                <a:spcPts val="100"/>
              </a:spcBef>
            </a:pPr>
            <a:r>
              <a:rPr sz="2800" b="1" dirty="0">
                <a:solidFill>
                  <a:srgbClr val="FFFFFF"/>
                </a:solidFill>
                <a:latin typeface="Montserrat ExtraBold"/>
                <a:cs typeface="Montserrat ExtraBold"/>
              </a:rPr>
              <a:t>DE</a:t>
            </a:r>
            <a:r>
              <a:rPr sz="2800" b="1" spc="-30" dirty="0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Montserrat ExtraBold"/>
                <a:cs typeface="Montserrat ExtraBold"/>
              </a:rPr>
              <a:t>SÃO</a:t>
            </a:r>
            <a:r>
              <a:rPr sz="2800" b="1" spc="-25" dirty="0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sz="2800" b="1" spc="-40" dirty="0">
                <a:solidFill>
                  <a:srgbClr val="FFFFFF"/>
                </a:solidFill>
                <a:latin typeface="Montserrat ExtraBold"/>
                <a:cs typeface="Montserrat ExtraBold"/>
              </a:rPr>
              <a:t>PAULO</a:t>
            </a:r>
            <a:endParaRPr sz="2800">
              <a:latin typeface="Montserrat ExtraBold"/>
              <a:cs typeface="Montserrat ExtraBold"/>
            </a:endParaRPr>
          </a:p>
          <a:p>
            <a:pPr marL="12700">
              <a:lnSpc>
                <a:spcPts val="8009"/>
              </a:lnSpc>
            </a:pPr>
            <a:r>
              <a:rPr sz="6750" spc="-25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ww</a:t>
            </a:r>
            <a:r>
              <a:rPr sz="6750" spc="-220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w</a:t>
            </a:r>
            <a:r>
              <a:rPr sz="6750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.s</a:t>
            </a:r>
            <a:r>
              <a:rPr sz="6750" spc="-100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p</a:t>
            </a:r>
            <a:r>
              <a:rPr sz="6750" spc="5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.senai.br</a:t>
            </a:r>
            <a:endParaRPr sz="6750">
              <a:latin typeface="Montserrat"/>
              <a:cs typeface="Montserra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4154076"/>
            <a:ext cx="20104100" cy="7154545"/>
            <a:chOff x="0" y="4154076"/>
            <a:chExt cx="20104100" cy="7154545"/>
          </a:xfrm>
        </p:grpSpPr>
        <p:sp>
          <p:nvSpPr>
            <p:cNvPr id="9" name="object 9"/>
            <p:cNvSpPr/>
            <p:nvPr/>
          </p:nvSpPr>
          <p:spPr>
            <a:xfrm>
              <a:off x="9201187" y="4154076"/>
              <a:ext cx="0" cy="3001010"/>
            </a:xfrm>
            <a:custGeom>
              <a:avLst/>
              <a:gdLst/>
              <a:ahLst/>
              <a:cxnLst/>
              <a:rect l="l" t="t" r="r" b="b"/>
              <a:pathLst>
                <a:path h="3001009">
                  <a:moveTo>
                    <a:pt x="0" y="3000400"/>
                  </a:moveTo>
                  <a:lnTo>
                    <a:pt x="0" y="0"/>
                  </a:lnTo>
                </a:path>
              </a:pathLst>
            </a:custGeom>
            <a:ln w="2783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C1C1FFBC5B64943BE6D3064162973C9" ma:contentTypeVersion="13" ma:contentTypeDescription="Crie um novo documento." ma:contentTypeScope="" ma:versionID="40fa6b34c81f3a289ccbc7b1e1965271">
  <xsd:schema xmlns:xsd="http://www.w3.org/2001/XMLSchema" xmlns:xs="http://www.w3.org/2001/XMLSchema" xmlns:p="http://schemas.microsoft.com/office/2006/metadata/properties" xmlns:ns2="2bd5af90-2c43-4f56-be08-340e2f91aafd" xmlns:ns3="b9c37b37-d0ad-42a5-892e-3cb8fae6311e" targetNamespace="http://schemas.microsoft.com/office/2006/metadata/properties" ma:root="true" ma:fieldsID="8fc80ff9e100d70d9cbefb719233993e" ns2:_="" ns3:_="">
    <xsd:import namespace="2bd5af90-2c43-4f56-be08-340e2f91aafd"/>
    <xsd:import namespace="b9c37b37-d0ad-42a5-892e-3cb8fae631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d5af90-2c43-4f56-be08-340e2f91aa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c37b37-d0ad-42a5-892e-3cb8fae6311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AA42D19-56A1-4D0B-AB84-67451006DC5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DE43EA8-E4F7-4FB4-A903-CFCDB99F07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bd5af90-2c43-4f56-be08-340e2f91aafd"/>
    <ds:schemaRef ds:uri="b9c37b37-d0ad-42a5-892e-3cb8fae631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5F35E67-04E6-4922-B19E-6681FBF95DE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Words>228</Words>
  <Application>Microsoft Office PowerPoint</Application>
  <PresentationFormat>Personalizar</PresentationFormat>
  <Paragraphs>64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Calibri</vt:lpstr>
      <vt:lpstr>Montserrat ExtraBold</vt:lpstr>
      <vt:lpstr>Arial</vt:lpstr>
      <vt:lpstr>Montserrat Light</vt:lpstr>
      <vt:lpstr>Montserrat</vt:lpstr>
      <vt:lpstr>Office Theme</vt:lpstr>
      <vt:lpstr>Apresentação do PowerPoint</vt:lpstr>
      <vt:lpstr>Apresentação do PowerPoint</vt:lpstr>
      <vt:lpstr>CURSO TÉCNICO  DESENVOLVIMENTO DE SISTEMAS</vt:lpstr>
      <vt:lpstr>TÉCNOLOGIA DA INFORMAÇÃO DESENVOLVIMENTO</vt:lpstr>
      <vt:lpstr>TEC DEV. SISTEMAS COMPETÊNCIA GERAL</vt:lpstr>
      <vt:lpstr>TEC DEV. SISTEMAS FUNÇÕES</vt:lpstr>
      <vt:lpstr>TEC DEV. SISTEMAS MERCADO x MODALIDADE</vt:lpstr>
      <vt:lpstr>TEC DEV. SISTEMAS REMUNERAÇÃO - 2026</vt:lpstr>
      <vt:lpstr>TEC DEV. SISTEMAS MSEP (METODOLOGIA SENAI APR. INDÚSTRIAL)</vt:lpstr>
      <vt:lpstr>DÚVIDAS SUJESTÕES</vt:lpstr>
      <vt:lpstr>DEPARTAMENTO REGIONAL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template_ppt_senaisp</dc:title>
  <dc:creator>carlos</dc:creator>
  <cp:lastModifiedBy>Wellington Fabio de Oliveira Martins</cp:lastModifiedBy>
  <cp:revision>32</cp:revision>
  <dcterms:created xsi:type="dcterms:W3CDTF">2021-08-24T16:20:14Z</dcterms:created>
  <dcterms:modified xsi:type="dcterms:W3CDTF">2026-08-26T14:26:30Z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2021-08-24T00:00:00Z</vt:filetime>
  </property>
  <property fmtid="{D5CDD505-2E9C-101B-9397-08002B2CF9AE}" pid="3" name="Creator">
    <vt:lpwstr>Adobe Illustrator 25.2 (Windows)</vt:lpwstr>
  </property>
  <property fmtid="{D5CDD505-2E9C-101B-9397-08002B2CF9AE}" pid="4" name="LastSaved">
    <vt:filetime>2021-08-24T00:00:00Z</vt:filetime>
  </property>
  <property fmtid="{D5CDD505-2E9C-101B-9397-08002B2CF9AE}" pid="5" name="ContentTypeId">
    <vt:lpwstr>0x0101001C1C1FFBC5B64943BE6D3064162973C9</vt:lpwstr>
  </property>
</Properties>
</file>