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78" r:id="rId12"/>
    <p:sldId id="263" r:id="rId13"/>
    <p:sldId id="264" r:id="rId14"/>
    <p:sldId id="265" r:id="rId15"/>
    <p:sldId id="266" r:id="rId16"/>
    <p:sldId id="279" r:id="rId17"/>
    <p:sldId id="280" r:id="rId18"/>
    <p:sldId id="267" r:id="rId19"/>
    <p:sldId id="281" r:id="rId20"/>
    <p:sldId id="282" r:id="rId21"/>
    <p:sldId id="268" r:id="rId22"/>
    <p:sldId id="269" r:id="rId23"/>
    <p:sldId id="283" r:id="rId24"/>
    <p:sldId id="284" r:id="rId25"/>
    <p:sldId id="285" r:id="rId26"/>
    <p:sldId id="277" r:id="rId27"/>
  </p:sldIdLst>
  <p:sldSz cx="20104100" cy="11309350"/>
  <p:notesSz cx="20104100" cy="1130935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Montserrat ExtraBold" panose="00000900000000000000" pitchFamily="2" charset="0"/>
      <p:bold r:id="rId32"/>
      <p:boldItalic r:id="rId33"/>
    </p:embeddedFont>
    <p:embeddedFont>
      <p:font typeface="Montserrat Light" panose="00000400000000000000" pitchFamily="2" charset="0"/>
      <p:regular r:id="rId34"/>
      <p:italic r:id="rId35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0E3ABB-C11A-BBD9-2802-532C104E159E}" v="1" dt="2022-01-25T14:55:06.476"/>
    <p1510:client id="{67B79760-9B19-EA06-B321-81BE3DC8DF22}" v="11" dt="2022-01-28T13:28:15.146"/>
    <p1510:client id="{E26C3A5A-D7F9-6D2D-9C24-7E05DE01AA21}" v="11" dt="2021-11-30T01:30:03.168"/>
    <p1510:client id="{E274CB7D-D5F6-CB88-97F7-1F9BAF23F222}" v="10" dt="2021-11-30T01:31:45.183"/>
    <p1510:client id="{E997C4D9-1869-CBC7-0693-58570764A1CA}" v="16" dt="2022-08-15T19:44:12.365"/>
    <p1510:client id="{F9CA789C-FA2B-ABC1-4746-E0D93CC19689}" v="1" dt="2022-01-26T14:38:05.24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77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font" Target="fonts/font7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6.fntdata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2.fntdata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5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1.fntdata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3.fntdata"/><Relationship Id="rId35" Type="http://schemas.openxmlformats.org/officeDocument/2006/relationships/font" Target="fonts/font8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Miguel Leal da Silva" userId="S::lucas.msilva@sp.senai.br::5c40faec-5f1f-47e9-a958-68edb761d629" providerId="AD" clId="Web-{E26C3A5A-D7F9-6D2D-9C24-7E05DE01AA21}"/>
    <pc:docChg chg="modSld">
      <pc:chgData name="Lucas Miguel Leal da Silva" userId="S::lucas.msilva@sp.senai.br::5c40faec-5f1f-47e9-a958-68edb761d629" providerId="AD" clId="Web-{E26C3A5A-D7F9-6D2D-9C24-7E05DE01AA21}" dt="2021-11-30T01:30:03.168" v="10" actId="1076"/>
      <pc:docMkLst>
        <pc:docMk/>
      </pc:docMkLst>
      <pc:sldChg chg="modSp">
        <pc:chgData name="Lucas Miguel Leal da Silva" userId="S::lucas.msilva@sp.senai.br::5c40faec-5f1f-47e9-a958-68edb761d629" providerId="AD" clId="Web-{E26C3A5A-D7F9-6D2D-9C24-7E05DE01AA21}" dt="2021-11-30T01:25:45.023" v="3" actId="1076"/>
        <pc:sldMkLst>
          <pc:docMk/>
          <pc:sldMk cId="0" sldId="256"/>
        </pc:sldMkLst>
        <pc:spChg chg="mod">
          <ac:chgData name="Lucas Miguel Leal da Silva" userId="S::lucas.msilva@sp.senai.br::5c40faec-5f1f-47e9-a958-68edb761d629" providerId="AD" clId="Web-{E26C3A5A-D7F9-6D2D-9C24-7E05DE01AA21}" dt="2021-11-30T01:25:45.023" v="3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Lucas Miguel Leal da Silva" userId="S::lucas.msilva@sp.senai.br::5c40faec-5f1f-47e9-a958-68edb761d629" providerId="AD" clId="Web-{E26C3A5A-D7F9-6D2D-9C24-7E05DE01AA21}" dt="2021-11-30T01:10:29.601" v="1" actId="1076"/>
          <ac:spMkLst>
            <pc:docMk/>
            <pc:sldMk cId="0" sldId="256"/>
            <ac:spMk id="5" creationId="{00000000-0000-0000-0000-000000000000}"/>
          </ac:spMkLst>
        </pc:spChg>
      </pc:sldChg>
      <pc:sldChg chg="modSp">
        <pc:chgData name="Lucas Miguel Leal da Silva" userId="S::lucas.msilva@sp.senai.br::5c40faec-5f1f-47e9-a958-68edb761d629" providerId="AD" clId="Web-{E26C3A5A-D7F9-6D2D-9C24-7E05DE01AA21}" dt="2021-11-30T01:29:48.168" v="5" actId="1076"/>
        <pc:sldMkLst>
          <pc:docMk/>
          <pc:sldMk cId="0" sldId="257"/>
        </pc:sldMkLst>
        <pc:spChg chg="mod">
          <ac:chgData name="Lucas Miguel Leal da Silva" userId="S::lucas.msilva@sp.senai.br::5c40faec-5f1f-47e9-a958-68edb761d629" providerId="AD" clId="Web-{E26C3A5A-D7F9-6D2D-9C24-7E05DE01AA21}" dt="2021-11-30T01:29:48.168" v="5" actId="1076"/>
          <ac:spMkLst>
            <pc:docMk/>
            <pc:sldMk cId="0" sldId="257"/>
            <ac:spMk id="71" creationId="{00000000-0000-0000-0000-000000000000}"/>
          </ac:spMkLst>
        </pc:spChg>
        <pc:grpChg chg="mod">
          <ac:chgData name="Lucas Miguel Leal da Silva" userId="S::lucas.msilva@sp.senai.br::5c40faec-5f1f-47e9-a958-68edb761d629" providerId="AD" clId="Web-{E26C3A5A-D7F9-6D2D-9C24-7E05DE01AA21}" dt="2021-11-30T01:26:18.805" v="4" actId="1076"/>
          <ac:grpSpMkLst>
            <pc:docMk/>
            <pc:sldMk cId="0" sldId="257"/>
            <ac:grpSpMk id="4" creationId="{00000000-0000-0000-0000-000000000000}"/>
          </ac:grpSpMkLst>
        </pc:grpChg>
      </pc:sldChg>
      <pc:sldChg chg="modSp">
        <pc:chgData name="Lucas Miguel Leal da Silva" userId="S::lucas.msilva@sp.senai.br::5c40faec-5f1f-47e9-a958-68edb761d629" providerId="AD" clId="Web-{E26C3A5A-D7F9-6D2D-9C24-7E05DE01AA21}" dt="2021-11-30T01:30:03.168" v="10" actId="1076"/>
        <pc:sldMkLst>
          <pc:docMk/>
          <pc:sldMk cId="0" sldId="258"/>
        </pc:sldMkLst>
        <pc:spChg chg="mod">
          <ac:chgData name="Lucas Miguel Leal da Silva" userId="S::lucas.msilva@sp.senai.br::5c40faec-5f1f-47e9-a958-68edb761d629" providerId="AD" clId="Web-{E26C3A5A-D7F9-6D2D-9C24-7E05DE01AA21}" dt="2021-11-30T01:30:03.168" v="10" actId="1076"/>
          <ac:spMkLst>
            <pc:docMk/>
            <pc:sldMk cId="0" sldId="258"/>
            <ac:spMk id="68" creationId="{00000000-0000-0000-0000-000000000000}"/>
          </ac:spMkLst>
        </pc:spChg>
        <pc:grpChg chg="mod">
          <ac:chgData name="Lucas Miguel Leal da Silva" userId="S::lucas.msilva@sp.senai.br::5c40faec-5f1f-47e9-a958-68edb761d629" providerId="AD" clId="Web-{E26C3A5A-D7F9-6D2D-9C24-7E05DE01AA21}" dt="2021-11-30T01:29:51.324" v="6" actId="1076"/>
          <ac:grpSpMkLst>
            <pc:docMk/>
            <pc:sldMk cId="0" sldId="258"/>
            <ac:grpSpMk id="66" creationId="{00000000-0000-0000-0000-000000000000}"/>
          </ac:grpSpMkLst>
        </pc:grpChg>
      </pc:sldChg>
    </pc:docChg>
  </pc:docChgLst>
  <pc:docChgLst>
    <pc:chgData name="Aruana Marcondes" userId="S::aruana.marcondes@sp.senai.br::3b5ba883-9796-4925-87dd-7395c5a849ef" providerId="AD" clId="Web-{F9CA789C-FA2B-ABC1-4746-E0D93CC19689}"/>
    <pc:docChg chg="modSld">
      <pc:chgData name="Aruana Marcondes" userId="S::aruana.marcondes@sp.senai.br::3b5ba883-9796-4925-87dd-7395c5a849ef" providerId="AD" clId="Web-{F9CA789C-FA2B-ABC1-4746-E0D93CC19689}" dt="2022-01-26T14:38:05.244" v="0"/>
      <pc:docMkLst>
        <pc:docMk/>
      </pc:docMkLst>
      <pc:sldChg chg="delSp">
        <pc:chgData name="Aruana Marcondes" userId="S::aruana.marcondes@sp.senai.br::3b5ba883-9796-4925-87dd-7395c5a849ef" providerId="AD" clId="Web-{F9CA789C-FA2B-ABC1-4746-E0D93CC19689}" dt="2022-01-26T14:38:05.244" v="0"/>
        <pc:sldMkLst>
          <pc:docMk/>
          <pc:sldMk cId="0" sldId="258"/>
        </pc:sldMkLst>
        <pc:picChg chg="del">
          <ac:chgData name="Aruana Marcondes" userId="S::aruana.marcondes@sp.senai.br::3b5ba883-9796-4925-87dd-7395c5a849ef" providerId="AD" clId="Web-{F9CA789C-FA2B-ABC1-4746-E0D93CC19689}" dt="2022-01-26T14:38:05.244" v="0"/>
          <ac:picMkLst>
            <pc:docMk/>
            <pc:sldMk cId="0" sldId="258"/>
            <ac:picMk id="66" creationId="{06106D5E-0E16-4805-AB25-BF77A3F07626}"/>
          </ac:picMkLst>
        </pc:picChg>
      </pc:sldChg>
    </pc:docChg>
  </pc:docChgLst>
  <pc:docChgLst>
    <pc:chgData name="Lucas Miguel Leal da Silva" userId="S::lucas.msilva@sp.senai.br::5c40faec-5f1f-47e9-a958-68edb761d629" providerId="AD" clId="Web-{E274CB7D-D5F6-CB88-97F7-1F9BAF23F222}"/>
    <pc:docChg chg="modSld">
      <pc:chgData name="Lucas Miguel Leal da Silva" userId="S::lucas.msilva@sp.senai.br::5c40faec-5f1f-47e9-a958-68edb761d629" providerId="AD" clId="Web-{E274CB7D-D5F6-CB88-97F7-1F9BAF23F222}" dt="2021-11-30T01:31:45.183" v="9"/>
      <pc:docMkLst>
        <pc:docMk/>
      </pc:docMkLst>
      <pc:sldChg chg="addSp delSp modSp">
        <pc:chgData name="Lucas Miguel Leal da Silva" userId="S::lucas.msilva@sp.senai.br::5c40faec-5f1f-47e9-a958-68edb761d629" providerId="AD" clId="Web-{E274CB7D-D5F6-CB88-97F7-1F9BAF23F222}" dt="2021-11-30T01:31:45.183" v="9"/>
        <pc:sldMkLst>
          <pc:docMk/>
          <pc:sldMk cId="0" sldId="257"/>
        </pc:sldMkLst>
        <pc:spChg chg="del mod">
          <ac:chgData name="Lucas Miguel Leal da Silva" userId="S::lucas.msilva@sp.senai.br::5c40faec-5f1f-47e9-a958-68edb761d629" providerId="AD" clId="Web-{E274CB7D-D5F6-CB88-97F7-1F9BAF23F222}" dt="2021-11-30T01:31:37.698" v="7"/>
          <ac:spMkLst>
            <pc:docMk/>
            <pc:sldMk cId="0" sldId="257"/>
            <ac:spMk id="71" creationId="{00000000-0000-0000-0000-000000000000}"/>
          </ac:spMkLst>
        </pc:spChg>
        <pc:spChg chg="add mod">
          <ac:chgData name="Lucas Miguel Leal da Silva" userId="S::lucas.msilva@sp.senai.br::5c40faec-5f1f-47e9-a958-68edb761d629" providerId="AD" clId="Web-{E274CB7D-D5F6-CB88-97F7-1F9BAF23F222}" dt="2021-11-30T01:31:42.995" v="8"/>
          <ac:spMkLst>
            <pc:docMk/>
            <pc:sldMk cId="0" sldId="257"/>
            <ac:spMk id="77" creationId="{1A8410D5-09A9-4E9A-8324-AE05DD12526F}"/>
          </ac:spMkLst>
        </pc:spChg>
        <pc:spChg chg="add del mod">
          <ac:chgData name="Lucas Miguel Leal da Silva" userId="S::lucas.msilva@sp.senai.br::5c40faec-5f1f-47e9-a958-68edb761d629" providerId="AD" clId="Web-{E274CB7D-D5F6-CB88-97F7-1F9BAF23F222}" dt="2021-11-30T01:31:45.183" v="9"/>
          <ac:spMkLst>
            <pc:docMk/>
            <pc:sldMk cId="0" sldId="257"/>
            <ac:spMk id="79" creationId="{F8D9D440-CCAE-4CA4-875F-AD08D54F116D}"/>
          </ac:spMkLst>
        </pc:spChg>
        <pc:grpChg chg="del mod">
          <ac:chgData name="Lucas Miguel Leal da Silva" userId="S::lucas.msilva@sp.senai.br::5c40faec-5f1f-47e9-a958-68edb761d629" providerId="AD" clId="Web-{E274CB7D-D5F6-CB88-97F7-1F9BAF23F222}" dt="2021-11-30T01:31:06.979" v="2"/>
          <ac:grpSpMkLst>
            <pc:docMk/>
            <pc:sldMk cId="0" sldId="257"/>
            <ac:grpSpMk id="4" creationId="{00000000-0000-0000-0000-000000000000}"/>
          </ac:grpSpMkLst>
        </pc:grpChg>
        <pc:grpChg chg="add">
          <ac:chgData name="Lucas Miguel Leal da Silva" userId="S::lucas.msilva@sp.senai.br::5c40faec-5f1f-47e9-a958-68edb761d629" providerId="AD" clId="Web-{E274CB7D-D5F6-CB88-97F7-1F9BAF23F222}" dt="2021-11-30T01:31:20.510" v="5"/>
          <ac:grpSpMkLst>
            <pc:docMk/>
            <pc:sldMk cId="0" sldId="257"/>
            <ac:grpSpMk id="75" creationId="{0BCB4BF7-1C02-4670-98EB-A548B299ADD0}"/>
          </ac:grpSpMkLst>
        </pc:grpChg>
      </pc:sldChg>
      <pc:sldChg chg="addSp delSp">
        <pc:chgData name="Lucas Miguel Leal da Silva" userId="S::lucas.msilva@sp.senai.br::5c40faec-5f1f-47e9-a958-68edb761d629" providerId="AD" clId="Web-{E274CB7D-D5F6-CB88-97F7-1F9BAF23F222}" dt="2021-11-30T01:31:18.042" v="4"/>
        <pc:sldMkLst>
          <pc:docMk/>
          <pc:sldMk cId="0" sldId="258"/>
        </pc:sldMkLst>
        <pc:grpChg chg="del">
          <ac:chgData name="Lucas Miguel Leal da Silva" userId="S::lucas.msilva@sp.senai.br::5c40faec-5f1f-47e9-a958-68edb761d629" providerId="AD" clId="Web-{E274CB7D-D5F6-CB88-97F7-1F9BAF23F222}" dt="2021-11-30T01:31:18.042" v="4"/>
          <ac:grpSpMkLst>
            <pc:docMk/>
            <pc:sldMk cId="0" sldId="258"/>
            <ac:grpSpMk id="66" creationId="{00000000-0000-0000-0000-000000000000}"/>
          </ac:grpSpMkLst>
        </pc:grpChg>
        <pc:grpChg chg="add">
          <ac:chgData name="Lucas Miguel Leal da Silva" userId="S::lucas.msilva@sp.senai.br::5c40faec-5f1f-47e9-a958-68edb761d629" providerId="AD" clId="Web-{E274CB7D-D5F6-CB88-97F7-1F9BAF23F222}" dt="2021-11-30T01:31:14.854" v="3"/>
          <ac:grpSpMkLst>
            <pc:docMk/>
            <pc:sldMk cId="0" sldId="258"/>
            <ac:grpSpMk id="75" creationId="{28DCA77A-25D6-4AC8-926C-CA966CB46EF3}"/>
          </ac:grpSpMkLst>
        </pc:grpChg>
      </pc:sldChg>
    </pc:docChg>
  </pc:docChgLst>
  <pc:docChgLst>
    <pc:chgData name="Aruana Marcondes" userId="S::aruana.marcondes@sp.senai.br::3b5ba883-9796-4925-87dd-7395c5a849ef" providerId="AD" clId="Web-{280E3ABB-C11A-BBD9-2802-532C104E159E}"/>
    <pc:docChg chg="modSld">
      <pc:chgData name="Aruana Marcondes" userId="S::aruana.marcondes@sp.senai.br::3b5ba883-9796-4925-87dd-7395c5a849ef" providerId="AD" clId="Web-{280E3ABB-C11A-BBD9-2802-532C104E159E}" dt="2022-01-25T14:55:06.476" v="0"/>
      <pc:docMkLst>
        <pc:docMk/>
      </pc:docMkLst>
      <pc:sldChg chg="addSp modSp">
        <pc:chgData name="Aruana Marcondes" userId="S::aruana.marcondes@sp.senai.br::3b5ba883-9796-4925-87dd-7395c5a849ef" providerId="AD" clId="Web-{280E3ABB-C11A-BBD9-2802-532C104E159E}" dt="2022-01-25T14:55:06.476" v="0"/>
        <pc:sldMkLst>
          <pc:docMk/>
          <pc:sldMk cId="0" sldId="258"/>
        </pc:sldMkLst>
        <pc:picChg chg="add mod">
          <ac:chgData name="Aruana Marcondes" userId="S::aruana.marcondes@sp.senai.br::3b5ba883-9796-4925-87dd-7395c5a849ef" providerId="AD" clId="Web-{280E3ABB-C11A-BBD9-2802-532C104E159E}" dt="2022-01-25T14:55:06.476" v="0"/>
          <ac:picMkLst>
            <pc:docMk/>
            <pc:sldMk cId="0" sldId="258"/>
            <ac:picMk id="66" creationId="{06106D5E-0E16-4805-AB25-BF77A3F07626}"/>
          </ac:picMkLst>
        </pc:picChg>
      </pc:sldChg>
    </pc:docChg>
  </pc:docChgLst>
  <pc:docChgLst>
    <pc:chgData name="Adelia Bianca Magi de Moura" userId="S::adelia.moura@sp.senai.br::1d064294-64c6-4623-8dcc-126153f5c19e" providerId="AD" clId="Web-{E997C4D9-1869-CBC7-0693-58570764A1CA}"/>
    <pc:docChg chg="modSld">
      <pc:chgData name="Adelia Bianca Magi de Moura" userId="S::adelia.moura@sp.senai.br::1d064294-64c6-4623-8dcc-126153f5c19e" providerId="AD" clId="Web-{E997C4D9-1869-CBC7-0693-58570764A1CA}" dt="2022-08-15T19:44:12.365" v="15" actId="1076"/>
      <pc:docMkLst>
        <pc:docMk/>
      </pc:docMkLst>
      <pc:sldChg chg="addSp delSp modSp">
        <pc:chgData name="Adelia Bianca Magi de Moura" userId="S::adelia.moura@sp.senai.br::1d064294-64c6-4623-8dcc-126153f5c19e" providerId="AD" clId="Web-{E997C4D9-1869-CBC7-0693-58570764A1CA}" dt="2022-08-15T19:44:12.365" v="15" actId="1076"/>
        <pc:sldMkLst>
          <pc:docMk/>
          <pc:sldMk cId="0" sldId="277"/>
        </pc:sldMkLst>
        <pc:spChg chg="add del">
          <ac:chgData name="Adelia Bianca Magi de Moura" userId="S::adelia.moura@sp.senai.br::1d064294-64c6-4623-8dcc-126153f5c19e" providerId="AD" clId="Web-{E997C4D9-1869-CBC7-0693-58570764A1CA}" dt="2022-08-15T19:44:00.364" v="11"/>
          <ac:spMkLst>
            <pc:docMk/>
            <pc:sldMk cId="0" sldId="277"/>
            <ac:spMk id="4" creationId="{00000000-0000-0000-0000-000000000000}"/>
          </ac:spMkLst>
        </pc:spChg>
        <pc:spChg chg="mod">
          <ac:chgData name="Adelia Bianca Magi de Moura" userId="S::adelia.moura@sp.senai.br::1d064294-64c6-4623-8dcc-126153f5c19e" providerId="AD" clId="Web-{E997C4D9-1869-CBC7-0693-58570764A1CA}" dt="2022-08-15T19:44:12.365" v="15" actId="1076"/>
          <ac:spMkLst>
            <pc:docMk/>
            <pc:sldMk cId="0" sldId="277"/>
            <ac:spMk id="5" creationId="{00000000-0000-0000-0000-000000000000}"/>
          </ac:spMkLst>
        </pc:spChg>
        <pc:grpChg chg="mod">
          <ac:chgData name="Adelia Bianca Magi de Moura" userId="S::adelia.moura@sp.senai.br::1d064294-64c6-4623-8dcc-126153f5c19e" providerId="AD" clId="Web-{E997C4D9-1869-CBC7-0693-58570764A1CA}" dt="2022-08-15T19:44:06.521" v="13" actId="1076"/>
          <ac:grpSpMkLst>
            <pc:docMk/>
            <pc:sldMk cId="0" sldId="277"/>
            <ac:grpSpMk id="2" creationId="{00000000-0000-0000-0000-000000000000}"/>
          </ac:grpSpMkLst>
        </pc:grpChg>
        <pc:grpChg chg="mod">
          <ac:chgData name="Adelia Bianca Magi de Moura" userId="S::adelia.moura@sp.senai.br::1d064294-64c6-4623-8dcc-126153f5c19e" providerId="AD" clId="Web-{E997C4D9-1869-CBC7-0693-58570764A1CA}" dt="2022-08-15T19:43:38.489" v="10" actId="1076"/>
          <ac:grpSpMkLst>
            <pc:docMk/>
            <pc:sldMk cId="0" sldId="277"/>
            <ac:grpSpMk id="8" creationId="{00000000-0000-0000-0000-000000000000}"/>
          </ac:grpSpMkLst>
        </pc:grpChg>
      </pc:sldChg>
    </pc:docChg>
  </pc:docChgLst>
  <pc:docChgLst>
    <pc:chgData name="Luciana Seguin E Seguin" userId="S::luciana.seguin@sp.senai.br::c06bbc8a-9dca-427a-8349-4d2edc3ff980" providerId="AD" clId="Web-{67B79760-9B19-EA06-B321-81BE3DC8DF22}"/>
    <pc:docChg chg="modSld">
      <pc:chgData name="Luciana Seguin E Seguin" userId="S::luciana.seguin@sp.senai.br::c06bbc8a-9dca-427a-8349-4d2edc3ff980" providerId="AD" clId="Web-{67B79760-9B19-EA06-B321-81BE3DC8DF22}" dt="2022-01-28T13:28:15.146" v="5" actId="20577"/>
      <pc:docMkLst>
        <pc:docMk/>
      </pc:docMkLst>
      <pc:sldChg chg="modSp">
        <pc:chgData name="Luciana Seguin E Seguin" userId="S::luciana.seguin@sp.senai.br::c06bbc8a-9dca-427a-8349-4d2edc3ff980" providerId="AD" clId="Web-{67B79760-9B19-EA06-B321-81BE3DC8DF22}" dt="2022-01-28T13:27:58.270" v="2" actId="20577"/>
        <pc:sldMkLst>
          <pc:docMk/>
          <pc:sldMk cId="0" sldId="261"/>
        </pc:sldMkLst>
        <pc:spChg chg="mod">
          <ac:chgData name="Luciana Seguin E Seguin" userId="S::luciana.seguin@sp.senai.br::c06bbc8a-9dca-427a-8349-4d2edc3ff980" providerId="AD" clId="Web-{67B79760-9B19-EA06-B321-81BE3DC8DF22}" dt="2022-01-28T13:27:58.270" v="2" actId="20577"/>
          <ac:spMkLst>
            <pc:docMk/>
            <pc:sldMk cId="0" sldId="261"/>
            <ac:spMk id="15" creationId="{00000000-0000-0000-0000-000000000000}"/>
          </ac:spMkLst>
        </pc:spChg>
      </pc:sldChg>
      <pc:sldChg chg="modSp">
        <pc:chgData name="Luciana Seguin E Seguin" userId="S::luciana.seguin@sp.senai.br::c06bbc8a-9dca-427a-8349-4d2edc3ff980" providerId="AD" clId="Web-{67B79760-9B19-EA06-B321-81BE3DC8DF22}" dt="2022-01-28T13:28:15.146" v="5" actId="20577"/>
        <pc:sldMkLst>
          <pc:docMk/>
          <pc:sldMk cId="0" sldId="270"/>
        </pc:sldMkLst>
        <pc:spChg chg="mod">
          <ac:chgData name="Luciana Seguin E Seguin" userId="S::luciana.seguin@sp.senai.br::c06bbc8a-9dca-427a-8349-4d2edc3ff980" providerId="AD" clId="Web-{67B79760-9B19-EA06-B321-81BE3DC8DF22}" dt="2022-01-28T13:28:15.146" v="5" actId="20577"/>
          <ac:spMkLst>
            <pc:docMk/>
            <pc:sldMk cId="0" sldId="270"/>
            <ac:spMk id="7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052050" y="0"/>
            <a:ext cx="10052050" cy="11151870"/>
          </a:xfrm>
          <a:custGeom>
            <a:avLst/>
            <a:gdLst/>
            <a:ahLst/>
            <a:cxnLst/>
            <a:rect l="l" t="t" r="r" b="b"/>
            <a:pathLst>
              <a:path w="10052050" h="11151870">
                <a:moveTo>
                  <a:pt x="0" y="11151492"/>
                </a:moveTo>
                <a:lnTo>
                  <a:pt x="10052039" y="11151492"/>
                </a:lnTo>
                <a:lnTo>
                  <a:pt x="1005203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47151" y="9319087"/>
            <a:ext cx="3693160" cy="942975"/>
          </a:xfrm>
          <a:custGeom>
            <a:avLst/>
            <a:gdLst/>
            <a:ahLst/>
            <a:cxnLst/>
            <a:rect l="l" t="t" r="r" b="b"/>
            <a:pathLst>
              <a:path w="3693160" h="942975">
                <a:moveTo>
                  <a:pt x="3692945" y="0"/>
                </a:moveTo>
                <a:lnTo>
                  <a:pt x="0" y="0"/>
                </a:lnTo>
                <a:lnTo>
                  <a:pt x="0" y="942379"/>
                </a:lnTo>
                <a:lnTo>
                  <a:pt x="3692945" y="942379"/>
                </a:lnTo>
                <a:lnTo>
                  <a:pt x="3692945" y="0"/>
                </a:lnTo>
                <a:close/>
              </a:path>
            </a:pathLst>
          </a:custGeom>
          <a:solidFill>
            <a:srgbClr val="E210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47076" y="9439611"/>
            <a:ext cx="3693160" cy="700405"/>
          </a:xfrm>
          <a:custGeom>
            <a:avLst/>
            <a:gdLst/>
            <a:ahLst/>
            <a:cxnLst/>
            <a:rect l="l" t="t" r="r" b="b"/>
            <a:pathLst>
              <a:path w="3693160" h="700404">
                <a:moveTo>
                  <a:pt x="198361" y="660984"/>
                </a:moveTo>
                <a:lnTo>
                  <a:pt x="0" y="660984"/>
                </a:lnTo>
                <a:lnTo>
                  <a:pt x="0" y="685812"/>
                </a:lnTo>
                <a:lnTo>
                  <a:pt x="198361" y="685812"/>
                </a:lnTo>
                <a:lnTo>
                  <a:pt x="198361" y="660984"/>
                </a:lnTo>
                <a:close/>
              </a:path>
              <a:path w="3693160" h="700404">
                <a:moveTo>
                  <a:pt x="198361" y="502246"/>
                </a:moveTo>
                <a:lnTo>
                  <a:pt x="0" y="502246"/>
                </a:lnTo>
                <a:lnTo>
                  <a:pt x="0" y="527050"/>
                </a:lnTo>
                <a:lnTo>
                  <a:pt x="198361" y="527050"/>
                </a:lnTo>
                <a:lnTo>
                  <a:pt x="198361" y="502246"/>
                </a:lnTo>
                <a:close/>
              </a:path>
              <a:path w="3693160" h="700404">
                <a:moveTo>
                  <a:pt x="198361" y="337553"/>
                </a:moveTo>
                <a:lnTo>
                  <a:pt x="0" y="337553"/>
                </a:lnTo>
                <a:lnTo>
                  <a:pt x="0" y="362356"/>
                </a:lnTo>
                <a:lnTo>
                  <a:pt x="198361" y="362356"/>
                </a:lnTo>
                <a:lnTo>
                  <a:pt x="198361" y="337553"/>
                </a:lnTo>
                <a:close/>
              </a:path>
              <a:path w="3693160" h="700404">
                <a:moveTo>
                  <a:pt x="198361" y="175056"/>
                </a:moveTo>
                <a:lnTo>
                  <a:pt x="0" y="175056"/>
                </a:lnTo>
                <a:lnTo>
                  <a:pt x="0" y="199898"/>
                </a:lnTo>
                <a:lnTo>
                  <a:pt x="198361" y="199898"/>
                </a:lnTo>
                <a:lnTo>
                  <a:pt x="198361" y="175056"/>
                </a:lnTo>
                <a:close/>
              </a:path>
              <a:path w="3693160" h="700404">
                <a:moveTo>
                  <a:pt x="198361" y="16802"/>
                </a:moveTo>
                <a:lnTo>
                  <a:pt x="0" y="16802"/>
                </a:lnTo>
                <a:lnTo>
                  <a:pt x="0" y="41592"/>
                </a:lnTo>
                <a:lnTo>
                  <a:pt x="198361" y="41592"/>
                </a:lnTo>
                <a:lnTo>
                  <a:pt x="198361" y="16802"/>
                </a:lnTo>
                <a:close/>
              </a:path>
              <a:path w="3693160" h="700404">
                <a:moveTo>
                  <a:pt x="908532" y="161366"/>
                </a:moveTo>
                <a:lnTo>
                  <a:pt x="905624" y="119291"/>
                </a:lnTo>
                <a:lnTo>
                  <a:pt x="870216" y="56515"/>
                </a:lnTo>
                <a:lnTo>
                  <a:pt x="804735" y="18783"/>
                </a:lnTo>
                <a:lnTo>
                  <a:pt x="764209" y="8001"/>
                </a:lnTo>
                <a:lnTo>
                  <a:pt x="720382" y="1917"/>
                </a:lnTo>
                <a:lnTo>
                  <a:pt x="674649" y="0"/>
                </a:lnTo>
                <a:lnTo>
                  <a:pt x="627659" y="1714"/>
                </a:lnTo>
                <a:lnTo>
                  <a:pt x="580986" y="7264"/>
                </a:lnTo>
                <a:lnTo>
                  <a:pt x="535622" y="17233"/>
                </a:lnTo>
                <a:lnTo>
                  <a:pt x="492493" y="32219"/>
                </a:lnTo>
                <a:lnTo>
                  <a:pt x="452564" y="52793"/>
                </a:lnTo>
                <a:lnTo>
                  <a:pt x="416788" y="79565"/>
                </a:lnTo>
                <a:lnTo>
                  <a:pt x="386118" y="113106"/>
                </a:lnTo>
                <a:lnTo>
                  <a:pt x="361518" y="154025"/>
                </a:lnTo>
                <a:lnTo>
                  <a:pt x="343941" y="202895"/>
                </a:lnTo>
                <a:lnTo>
                  <a:pt x="339204" y="254914"/>
                </a:lnTo>
                <a:lnTo>
                  <a:pt x="348361" y="300837"/>
                </a:lnTo>
                <a:lnTo>
                  <a:pt x="371944" y="338747"/>
                </a:lnTo>
                <a:lnTo>
                  <a:pt x="410476" y="366712"/>
                </a:lnTo>
                <a:lnTo>
                  <a:pt x="460273" y="387235"/>
                </a:lnTo>
                <a:lnTo>
                  <a:pt x="508939" y="402196"/>
                </a:lnTo>
                <a:lnTo>
                  <a:pt x="594944" y="424522"/>
                </a:lnTo>
                <a:lnTo>
                  <a:pt x="628256" y="436435"/>
                </a:lnTo>
                <a:lnTo>
                  <a:pt x="652462" y="451904"/>
                </a:lnTo>
                <a:lnTo>
                  <a:pt x="665543" y="473189"/>
                </a:lnTo>
                <a:lnTo>
                  <a:pt x="665505" y="502577"/>
                </a:lnTo>
                <a:lnTo>
                  <a:pt x="650049" y="531901"/>
                </a:lnTo>
                <a:lnTo>
                  <a:pt x="622071" y="552831"/>
                </a:lnTo>
                <a:lnTo>
                  <a:pt x="587806" y="565391"/>
                </a:lnTo>
                <a:lnTo>
                  <a:pt x="553504" y="569569"/>
                </a:lnTo>
                <a:lnTo>
                  <a:pt x="508876" y="563206"/>
                </a:lnTo>
                <a:lnTo>
                  <a:pt x="477113" y="544449"/>
                </a:lnTo>
                <a:lnTo>
                  <a:pt x="460578" y="513829"/>
                </a:lnTo>
                <a:lnTo>
                  <a:pt x="461683" y="471868"/>
                </a:lnTo>
                <a:lnTo>
                  <a:pt x="275539" y="471868"/>
                </a:lnTo>
                <a:lnTo>
                  <a:pt x="269443" y="527735"/>
                </a:lnTo>
                <a:lnTo>
                  <a:pt x="274370" y="574230"/>
                </a:lnTo>
                <a:lnTo>
                  <a:pt x="289229" y="612101"/>
                </a:lnTo>
                <a:lnTo>
                  <a:pt x="312877" y="642086"/>
                </a:lnTo>
                <a:lnTo>
                  <a:pt x="344220" y="664946"/>
                </a:lnTo>
                <a:lnTo>
                  <a:pt x="382117" y="681431"/>
                </a:lnTo>
                <a:lnTo>
                  <a:pt x="425475" y="692277"/>
                </a:lnTo>
                <a:lnTo>
                  <a:pt x="473151" y="698233"/>
                </a:lnTo>
                <a:lnTo>
                  <a:pt x="524052" y="700049"/>
                </a:lnTo>
                <a:lnTo>
                  <a:pt x="575627" y="697547"/>
                </a:lnTo>
                <a:lnTo>
                  <a:pt x="626084" y="690016"/>
                </a:lnTo>
                <a:lnTo>
                  <a:pt x="674420" y="677392"/>
                </a:lnTo>
                <a:lnTo>
                  <a:pt x="719620" y="659612"/>
                </a:lnTo>
                <a:lnTo>
                  <a:pt x="760679" y="636625"/>
                </a:lnTo>
                <a:lnTo>
                  <a:pt x="796582" y="608368"/>
                </a:lnTo>
                <a:lnTo>
                  <a:pt x="826350" y="574789"/>
                </a:lnTo>
                <a:lnTo>
                  <a:pt x="829373" y="569569"/>
                </a:lnTo>
                <a:lnTo>
                  <a:pt x="848956" y="535825"/>
                </a:lnTo>
                <a:lnTo>
                  <a:pt x="863409" y="491413"/>
                </a:lnTo>
                <a:lnTo>
                  <a:pt x="869188" y="436968"/>
                </a:lnTo>
                <a:lnTo>
                  <a:pt x="862253" y="393585"/>
                </a:lnTo>
                <a:lnTo>
                  <a:pt x="844715" y="359727"/>
                </a:lnTo>
                <a:lnTo>
                  <a:pt x="786193" y="314401"/>
                </a:lnTo>
                <a:lnTo>
                  <a:pt x="749401" y="299821"/>
                </a:lnTo>
                <a:lnTo>
                  <a:pt x="710374" y="288569"/>
                </a:lnTo>
                <a:lnTo>
                  <a:pt x="634009" y="269887"/>
                </a:lnTo>
                <a:lnTo>
                  <a:pt x="598487" y="259118"/>
                </a:lnTo>
                <a:lnTo>
                  <a:pt x="566508" y="244424"/>
                </a:lnTo>
                <a:lnTo>
                  <a:pt x="545211" y="222923"/>
                </a:lnTo>
                <a:lnTo>
                  <a:pt x="541718" y="191719"/>
                </a:lnTo>
                <a:lnTo>
                  <a:pt x="553250" y="167982"/>
                </a:lnTo>
                <a:lnTo>
                  <a:pt x="574865" y="148437"/>
                </a:lnTo>
                <a:lnTo>
                  <a:pt x="603186" y="135178"/>
                </a:lnTo>
                <a:lnTo>
                  <a:pt x="634784" y="130302"/>
                </a:lnTo>
                <a:lnTo>
                  <a:pt x="656831" y="131686"/>
                </a:lnTo>
                <a:lnTo>
                  <a:pt x="701929" y="151726"/>
                </a:lnTo>
                <a:lnTo>
                  <a:pt x="716407" y="192938"/>
                </a:lnTo>
                <a:lnTo>
                  <a:pt x="713600" y="211264"/>
                </a:lnTo>
                <a:lnTo>
                  <a:pt x="899718" y="211264"/>
                </a:lnTo>
                <a:lnTo>
                  <a:pt x="908532" y="161366"/>
                </a:lnTo>
                <a:close/>
              </a:path>
              <a:path w="3693160" h="700404">
                <a:moveTo>
                  <a:pt x="1580984" y="13944"/>
                </a:moveTo>
                <a:lnTo>
                  <a:pt x="1069111" y="13944"/>
                </a:lnTo>
                <a:lnTo>
                  <a:pt x="926261" y="685939"/>
                </a:lnTo>
                <a:lnTo>
                  <a:pt x="1438148" y="685939"/>
                </a:lnTo>
                <a:lnTo>
                  <a:pt x="1465910" y="555612"/>
                </a:lnTo>
                <a:lnTo>
                  <a:pt x="1140142" y="555612"/>
                </a:lnTo>
                <a:lnTo>
                  <a:pt x="1170393" y="413207"/>
                </a:lnTo>
                <a:lnTo>
                  <a:pt x="1470088" y="413207"/>
                </a:lnTo>
                <a:lnTo>
                  <a:pt x="1497685" y="282968"/>
                </a:lnTo>
                <a:lnTo>
                  <a:pt x="1198003" y="282968"/>
                </a:lnTo>
                <a:lnTo>
                  <a:pt x="1227467" y="144246"/>
                </a:lnTo>
                <a:lnTo>
                  <a:pt x="1553235" y="144246"/>
                </a:lnTo>
                <a:lnTo>
                  <a:pt x="1580984" y="13944"/>
                </a:lnTo>
                <a:close/>
              </a:path>
              <a:path w="3693160" h="700404">
                <a:moveTo>
                  <a:pt x="2341372" y="13944"/>
                </a:moveTo>
                <a:lnTo>
                  <a:pt x="2173846" y="13944"/>
                </a:lnTo>
                <a:lnTo>
                  <a:pt x="2067737" y="512787"/>
                </a:lnTo>
                <a:lnTo>
                  <a:pt x="2065578" y="514692"/>
                </a:lnTo>
                <a:lnTo>
                  <a:pt x="1984082" y="171284"/>
                </a:lnTo>
                <a:lnTo>
                  <a:pt x="1946744" y="13944"/>
                </a:lnTo>
                <a:lnTo>
                  <a:pt x="1686153" y="13944"/>
                </a:lnTo>
                <a:lnTo>
                  <a:pt x="1543291" y="685939"/>
                </a:lnTo>
                <a:lnTo>
                  <a:pt x="1710829" y="685939"/>
                </a:lnTo>
                <a:lnTo>
                  <a:pt x="1820202" y="171284"/>
                </a:lnTo>
                <a:lnTo>
                  <a:pt x="1822056" y="171284"/>
                </a:lnTo>
                <a:lnTo>
                  <a:pt x="1940699" y="685939"/>
                </a:lnTo>
                <a:lnTo>
                  <a:pt x="2198522" y="685939"/>
                </a:lnTo>
                <a:lnTo>
                  <a:pt x="2234920" y="514692"/>
                </a:lnTo>
                <a:lnTo>
                  <a:pt x="2341372" y="13944"/>
                </a:lnTo>
                <a:close/>
              </a:path>
              <a:path w="3693160" h="700404">
                <a:moveTo>
                  <a:pt x="3024975" y="685939"/>
                </a:moveTo>
                <a:lnTo>
                  <a:pt x="3001073" y="554697"/>
                </a:lnTo>
                <a:lnTo>
                  <a:pt x="2977350" y="424408"/>
                </a:lnTo>
                <a:lnTo>
                  <a:pt x="2926486" y="145161"/>
                </a:lnTo>
                <a:lnTo>
                  <a:pt x="2902585" y="13944"/>
                </a:lnTo>
                <a:lnTo>
                  <a:pt x="2779890" y="13944"/>
                </a:lnTo>
                <a:lnTo>
                  <a:pt x="2779890" y="424408"/>
                </a:lnTo>
                <a:lnTo>
                  <a:pt x="2600274" y="424408"/>
                </a:lnTo>
                <a:lnTo>
                  <a:pt x="2750870" y="145161"/>
                </a:lnTo>
                <a:lnTo>
                  <a:pt x="2753652" y="145161"/>
                </a:lnTo>
                <a:lnTo>
                  <a:pt x="2779890" y="424408"/>
                </a:lnTo>
                <a:lnTo>
                  <a:pt x="2779890" y="13944"/>
                </a:lnTo>
                <a:lnTo>
                  <a:pt x="2675496" y="13944"/>
                </a:lnTo>
                <a:lnTo>
                  <a:pt x="2267356" y="685939"/>
                </a:lnTo>
                <a:lnTo>
                  <a:pt x="2453525" y="685939"/>
                </a:lnTo>
                <a:lnTo>
                  <a:pt x="2525179" y="554697"/>
                </a:lnTo>
                <a:lnTo>
                  <a:pt x="2797886" y="554697"/>
                </a:lnTo>
                <a:lnTo>
                  <a:pt x="2814637" y="685939"/>
                </a:lnTo>
                <a:lnTo>
                  <a:pt x="3024975" y="685939"/>
                </a:lnTo>
                <a:close/>
              </a:path>
              <a:path w="3693160" h="700404">
                <a:moveTo>
                  <a:pt x="3424682" y="13944"/>
                </a:moveTo>
                <a:lnTo>
                  <a:pt x="3238550" y="13944"/>
                </a:lnTo>
                <a:lnTo>
                  <a:pt x="3095675" y="685939"/>
                </a:lnTo>
                <a:lnTo>
                  <a:pt x="3281845" y="685939"/>
                </a:lnTo>
                <a:lnTo>
                  <a:pt x="3424682" y="13944"/>
                </a:lnTo>
                <a:close/>
              </a:path>
              <a:path w="3693160" h="700404">
                <a:moveTo>
                  <a:pt x="3692931" y="660984"/>
                </a:moveTo>
                <a:lnTo>
                  <a:pt x="3494582" y="660984"/>
                </a:lnTo>
                <a:lnTo>
                  <a:pt x="3494582" y="685812"/>
                </a:lnTo>
                <a:lnTo>
                  <a:pt x="3692931" y="685812"/>
                </a:lnTo>
                <a:lnTo>
                  <a:pt x="3692931" y="660984"/>
                </a:lnTo>
                <a:close/>
              </a:path>
              <a:path w="3693160" h="700404">
                <a:moveTo>
                  <a:pt x="3692931" y="502246"/>
                </a:moveTo>
                <a:lnTo>
                  <a:pt x="3494582" y="502246"/>
                </a:lnTo>
                <a:lnTo>
                  <a:pt x="3494582" y="527050"/>
                </a:lnTo>
                <a:lnTo>
                  <a:pt x="3692931" y="527050"/>
                </a:lnTo>
                <a:lnTo>
                  <a:pt x="3692931" y="502246"/>
                </a:lnTo>
                <a:close/>
              </a:path>
              <a:path w="3693160" h="700404">
                <a:moveTo>
                  <a:pt x="3692931" y="337553"/>
                </a:moveTo>
                <a:lnTo>
                  <a:pt x="3494582" y="337553"/>
                </a:lnTo>
                <a:lnTo>
                  <a:pt x="3494582" y="362356"/>
                </a:lnTo>
                <a:lnTo>
                  <a:pt x="3692931" y="362356"/>
                </a:lnTo>
                <a:lnTo>
                  <a:pt x="3692931" y="337553"/>
                </a:lnTo>
                <a:close/>
              </a:path>
              <a:path w="3693160" h="700404">
                <a:moveTo>
                  <a:pt x="3692931" y="175056"/>
                </a:moveTo>
                <a:lnTo>
                  <a:pt x="3494582" y="175056"/>
                </a:lnTo>
                <a:lnTo>
                  <a:pt x="3494582" y="199898"/>
                </a:lnTo>
                <a:lnTo>
                  <a:pt x="3692931" y="199898"/>
                </a:lnTo>
                <a:lnTo>
                  <a:pt x="3692931" y="175056"/>
                </a:lnTo>
                <a:close/>
              </a:path>
              <a:path w="3693160" h="700404">
                <a:moveTo>
                  <a:pt x="3692931" y="16802"/>
                </a:moveTo>
                <a:lnTo>
                  <a:pt x="3494582" y="16802"/>
                </a:lnTo>
                <a:lnTo>
                  <a:pt x="3494582" y="41592"/>
                </a:lnTo>
                <a:lnTo>
                  <a:pt x="3692931" y="41592"/>
                </a:lnTo>
                <a:lnTo>
                  <a:pt x="3692931" y="1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1057130"/>
            <a:ext cx="3245974" cy="272241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4303094"/>
            <a:ext cx="3245974" cy="272243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7549068"/>
            <a:ext cx="3245974" cy="272243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45691" y="1020182"/>
            <a:ext cx="15812717" cy="3010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861" y="2375171"/>
            <a:ext cx="10305415" cy="522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.senai.br/" TargetMode="External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972"/>
            <a:chOff x="0" y="0"/>
            <a:chExt cx="20104100" cy="11308972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806190" y="4825978"/>
              <a:ext cx="6492240" cy="1656714"/>
            </a:xfrm>
            <a:custGeom>
              <a:avLst/>
              <a:gdLst/>
              <a:ahLst/>
              <a:cxnLst/>
              <a:rect l="l" t="t" r="r" b="b"/>
              <a:pathLst>
                <a:path w="6492240" h="1656714">
                  <a:moveTo>
                    <a:pt x="6491833" y="0"/>
                  </a:moveTo>
                  <a:lnTo>
                    <a:pt x="0" y="0"/>
                  </a:lnTo>
                  <a:lnTo>
                    <a:pt x="0" y="1656609"/>
                  </a:lnTo>
                  <a:lnTo>
                    <a:pt x="6491833" y="1656609"/>
                  </a:lnTo>
                  <a:lnTo>
                    <a:pt x="6491833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806069" y="5037842"/>
              <a:ext cx="6492240" cy="1230630"/>
            </a:xfrm>
            <a:custGeom>
              <a:avLst/>
              <a:gdLst/>
              <a:ahLst/>
              <a:cxnLst/>
              <a:rect l="l" t="t" r="r" b="b"/>
              <a:pathLst>
                <a:path w="6492240" h="1230629">
                  <a:moveTo>
                    <a:pt x="348691" y="1161948"/>
                  </a:moveTo>
                  <a:lnTo>
                    <a:pt x="0" y="1161948"/>
                  </a:lnTo>
                  <a:lnTo>
                    <a:pt x="0" y="1205585"/>
                  </a:lnTo>
                  <a:lnTo>
                    <a:pt x="348691" y="1205585"/>
                  </a:lnTo>
                  <a:lnTo>
                    <a:pt x="348691" y="1161948"/>
                  </a:lnTo>
                  <a:close/>
                </a:path>
                <a:path w="6492240" h="1230629">
                  <a:moveTo>
                    <a:pt x="348691" y="882891"/>
                  </a:moveTo>
                  <a:lnTo>
                    <a:pt x="0" y="882891"/>
                  </a:lnTo>
                  <a:lnTo>
                    <a:pt x="0" y="926490"/>
                  </a:lnTo>
                  <a:lnTo>
                    <a:pt x="348691" y="926490"/>
                  </a:lnTo>
                  <a:lnTo>
                    <a:pt x="348691" y="882891"/>
                  </a:lnTo>
                  <a:close/>
                </a:path>
                <a:path w="6492240" h="1230629">
                  <a:moveTo>
                    <a:pt x="348691" y="593369"/>
                  </a:moveTo>
                  <a:lnTo>
                    <a:pt x="0" y="593369"/>
                  </a:lnTo>
                  <a:lnTo>
                    <a:pt x="0" y="636981"/>
                  </a:lnTo>
                  <a:lnTo>
                    <a:pt x="348691" y="636981"/>
                  </a:lnTo>
                  <a:lnTo>
                    <a:pt x="348691" y="593369"/>
                  </a:lnTo>
                  <a:close/>
                </a:path>
                <a:path w="6492240" h="1230629">
                  <a:moveTo>
                    <a:pt x="348691" y="307733"/>
                  </a:moveTo>
                  <a:lnTo>
                    <a:pt x="0" y="307733"/>
                  </a:lnTo>
                  <a:lnTo>
                    <a:pt x="0" y="351409"/>
                  </a:lnTo>
                  <a:lnTo>
                    <a:pt x="348691" y="351409"/>
                  </a:lnTo>
                  <a:lnTo>
                    <a:pt x="348691" y="307733"/>
                  </a:lnTo>
                  <a:close/>
                </a:path>
                <a:path w="6492240" h="1230629">
                  <a:moveTo>
                    <a:pt x="348691" y="29514"/>
                  </a:moveTo>
                  <a:lnTo>
                    <a:pt x="0" y="29514"/>
                  </a:lnTo>
                  <a:lnTo>
                    <a:pt x="0" y="73126"/>
                  </a:lnTo>
                  <a:lnTo>
                    <a:pt x="348691" y="73126"/>
                  </a:lnTo>
                  <a:lnTo>
                    <a:pt x="348691" y="29514"/>
                  </a:lnTo>
                  <a:close/>
                </a:path>
                <a:path w="6492240" h="1230629">
                  <a:moveTo>
                    <a:pt x="1597647" y="267804"/>
                  </a:moveTo>
                  <a:lnTo>
                    <a:pt x="1594929" y="229044"/>
                  </a:lnTo>
                  <a:lnTo>
                    <a:pt x="1584706" y="183756"/>
                  </a:lnTo>
                  <a:lnTo>
                    <a:pt x="1568704" y="148564"/>
                  </a:lnTo>
                  <a:lnTo>
                    <a:pt x="1520291" y="90868"/>
                  </a:lnTo>
                  <a:lnTo>
                    <a:pt x="1488935" y="67945"/>
                  </a:lnTo>
                  <a:lnTo>
                    <a:pt x="1453540" y="48729"/>
                  </a:lnTo>
                  <a:lnTo>
                    <a:pt x="1414627" y="33020"/>
                  </a:lnTo>
                  <a:lnTo>
                    <a:pt x="1372730" y="20599"/>
                  </a:lnTo>
                  <a:lnTo>
                    <a:pt x="1328381" y="11290"/>
                  </a:lnTo>
                  <a:lnTo>
                    <a:pt x="1282115" y="4889"/>
                  </a:lnTo>
                  <a:lnTo>
                    <a:pt x="1234465" y="1193"/>
                  </a:lnTo>
                  <a:lnTo>
                    <a:pt x="1185964" y="0"/>
                  </a:lnTo>
                  <a:lnTo>
                    <a:pt x="1139520" y="927"/>
                  </a:lnTo>
                  <a:lnTo>
                    <a:pt x="1093025" y="3848"/>
                  </a:lnTo>
                  <a:lnTo>
                    <a:pt x="1046784" y="8940"/>
                  </a:lnTo>
                  <a:lnTo>
                    <a:pt x="1001102" y="16383"/>
                  </a:lnTo>
                  <a:lnTo>
                    <a:pt x="956259" y="26377"/>
                  </a:lnTo>
                  <a:lnTo>
                    <a:pt x="912571" y="39090"/>
                  </a:lnTo>
                  <a:lnTo>
                    <a:pt x="870331" y="54711"/>
                  </a:lnTo>
                  <a:lnTo>
                    <a:pt x="829830" y="73418"/>
                  </a:lnTo>
                  <a:lnTo>
                    <a:pt x="791387" y="95415"/>
                  </a:lnTo>
                  <a:lnTo>
                    <a:pt x="755281" y="120878"/>
                  </a:lnTo>
                  <a:lnTo>
                    <a:pt x="721817" y="149974"/>
                  </a:lnTo>
                  <a:lnTo>
                    <a:pt x="691299" y="182918"/>
                  </a:lnTo>
                  <a:lnTo>
                    <a:pt x="664019" y="219862"/>
                  </a:lnTo>
                  <a:lnTo>
                    <a:pt x="640270" y="261010"/>
                  </a:lnTo>
                  <a:lnTo>
                    <a:pt x="620369" y="306552"/>
                  </a:lnTo>
                  <a:lnTo>
                    <a:pt x="604596" y="356666"/>
                  </a:lnTo>
                  <a:lnTo>
                    <a:pt x="596900" y="410032"/>
                  </a:lnTo>
                  <a:lnTo>
                    <a:pt x="597052" y="460375"/>
                  </a:lnTo>
                  <a:lnTo>
                    <a:pt x="605218" y="507060"/>
                  </a:lnTo>
                  <a:lnTo>
                    <a:pt x="621588" y="549465"/>
                  </a:lnTo>
                  <a:lnTo>
                    <a:pt x="646328" y="586930"/>
                  </a:lnTo>
                  <a:lnTo>
                    <a:pt x="679602" y="618871"/>
                  </a:lnTo>
                  <a:lnTo>
                    <a:pt x="721588" y="644626"/>
                  </a:lnTo>
                  <a:lnTo>
                    <a:pt x="775487" y="668210"/>
                  </a:lnTo>
                  <a:lnTo>
                    <a:pt x="829157" y="687501"/>
                  </a:lnTo>
                  <a:lnTo>
                    <a:pt x="881773" y="703440"/>
                  </a:lnTo>
                  <a:lnTo>
                    <a:pt x="932522" y="716953"/>
                  </a:lnTo>
                  <a:lnTo>
                    <a:pt x="1025131" y="740435"/>
                  </a:lnTo>
                  <a:lnTo>
                    <a:pt x="1065352" y="752271"/>
                  </a:lnTo>
                  <a:lnTo>
                    <a:pt x="1129538" y="780821"/>
                  </a:lnTo>
                  <a:lnTo>
                    <a:pt x="1166558" y="822058"/>
                  </a:lnTo>
                  <a:lnTo>
                    <a:pt x="1172845" y="849782"/>
                  </a:lnTo>
                  <a:lnTo>
                    <a:pt x="1169873" y="883488"/>
                  </a:lnTo>
                  <a:lnTo>
                    <a:pt x="1150251" y="925880"/>
                  </a:lnTo>
                  <a:lnTo>
                    <a:pt x="1115136" y="958862"/>
                  </a:lnTo>
                  <a:lnTo>
                    <a:pt x="1070140" y="982408"/>
                  </a:lnTo>
                  <a:lnTo>
                    <a:pt x="1020876" y="996530"/>
                  </a:lnTo>
                  <a:lnTo>
                    <a:pt x="972985" y="1001242"/>
                  </a:lnTo>
                  <a:lnTo>
                    <a:pt x="918387" y="996238"/>
                  </a:lnTo>
                  <a:lnTo>
                    <a:pt x="873213" y="981430"/>
                  </a:lnTo>
                  <a:lnTo>
                    <a:pt x="838695" y="957072"/>
                  </a:lnTo>
                  <a:lnTo>
                    <a:pt x="816089" y="923455"/>
                  </a:lnTo>
                  <a:lnTo>
                    <a:pt x="806640" y="880833"/>
                  </a:lnTo>
                  <a:lnTo>
                    <a:pt x="811580" y="829500"/>
                  </a:lnTo>
                  <a:lnTo>
                    <a:pt x="484365" y="829500"/>
                  </a:lnTo>
                  <a:lnTo>
                    <a:pt x="476148" y="883615"/>
                  </a:lnTo>
                  <a:lnTo>
                    <a:pt x="473621" y="932954"/>
                  </a:lnTo>
                  <a:lnTo>
                    <a:pt x="476516" y="977696"/>
                  </a:lnTo>
                  <a:lnTo>
                    <a:pt x="484517" y="1018032"/>
                  </a:lnTo>
                  <a:lnTo>
                    <a:pt x="497332" y="1054163"/>
                  </a:lnTo>
                  <a:lnTo>
                    <a:pt x="536282" y="1114577"/>
                  </a:lnTo>
                  <a:lnTo>
                    <a:pt x="591019" y="1160513"/>
                  </a:lnTo>
                  <a:lnTo>
                    <a:pt x="659218" y="1193520"/>
                  </a:lnTo>
                  <a:lnTo>
                    <a:pt x="697623" y="1205674"/>
                  </a:lnTo>
                  <a:lnTo>
                    <a:pt x="738530" y="1215174"/>
                  </a:lnTo>
                  <a:lnTo>
                    <a:pt x="781634" y="1222222"/>
                  </a:lnTo>
                  <a:lnTo>
                    <a:pt x="826643" y="1227010"/>
                  </a:lnTo>
                  <a:lnTo>
                    <a:pt x="873277" y="1229741"/>
                  </a:lnTo>
                  <a:lnTo>
                    <a:pt x="921219" y="1230617"/>
                  </a:lnTo>
                  <a:lnTo>
                    <a:pt x="972362" y="1229220"/>
                  </a:lnTo>
                  <a:lnTo>
                    <a:pt x="1023124" y="1225054"/>
                  </a:lnTo>
                  <a:lnTo>
                    <a:pt x="1073188" y="1218069"/>
                  </a:lnTo>
                  <a:lnTo>
                    <a:pt x="1122248" y="1208278"/>
                  </a:lnTo>
                  <a:lnTo>
                    <a:pt x="1169987" y="1195628"/>
                  </a:lnTo>
                  <a:lnTo>
                    <a:pt x="1216088" y="1180134"/>
                  </a:lnTo>
                  <a:lnTo>
                    <a:pt x="1260233" y="1161757"/>
                  </a:lnTo>
                  <a:lnTo>
                    <a:pt x="1302118" y="1140472"/>
                  </a:lnTo>
                  <a:lnTo>
                    <a:pt x="1341412" y="1116291"/>
                  </a:lnTo>
                  <a:lnTo>
                    <a:pt x="1377810" y="1089164"/>
                  </a:lnTo>
                  <a:lnTo>
                    <a:pt x="1411008" y="1059091"/>
                  </a:lnTo>
                  <a:lnTo>
                    <a:pt x="1440675" y="1026045"/>
                  </a:lnTo>
                  <a:lnTo>
                    <a:pt x="1458455" y="1001242"/>
                  </a:lnTo>
                  <a:lnTo>
                    <a:pt x="1466494" y="990028"/>
                  </a:lnTo>
                  <a:lnTo>
                    <a:pt x="1488173" y="950988"/>
                  </a:lnTo>
                  <a:lnTo>
                    <a:pt x="1505369" y="908926"/>
                  </a:lnTo>
                  <a:lnTo>
                    <a:pt x="1517789" y="863828"/>
                  </a:lnTo>
                  <a:lnTo>
                    <a:pt x="1526463" y="807440"/>
                  </a:lnTo>
                  <a:lnTo>
                    <a:pt x="1527556" y="757580"/>
                  </a:lnTo>
                  <a:lnTo>
                    <a:pt x="1521739" y="713778"/>
                  </a:lnTo>
                  <a:lnTo>
                    <a:pt x="1509649" y="675538"/>
                  </a:lnTo>
                  <a:lnTo>
                    <a:pt x="1469301" y="613803"/>
                  </a:lnTo>
                  <a:lnTo>
                    <a:pt x="1411757" y="568528"/>
                  </a:lnTo>
                  <a:lnTo>
                    <a:pt x="1342263" y="535825"/>
                  </a:lnTo>
                  <a:lnTo>
                    <a:pt x="1304671" y="522973"/>
                  </a:lnTo>
                  <a:lnTo>
                    <a:pt x="1266063" y="511822"/>
                  </a:lnTo>
                  <a:lnTo>
                    <a:pt x="1227086" y="501878"/>
                  </a:lnTo>
                  <a:lnTo>
                    <a:pt x="1150658" y="483654"/>
                  </a:lnTo>
                  <a:lnTo>
                    <a:pt x="1114513" y="474421"/>
                  </a:lnTo>
                  <a:lnTo>
                    <a:pt x="1064463" y="459676"/>
                  </a:lnTo>
                  <a:lnTo>
                    <a:pt x="1016800" y="441147"/>
                  </a:lnTo>
                  <a:lnTo>
                    <a:pt x="977925" y="416255"/>
                  </a:lnTo>
                  <a:lnTo>
                    <a:pt x="954265" y="382409"/>
                  </a:lnTo>
                  <a:lnTo>
                    <a:pt x="952258" y="337007"/>
                  </a:lnTo>
                  <a:lnTo>
                    <a:pt x="972540" y="295287"/>
                  </a:lnTo>
                  <a:lnTo>
                    <a:pt x="1010564" y="260934"/>
                  </a:lnTo>
                  <a:lnTo>
                    <a:pt x="1060335" y="237629"/>
                  </a:lnTo>
                  <a:lnTo>
                    <a:pt x="1115885" y="229044"/>
                  </a:lnTo>
                  <a:lnTo>
                    <a:pt x="1154633" y="231470"/>
                  </a:lnTo>
                  <a:lnTo>
                    <a:pt x="1213764" y="250469"/>
                  </a:lnTo>
                  <a:lnTo>
                    <a:pt x="1248956" y="286981"/>
                  </a:lnTo>
                  <a:lnTo>
                    <a:pt x="1259357" y="339166"/>
                  </a:lnTo>
                  <a:lnTo>
                    <a:pt x="1254417" y="371386"/>
                  </a:lnTo>
                  <a:lnTo>
                    <a:pt x="1581594" y="371386"/>
                  </a:lnTo>
                  <a:lnTo>
                    <a:pt x="1593507" y="317055"/>
                  </a:lnTo>
                  <a:lnTo>
                    <a:pt x="1597647" y="267804"/>
                  </a:lnTo>
                  <a:close/>
                </a:path>
                <a:path w="6492240" h="1230629">
                  <a:moveTo>
                    <a:pt x="2779204" y="24511"/>
                  </a:moveTo>
                  <a:lnTo>
                    <a:pt x="1879384" y="24511"/>
                  </a:lnTo>
                  <a:lnTo>
                    <a:pt x="1628279" y="1205801"/>
                  </a:lnTo>
                  <a:lnTo>
                    <a:pt x="2528112" y="1205801"/>
                  </a:lnTo>
                  <a:lnTo>
                    <a:pt x="2576906" y="976693"/>
                  </a:lnTo>
                  <a:lnTo>
                    <a:pt x="2004250" y="976693"/>
                  </a:lnTo>
                  <a:lnTo>
                    <a:pt x="2057425" y="726376"/>
                  </a:lnTo>
                  <a:lnTo>
                    <a:pt x="2584246" y="726376"/>
                  </a:lnTo>
                  <a:lnTo>
                    <a:pt x="2632786" y="497420"/>
                  </a:lnTo>
                  <a:lnTo>
                    <a:pt x="2105964" y="497420"/>
                  </a:lnTo>
                  <a:lnTo>
                    <a:pt x="2157768" y="253555"/>
                  </a:lnTo>
                  <a:lnTo>
                    <a:pt x="2730411" y="253555"/>
                  </a:lnTo>
                  <a:lnTo>
                    <a:pt x="2779204" y="24511"/>
                  </a:lnTo>
                  <a:close/>
                </a:path>
                <a:path w="6492240" h="1230629">
                  <a:moveTo>
                    <a:pt x="4115854" y="24511"/>
                  </a:moveTo>
                  <a:lnTo>
                    <a:pt x="3821379" y="24511"/>
                  </a:lnTo>
                  <a:lnTo>
                    <a:pt x="3634879" y="901433"/>
                  </a:lnTo>
                  <a:lnTo>
                    <a:pt x="3631057" y="904773"/>
                  </a:lnTo>
                  <a:lnTo>
                    <a:pt x="3487813" y="301078"/>
                  </a:lnTo>
                  <a:lnTo>
                    <a:pt x="3422192" y="24511"/>
                  </a:lnTo>
                  <a:lnTo>
                    <a:pt x="2964078" y="24511"/>
                  </a:lnTo>
                  <a:lnTo>
                    <a:pt x="2712948" y="1205801"/>
                  </a:lnTo>
                  <a:lnTo>
                    <a:pt x="3007461" y="1205801"/>
                  </a:lnTo>
                  <a:lnTo>
                    <a:pt x="3199714" y="301078"/>
                  </a:lnTo>
                  <a:lnTo>
                    <a:pt x="3202978" y="301078"/>
                  </a:lnTo>
                  <a:lnTo>
                    <a:pt x="3411550" y="1205801"/>
                  </a:lnTo>
                  <a:lnTo>
                    <a:pt x="3864762" y="1205801"/>
                  </a:lnTo>
                  <a:lnTo>
                    <a:pt x="3928745" y="904773"/>
                  </a:lnTo>
                  <a:lnTo>
                    <a:pt x="4115854" y="24511"/>
                  </a:lnTo>
                  <a:close/>
                </a:path>
                <a:path w="6492240" h="1230629">
                  <a:moveTo>
                    <a:pt x="5317591" y="1205801"/>
                  </a:moveTo>
                  <a:lnTo>
                    <a:pt x="5275567" y="975106"/>
                  </a:lnTo>
                  <a:lnTo>
                    <a:pt x="5233860" y="746061"/>
                  </a:lnTo>
                  <a:lnTo>
                    <a:pt x="5144465" y="255181"/>
                  </a:lnTo>
                  <a:lnTo>
                    <a:pt x="5102453" y="24511"/>
                  </a:lnTo>
                  <a:lnTo>
                    <a:pt x="4886769" y="24511"/>
                  </a:lnTo>
                  <a:lnTo>
                    <a:pt x="4886769" y="746061"/>
                  </a:lnTo>
                  <a:lnTo>
                    <a:pt x="4571009" y="746061"/>
                  </a:lnTo>
                  <a:lnTo>
                    <a:pt x="4835753" y="255181"/>
                  </a:lnTo>
                  <a:lnTo>
                    <a:pt x="4840643" y="255181"/>
                  </a:lnTo>
                  <a:lnTo>
                    <a:pt x="4886769" y="746061"/>
                  </a:lnTo>
                  <a:lnTo>
                    <a:pt x="4886769" y="24511"/>
                  </a:lnTo>
                  <a:lnTo>
                    <a:pt x="4703229" y="24511"/>
                  </a:lnTo>
                  <a:lnTo>
                    <a:pt x="3985780" y="1205801"/>
                  </a:lnTo>
                  <a:lnTo>
                    <a:pt x="4313047" y="1205801"/>
                  </a:lnTo>
                  <a:lnTo>
                    <a:pt x="4439005" y="975106"/>
                  </a:lnTo>
                  <a:lnTo>
                    <a:pt x="4918392" y="975106"/>
                  </a:lnTo>
                  <a:lnTo>
                    <a:pt x="4947831" y="1205801"/>
                  </a:lnTo>
                  <a:lnTo>
                    <a:pt x="5317591" y="1205801"/>
                  </a:lnTo>
                  <a:close/>
                </a:path>
                <a:path w="6492240" h="1230629">
                  <a:moveTo>
                    <a:pt x="6020232" y="24511"/>
                  </a:moveTo>
                  <a:lnTo>
                    <a:pt x="5693041" y="24511"/>
                  </a:lnTo>
                  <a:lnTo>
                    <a:pt x="5441874" y="1205801"/>
                  </a:lnTo>
                  <a:lnTo>
                    <a:pt x="5769140" y="1205801"/>
                  </a:lnTo>
                  <a:lnTo>
                    <a:pt x="6020232" y="24511"/>
                  </a:lnTo>
                  <a:close/>
                </a:path>
                <a:path w="6492240" h="1230629">
                  <a:moveTo>
                    <a:pt x="6491808" y="1161948"/>
                  </a:moveTo>
                  <a:lnTo>
                    <a:pt x="6143117" y="1161948"/>
                  </a:lnTo>
                  <a:lnTo>
                    <a:pt x="6143117" y="1205585"/>
                  </a:lnTo>
                  <a:lnTo>
                    <a:pt x="6491808" y="1205585"/>
                  </a:lnTo>
                  <a:lnTo>
                    <a:pt x="6491808" y="1161948"/>
                  </a:lnTo>
                  <a:close/>
                </a:path>
                <a:path w="6492240" h="1230629">
                  <a:moveTo>
                    <a:pt x="6491808" y="882891"/>
                  </a:moveTo>
                  <a:lnTo>
                    <a:pt x="6143117" y="882891"/>
                  </a:lnTo>
                  <a:lnTo>
                    <a:pt x="6143117" y="926490"/>
                  </a:lnTo>
                  <a:lnTo>
                    <a:pt x="6491808" y="926490"/>
                  </a:lnTo>
                  <a:lnTo>
                    <a:pt x="6491808" y="882891"/>
                  </a:lnTo>
                  <a:close/>
                </a:path>
                <a:path w="6492240" h="1230629">
                  <a:moveTo>
                    <a:pt x="6491808" y="593369"/>
                  </a:moveTo>
                  <a:lnTo>
                    <a:pt x="6143117" y="593369"/>
                  </a:lnTo>
                  <a:lnTo>
                    <a:pt x="6143117" y="636981"/>
                  </a:lnTo>
                  <a:lnTo>
                    <a:pt x="6491808" y="636981"/>
                  </a:lnTo>
                  <a:lnTo>
                    <a:pt x="6491808" y="593369"/>
                  </a:lnTo>
                  <a:close/>
                </a:path>
                <a:path w="6492240" h="1230629">
                  <a:moveTo>
                    <a:pt x="6491808" y="307733"/>
                  </a:moveTo>
                  <a:lnTo>
                    <a:pt x="6143117" y="307733"/>
                  </a:lnTo>
                  <a:lnTo>
                    <a:pt x="6143117" y="351409"/>
                  </a:lnTo>
                  <a:lnTo>
                    <a:pt x="6491808" y="351409"/>
                  </a:lnTo>
                  <a:lnTo>
                    <a:pt x="6491808" y="307733"/>
                  </a:lnTo>
                  <a:close/>
                </a:path>
                <a:path w="6492240" h="1230629">
                  <a:moveTo>
                    <a:pt x="6491808" y="29514"/>
                  </a:moveTo>
                  <a:lnTo>
                    <a:pt x="6143117" y="29514"/>
                  </a:lnTo>
                  <a:lnTo>
                    <a:pt x="6143117" y="73126"/>
                  </a:lnTo>
                  <a:lnTo>
                    <a:pt x="6491808" y="73126"/>
                  </a:lnTo>
                  <a:lnTo>
                    <a:pt x="6491808" y="295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0BCB4BF7-1C02-4670-98EB-A548B299ADD0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3868AD09-AF0B-4F1D-A41F-9DCB2B2C4082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B3F5ED2F-B76A-41C2-8455-631EDC27211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1A8410D5-09A9-4E9A-8324-AE05DD12526F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0328275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rgbClr val="000000"/>
                </a:solidFill>
                <a:latin typeface="Montserrat ExtraBold"/>
                <a:cs typeface="Montserrat ExtraBold"/>
              </a:rPr>
              <a:t>SENAI JAGUARIÚNA</a:t>
            </a:r>
            <a:endParaRPr lang="pt-BR" sz="4950" kern="0" dirty="0">
              <a:solidFill>
                <a:srgbClr val="000000"/>
              </a:solidFill>
              <a:latin typeface="Montserrat ExtraBold"/>
              <a:cs typeface="Montserrat ExtraBold"/>
            </a:endParaRPr>
          </a:p>
          <a:p>
            <a:pPr marL="12700">
              <a:lnSpc>
                <a:spcPts val="5940"/>
              </a:lnSpc>
            </a:pPr>
            <a:r>
              <a:rPr lang="pt-BR" sz="4950" kern="0" spc="-10" dirty="0">
                <a:solidFill>
                  <a:srgbClr val="000000"/>
                </a:solidFill>
                <a:latin typeface="Montserrat"/>
                <a:cs typeface="Montserrat"/>
              </a:rPr>
              <a:t>SEJAM TODOS BEM VINDOS</a:t>
            </a:r>
            <a:endParaRPr lang="pt-BR" sz="4950" kern="0" dirty="0">
              <a:solidFill>
                <a:srgbClr val="000000"/>
              </a:solidFill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0328275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FFFFF"/>
                </a:solidFill>
                <a:latin typeface="Montserrat ExtraBold"/>
                <a:cs typeface="Montserrat ExtraBold"/>
              </a:rPr>
              <a:t>REDE DE UNIDADES </a:t>
            </a:r>
            <a:endParaRPr sz="4950" dirty="0">
              <a:latin typeface="Montserrat ExtraBold"/>
              <a:cs typeface="Montserrat ExtraBold"/>
            </a:endParaRPr>
          </a:p>
          <a:p>
            <a:pPr marL="12700">
              <a:lnSpc>
                <a:spcPts val="5940"/>
              </a:lnSpc>
            </a:pPr>
            <a:r>
              <a:rPr lang="pt-BR" sz="4950" b="0" spc="-25" dirty="0">
                <a:solidFill>
                  <a:srgbClr val="FFFFFF"/>
                </a:solidFill>
                <a:latin typeface="Montserrat"/>
                <a:cs typeface="Montserrat"/>
              </a:rPr>
              <a:t>SENAI - SP</a:t>
            </a:r>
            <a:endParaRPr sz="4950" dirty="0">
              <a:latin typeface="Montserrat"/>
              <a:cs typeface="Montserrat"/>
            </a:endParaRPr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28DCA77A-25D6-4AC8-926C-CA966CB46EF3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4D8A9D94-9D25-4BC4-9A69-403DAF9F103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2482F69B-C046-4033-9E32-A86819E2272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/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0328275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Arquitetura de Redes com IOT </a:t>
            </a:r>
            <a:r>
              <a:rPr lang="pt-BR" sz="5400" b="1" dirty="0"/>
              <a:t>Reflexos e Tendências</a:t>
            </a:r>
            <a:endParaRPr sz="4950" dirty="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/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0328275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  <a:cs typeface="Montserrat ExtraBold"/>
              </a:rPr>
              <a:t>Por que falar sobre IOT?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  <a:cs typeface="Montserrat ExtraBold"/>
              </a:rPr>
            </a:br>
            <a:endParaRPr sz="4950" dirty="0">
              <a:latin typeface="Montserrat"/>
              <a:cs typeface="Montserrat"/>
            </a:endParaRPr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DB78F73A-3F5F-48D7-7DD5-520BEAC0B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936" y="3075803"/>
            <a:ext cx="16257211" cy="74891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/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0" y="2774784"/>
            <a:ext cx="20104100" cy="8534400"/>
            <a:chOff x="0" y="2774784"/>
            <a:chExt cx="20104100" cy="8534400"/>
          </a:xfrm>
        </p:grpSpPr>
        <p:sp>
          <p:nvSpPr>
            <p:cNvPr id="8" name="object 8"/>
            <p:cNvSpPr/>
            <p:nvPr/>
          </p:nvSpPr>
          <p:spPr>
            <a:xfrm>
              <a:off x="0" y="8167290"/>
              <a:ext cx="20104100" cy="2984500"/>
            </a:xfrm>
            <a:custGeom>
              <a:avLst/>
              <a:gdLst/>
              <a:ahLst/>
              <a:cxnLst/>
              <a:rect l="l" t="t" r="r" b="b"/>
              <a:pathLst>
                <a:path w="20104100" h="2984500">
                  <a:moveTo>
                    <a:pt x="0" y="2984202"/>
                  </a:moveTo>
                  <a:lnTo>
                    <a:pt x="20104099" y="298420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984202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36313" y="2774784"/>
              <a:ext cx="8806014" cy="853377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821838" y="3560101"/>
              <a:ext cx="7235190" cy="7591425"/>
            </a:xfrm>
            <a:custGeom>
              <a:avLst/>
              <a:gdLst/>
              <a:ahLst/>
              <a:cxnLst/>
              <a:rect l="l" t="t" r="r" b="b"/>
              <a:pathLst>
                <a:path w="7235190" h="7591425">
                  <a:moveTo>
                    <a:pt x="0" y="7591391"/>
                  </a:moveTo>
                  <a:lnTo>
                    <a:pt x="7235172" y="7591391"/>
                  </a:lnTo>
                  <a:lnTo>
                    <a:pt x="7235172" y="0"/>
                  </a:lnTo>
                  <a:lnTo>
                    <a:pt x="0" y="0"/>
                  </a:lnTo>
                  <a:lnTo>
                    <a:pt x="0" y="759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266420" y="3560108"/>
              <a:ext cx="575945" cy="1885314"/>
            </a:xfrm>
            <a:custGeom>
              <a:avLst/>
              <a:gdLst/>
              <a:ahLst/>
              <a:cxnLst/>
              <a:rect l="l" t="t" r="r" b="b"/>
              <a:pathLst>
                <a:path w="575944" h="1885314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64"/>
                  </a:lnTo>
                  <a:lnTo>
                    <a:pt x="36372" y="1834464"/>
                  </a:lnTo>
                  <a:lnTo>
                    <a:pt x="26174" y="1832406"/>
                  </a:lnTo>
                  <a:lnTo>
                    <a:pt x="15989" y="1834464"/>
                  </a:lnTo>
                  <a:lnTo>
                    <a:pt x="7670" y="1840064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66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74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66"/>
                  </a:lnTo>
                  <a:lnTo>
                    <a:pt x="52362" y="1858581"/>
                  </a:lnTo>
                  <a:close/>
                </a:path>
                <a:path w="575944" h="1885314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292"/>
                  </a:lnTo>
                  <a:lnTo>
                    <a:pt x="36372" y="1572691"/>
                  </a:lnTo>
                  <a:lnTo>
                    <a:pt x="26174" y="1570634"/>
                  </a:lnTo>
                  <a:lnTo>
                    <a:pt x="15989" y="1572691"/>
                  </a:lnTo>
                  <a:lnTo>
                    <a:pt x="7670" y="1578292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6994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74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6994"/>
                  </a:lnTo>
                  <a:lnTo>
                    <a:pt x="52362" y="1596809"/>
                  </a:lnTo>
                  <a:close/>
                </a:path>
                <a:path w="575944" h="1885314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20"/>
                  </a:lnTo>
                  <a:lnTo>
                    <a:pt x="36372" y="1310919"/>
                  </a:lnTo>
                  <a:lnTo>
                    <a:pt x="26174" y="1308862"/>
                  </a:lnTo>
                  <a:lnTo>
                    <a:pt x="15989" y="1310919"/>
                  </a:lnTo>
                  <a:lnTo>
                    <a:pt x="7670" y="1316520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22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74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22"/>
                  </a:lnTo>
                  <a:lnTo>
                    <a:pt x="52362" y="1335036"/>
                  </a:lnTo>
                  <a:close/>
                </a:path>
                <a:path w="575944" h="1885314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47"/>
                  </a:lnTo>
                  <a:lnTo>
                    <a:pt x="36372" y="1049147"/>
                  </a:lnTo>
                  <a:lnTo>
                    <a:pt x="26174" y="1047089"/>
                  </a:lnTo>
                  <a:lnTo>
                    <a:pt x="15989" y="1049147"/>
                  </a:lnTo>
                  <a:lnTo>
                    <a:pt x="7670" y="1054747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49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74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49"/>
                  </a:lnTo>
                  <a:lnTo>
                    <a:pt x="52362" y="1073264"/>
                  </a:lnTo>
                  <a:close/>
                </a:path>
                <a:path w="575944" h="1885314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75"/>
                  </a:lnTo>
                  <a:lnTo>
                    <a:pt x="36372" y="787374"/>
                  </a:lnTo>
                  <a:lnTo>
                    <a:pt x="26174" y="785317"/>
                  </a:lnTo>
                  <a:lnTo>
                    <a:pt x="15989" y="787374"/>
                  </a:lnTo>
                  <a:lnTo>
                    <a:pt x="7670" y="792975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77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74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77"/>
                  </a:lnTo>
                  <a:lnTo>
                    <a:pt x="52362" y="811491"/>
                  </a:lnTo>
                  <a:close/>
                </a:path>
                <a:path w="575944" h="1885314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02"/>
                  </a:lnTo>
                  <a:lnTo>
                    <a:pt x="36372" y="525602"/>
                  </a:lnTo>
                  <a:lnTo>
                    <a:pt x="26174" y="523544"/>
                  </a:lnTo>
                  <a:lnTo>
                    <a:pt x="15989" y="525602"/>
                  </a:lnTo>
                  <a:lnTo>
                    <a:pt x="7670" y="531202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04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74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04"/>
                  </a:lnTo>
                  <a:lnTo>
                    <a:pt x="52362" y="549719"/>
                  </a:lnTo>
                  <a:close/>
                </a:path>
                <a:path w="575944" h="1885314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74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64"/>
                  </a:lnTo>
                  <a:lnTo>
                    <a:pt x="26174" y="314121"/>
                  </a:lnTo>
                  <a:lnTo>
                    <a:pt x="36372" y="312064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575944" h="1885314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74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74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575944" h="1885314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64"/>
                  </a:lnTo>
                  <a:lnTo>
                    <a:pt x="298145" y="1834464"/>
                  </a:lnTo>
                  <a:lnTo>
                    <a:pt x="287947" y="1832406"/>
                  </a:lnTo>
                  <a:lnTo>
                    <a:pt x="277761" y="1834464"/>
                  </a:lnTo>
                  <a:lnTo>
                    <a:pt x="269443" y="1840064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66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47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66"/>
                  </a:lnTo>
                  <a:lnTo>
                    <a:pt x="314134" y="1858581"/>
                  </a:lnTo>
                  <a:close/>
                </a:path>
                <a:path w="575944" h="1885314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292"/>
                  </a:lnTo>
                  <a:lnTo>
                    <a:pt x="298145" y="1572691"/>
                  </a:lnTo>
                  <a:lnTo>
                    <a:pt x="287947" y="1570634"/>
                  </a:lnTo>
                  <a:lnTo>
                    <a:pt x="277761" y="1572691"/>
                  </a:lnTo>
                  <a:lnTo>
                    <a:pt x="269443" y="1578292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6994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47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6994"/>
                  </a:lnTo>
                  <a:lnTo>
                    <a:pt x="314134" y="1596809"/>
                  </a:lnTo>
                  <a:close/>
                </a:path>
                <a:path w="575944" h="1885314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20"/>
                  </a:lnTo>
                  <a:lnTo>
                    <a:pt x="298145" y="1310919"/>
                  </a:lnTo>
                  <a:lnTo>
                    <a:pt x="287947" y="1308862"/>
                  </a:lnTo>
                  <a:lnTo>
                    <a:pt x="277761" y="1310919"/>
                  </a:lnTo>
                  <a:lnTo>
                    <a:pt x="269443" y="1316520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22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47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22"/>
                  </a:lnTo>
                  <a:lnTo>
                    <a:pt x="314134" y="1335036"/>
                  </a:lnTo>
                  <a:close/>
                </a:path>
                <a:path w="575944" h="1885314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47"/>
                  </a:lnTo>
                  <a:lnTo>
                    <a:pt x="298145" y="1049147"/>
                  </a:lnTo>
                  <a:lnTo>
                    <a:pt x="287947" y="1047089"/>
                  </a:lnTo>
                  <a:lnTo>
                    <a:pt x="277761" y="1049147"/>
                  </a:lnTo>
                  <a:lnTo>
                    <a:pt x="269443" y="1054747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49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47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49"/>
                  </a:lnTo>
                  <a:lnTo>
                    <a:pt x="314134" y="1073264"/>
                  </a:lnTo>
                  <a:close/>
                </a:path>
                <a:path w="575944" h="1885314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75"/>
                  </a:lnTo>
                  <a:lnTo>
                    <a:pt x="298145" y="787374"/>
                  </a:lnTo>
                  <a:lnTo>
                    <a:pt x="287947" y="785317"/>
                  </a:lnTo>
                  <a:lnTo>
                    <a:pt x="277761" y="787374"/>
                  </a:lnTo>
                  <a:lnTo>
                    <a:pt x="269443" y="792975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77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47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77"/>
                  </a:lnTo>
                  <a:lnTo>
                    <a:pt x="314134" y="811491"/>
                  </a:lnTo>
                  <a:close/>
                </a:path>
                <a:path w="575944" h="1885314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02"/>
                  </a:lnTo>
                  <a:lnTo>
                    <a:pt x="298145" y="525602"/>
                  </a:lnTo>
                  <a:lnTo>
                    <a:pt x="287947" y="523544"/>
                  </a:lnTo>
                  <a:lnTo>
                    <a:pt x="277761" y="525602"/>
                  </a:lnTo>
                  <a:lnTo>
                    <a:pt x="269443" y="531202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04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47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04"/>
                  </a:lnTo>
                  <a:lnTo>
                    <a:pt x="314134" y="549719"/>
                  </a:lnTo>
                  <a:close/>
                </a:path>
                <a:path w="575944" h="1885314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47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64"/>
                  </a:lnTo>
                  <a:lnTo>
                    <a:pt x="287947" y="314121"/>
                  </a:lnTo>
                  <a:lnTo>
                    <a:pt x="298145" y="312064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575944" h="1885314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47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292"/>
                  </a:lnTo>
                  <a:lnTo>
                    <a:pt x="287947" y="52349"/>
                  </a:lnTo>
                  <a:lnTo>
                    <a:pt x="298145" y="50292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575944" h="1885314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64"/>
                  </a:lnTo>
                  <a:lnTo>
                    <a:pt x="559917" y="1834464"/>
                  </a:lnTo>
                  <a:lnTo>
                    <a:pt x="549719" y="1832406"/>
                  </a:lnTo>
                  <a:lnTo>
                    <a:pt x="539534" y="1834464"/>
                  </a:lnTo>
                  <a:lnTo>
                    <a:pt x="531215" y="1840064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66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19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66"/>
                  </a:lnTo>
                  <a:lnTo>
                    <a:pt x="575906" y="1858581"/>
                  </a:lnTo>
                  <a:close/>
                </a:path>
                <a:path w="575944" h="1885314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292"/>
                  </a:lnTo>
                  <a:lnTo>
                    <a:pt x="559917" y="1572691"/>
                  </a:lnTo>
                  <a:lnTo>
                    <a:pt x="549719" y="1570634"/>
                  </a:lnTo>
                  <a:lnTo>
                    <a:pt x="539534" y="1572691"/>
                  </a:lnTo>
                  <a:lnTo>
                    <a:pt x="531215" y="1578292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6994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19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6994"/>
                  </a:lnTo>
                  <a:lnTo>
                    <a:pt x="575906" y="1596809"/>
                  </a:lnTo>
                  <a:close/>
                </a:path>
                <a:path w="575944" h="1885314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20"/>
                  </a:lnTo>
                  <a:lnTo>
                    <a:pt x="559917" y="1310919"/>
                  </a:lnTo>
                  <a:lnTo>
                    <a:pt x="549719" y="1308862"/>
                  </a:lnTo>
                  <a:lnTo>
                    <a:pt x="539534" y="1310919"/>
                  </a:lnTo>
                  <a:lnTo>
                    <a:pt x="531215" y="1316520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22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19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22"/>
                  </a:lnTo>
                  <a:lnTo>
                    <a:pt x="575906" y="1335036"/>
                  </a:lnTo>
                  <a:close/>
                </a:path>
                <a:path w="575944" h="1885314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47"/>
                  </a:lnTo>
                  <a:lnTo>
                    <a:pt x="559917" y="1049147"/>
                  </a:lnTo>
                  <a:lnTo>
                    <a:pt x="549719" y="1047089"/>
                  </a:lnTo>
                  <a:lnTo>
                    <a:pt x="539534" y="1049147"/>
                  </a:lnTo>
                  <a:lnTo>
                    <a:pt x="531215" y="1054747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49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19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49"/>
                  </a:lnTo>
                  <a:lnTo>
                    <a:pt x="575906" y="1073264"/>
                  </a:lnTo>
                  <a:close/>
                </a:path>
                <a:path w="575944" h="1885314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75"/>
                  </a:lnTo>
                  <a:lnTo>
                    <a:pt x="559917" y="787374"/>
                  </a:lnTo>
                  <a:lnTo>
                    <a:pt x="549719" y="785317"/>
                  </a:lnTo>
                  <a:lnTo>
                    <a:pt x="539534" y="787374"/>
                  </a:lnTo>
                  <a:lnTo>
                    <a:pt x="531215" y="792975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77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19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77"/>
                  </a:lnTo>
                  <a:lnTo>
                    <a:pt x="575906" y="811491"/>
                  </a:lnTo>
                  <a:close/>
                </a:path>
                <a:path w="575944" h="1885314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02"/>
                  </a:lnTo>
                  <a:lnTo>
                    <a:pt x="559917" y="525602"/>
                  </a:lnTo>
                  <a:lnTo>
                    <a:pt x="549719" y="523544"/>
                  </a:lnTo>
                  <a:lnTo>
                    <a:pt x="539534" y="525602"/>
                  </a:lnTo>
                  <a:lnTo>
                    <a:pt x="531215" y="531202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04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19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04"/>
                  </a:lnTo>
                  <a:lnTo>
                    <a:pt x="575906" y="549719"/>
                  </a:lnTo>
                  <a:close/>
                </a:path>
                <a:path w="575944" h="1885314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19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64"/>
                  </a:lnTo>
                  <a:lnTo>
                    <a:pt x="549719" y="314121"/>
                  </a:lnTo>
                  <a:lnTo>
                    <a:pt x="559917" y="312064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575944" h="1885314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19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292"/>
                  </a:lnTo>
                  <a:lnTo>
                    <a:pt x="549719" y="52349"/>
                  </a:lnTo>
                  <a:lnTo>
                    <a:pt x="559917" y="50292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560101"/>
              <a:ext cx="11821629" cy="774845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74745" y="5654278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0328275" cy="1533525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IoT</a:t>
            </a:r>
            <a:endParaRPr sz="4950" dirty="0">
              <a:latin typeface="Montserrat ExtraBold"/>
              <a:cs typeface="Montserrat ExtraBold"/>
            </a:endParaRPr>
          </a:p>
          <a:p>
            <a:pPr marL="12700">
              <a:lnSpc>
                <a:spcPts val="5940"/>
              </a:lnSpc>
            </a:pPr>
            <a:r>
              <a:rPr lang="pt-BR" sz="4950" b="0" spc="-25" dirty="0">
                <a:latin typeface="Montserrat"/>
                <a:cs typeface="Montserrat"/>
              </a:rPr>
              <a:t>Internet das Coisas</a:t>
            </a:r>
            <a:endParaRPr sz="4950" dirty="0">
              <a:latin typeface="Montserrat"/>
              <a:cs typeface="Montserra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32678" y="6086775"/>
            <a:ext cx="6158865" cy="48420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lnSpc>
                <a:spcPts val="2870"/>
              </a:lnSpc>
              <a:spcBef>
                <a:spcPts val="190"/>
              </a:spcBef>
            </a:pP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Para iniciar os estudos dos fundamentos de redes de computadores, vamos começar pela evolução e aplicabilidade das redes desde a década de 1940 até os dias atuais. Depois, estudaremos os elementos que compõem uma rede e como elas são classificadas. Por último, vamos entender como uma rede estruturada em camadas ajuda no aprendizado e na padronização das tecnologias e como as informações podem ser transmitidas entre uma origem e um destino.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2332678" y="4836364"/>
            <a:ext cx="4194810" cy="54527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fr-FR" sz="3600" b="1" spc="10" dirty="0">
                <a:solidFill>
                  <a:srgbClr val="333333"/>
                </a:solidFill>
                <a:latin typeface="Montserrat ExtraBold"/>
                <a:cs typeface="Montserrat ExtraBold"/>
              </a:rPr>
              <a:t>IoT</a:t>
            </a:r>
            <a:endParaRPr sz="3600" dirty="0">
              <a:latin typeface="Montserrat ExtraBold"/>
              <a:cs typeface="Montserrat Extra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5" name="object 5"/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35594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97367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59139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35594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97367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59139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35594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97367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59139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35594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97367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59139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35594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97367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59139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35594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97367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59139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35594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97367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59139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35594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97367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59139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2879493" y="8718996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29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0328275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Evolução e aplicabilidade</a:t>
            </a:r>
            <a:endParaRPr sz="4950" dirty="0">
              <a:latin typeface="Montserrat"/>
              <a:cs typeface="Montserrat"/>
            </a:endParaRP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AF20496F-F769-D3BA-553F-6CFD0B18C24E}"/>
              </a:ext>
            </a:extLst>
          </p:cNvPr>
          <p:cNvSpPr txBox="1"/>
          <p:nvPr/>
        </p:nvSpPr>
        <p:spPr>
          <a:xfrm>
            <a:off x="1670050" y="2835275"/>
            <a:ext cx="1722120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4000" dirty="0"/>
              <a:t>A história das redes de computadores não é muito simples, e contou com o envolvimento de pessoas de diversas partes do mundo nos últimos 40 anos. Os processos de invenção e comercialização são um tanto complexos, mas, para começar a entender sobre o assunto, acompanhe uma visão simplificada da evolução da Internet.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4000" dirty="0"/>
              <a:t>Tudo começou na década de 1940, quando os computadores eram enormes dispositivos e as falhas eram comuns. Com a invenção do transistor, ficou disponível a fabricação de computadores menores e mais confiáveis. No final dos anos 50, com a invenção do circuito integrado, começava uma nova era na fabricação de computadores. Já nos anos 60, o uso de mainframes com terminais era muito comum, assim como os circuitos integrados eram utilizados em grande escala.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42CA1-EDA7-1AEB-D247-DAAFC5FD5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1DC35B8-5F99-54D5-837D-1B74E18A6F9F}"/>
              </a:ext>
            </a:extLst>
          </p:cNvPr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42D21049-807C-F3ED-F64D-702039C002A4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420ACFF-BD77-5864-2ABA-BF9357451F8F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B1B596A3-B33E-1DE1-4E9C-EA68DF5C42FF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085D24EF-B14F-7EA5-3FDE-27465DA78FAA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A9FCEB9B-1CA5-6860-D53F-9AFECC5F17CA}"/>
              </a:ext>
            </a:extLst>
          </p:cNvPr>
          <p:cNvSpPr/>
          <p:nvPr/>
        </p:nvSpPr>
        <p:spPr>
          <a:xfrm>
            <a:off x="235594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3EB507A1-EEDE-7699-AA4C-03C022ABB30F}"/>
              </a:ext>
            </a:extLst>
          </p:cNvPr>
          <p:cNvSpPr/>
          <p:nvPr/>
        </p:nvSpPr>
        <p:spPr>
          <a:xfrm>
            <a:off x="497367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97001C9F-C4EA-35A9-52B1-203DBD16277C}"/>
              </a:ext>
            </a:extLst>
          </p:cNvPr>
          <p:cNvSpPr/>
          <p:nvPr/>
        </p:nvSpPr>
        <p:spPr>
          <a:xfrm>
            <a:off x="759139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6875BDEA-21DD-9B10-758D-02E23A7B9B9F}"/>
              </a:ext>
            </a:extLst>
          </p:cNvPr>
          <p:cNvSpPr/>
          <p:nvPr/>
        </p:nvSpPr>
        <p:spPr>
          <a:xfrm>
            <a:off x="235594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577B403F-74C8-F49F-D495-A8DA7282AB38}"/>
              </a:ext>
            </a:extLst>
          </p:cNvPr>
          <p:cNvSpPr/>
          <p:nvPr/>
        </p:nvSpPr>
        <p:spPr>
          <a:xfrm>
            <a:off x="497367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C45EA855-9665-C563-217A-ADF2B5D24E4F}"/>
              </a:ext>
            </a:extLst>
          </p:cNvPr>
          <p:cNvSpPr/>
          <p:nvPr/>
        </p:nvSpPr>
        <p:spPr>
          <a:xfrm>
            <a:off x="759139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775FB93B-05EC-B62A-3686-4172EBB2D291}"/>
              </a:ext>
            </a:extLst>
          </p:cNvPr>
          <p:cNvSpPr/>
          <p:nvPr/>
        </p:nvSpPr>
        <p:spPr>
          <a:xfrm>
            <a:off x="235594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A2ABA945-9E64-4B41-C022-AAB8674A2D3D}"/>
              </a:ext>
            </a:extLst>
          </p:cNvPr>
          <p:cNvSpPr/>
          <p:nvPr/>
        </p:nvSpPr>
        <p:spPr>
          <a:xfrm>
            <a:off x="497367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D8119A4A-C634-1F84-11D3-3641BA7AD710}"/>
              </a:ext>
            </a:extLst>
          </p:cNvPr>
          <p:cNvSpPr/>
          <p:nvPr/>
        </p:nvSpPr>
        <p:spPr>
          <a:xfrm>
            <a:off x="759139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C27EE590-6711-E062-A6E9-7A04CAF9B8AE}"/>
              </a:ext>
            </a:extLst>
          </p:cNvPr>
          <p:cNvSpPr/>
          <p:nvPr/>
        </p:nvSpPr>
        <p:spPr>
          <a:xfrm>
            <a:off x="235594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DB0C2190-BB9D-62ED-2314-666DCC5C860A}"/>
              </a:ext>
            </a:extLst>
          </p:cNvPr>
          <p:cNvSpPr/>
          <p:nvPr/>
        </p:nvSpPr>
        <p:spPr>
          <a:xfrm>
            <a:off x="497367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B2AA6D8A-029A-9AF5-FAF6-305303963250}"/>
              </a:ext>
            </a:extLst>
          </p:cNvPr>
          <p:cNvSpPr/>
          <p:nvPr/>
        </p:nvSpPr>
        <p:spPr>
          <a:xfrm>
            <a:off x="759139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AA41F35E-FEEC-41AA-24E1-29F9825A6832}"/>
              </a:ext>
            </a:extLst>
          </p:cNvPr>
          <p:cNvSpPr/>
          <p:nvPr/>
        </p:nvSpPr>
        <p:spPr>
          <a:xfrm>
            <a:off x="235594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8EA05EBC-8B64-3CB3-AEBB-643B503E0228}"/>
              </a:ext>
            </a:extLst>
          </p:cNvPr>
          <p:cNvSpPr/>
          <p:nvPr/>
        </p:nvSpPr>
        <p:spPr>
          <a:xfrm>
            <a:off x="497367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6021F409-B44C-AFCC-CA7A-715948E0FBE0}"/>
              </a:ext>
            </a:extLst>
          </p:cNvPr>
          <p:cNvSpPr/>
          <p:nvPr/>
        </p:nvSpPr>
        <p:spPr>
          <a:xfrm>
            <a:off x="759139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4008C62D-7BFE-D11F-79E6-C8141D516735}"/>
              </a:ext>
            </a:extLst>
          </p:cNvPr>
          <p:cNvSpPr/>
          <p:nvPr/>
        </p:nvSpPr>
        <p:spPr>
          <a:xfrm>
            <a:off x="235594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9606B92A-2C88-C102-365C-DE5A4539DF4B}"/>
              </a:ext>
            </a:extLst>
          </p:cNvPr>
          <p:cNvSpPr/>
          <p:nvPr/>
        </p:nvSpPr>
        <p:spPr>
          <a:xfrm>
            <a:off x="497367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74038E55-E641-D9B8-9BCE-8460AAD86170}"/>
              </a:ext>
            </a:extLst>
          </p:cNvPr>
          <p:cNvSpPr/>
          <p:nvPr/>
        </p:nvSpPr>
        <p:spPr>
          <a:xfrm>
            <a:off x="759139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6F423357-165E-93C0-895B-3171F5412393}"/>
              </a:ext>
            </a:extLst>
          </p:cNvPr>
          <p:cNvSpPr/>
          <p:nvPr/>
        </p:nvSpPr>
        <p:spPr>
          <a:xfrm>
            <a:off x="235594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15CB395D-781B-E048-7B7F-7A59DF3BB840}"/>
              </a:ext>
            </a:extLst>
          </p:cNvPr>
          <p:cNvSpPr/>
          <p:nvPr/>
        </p:nvSpPr>
        <p:spPr>
          <a:xfrm>
            <a:off x="497367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40C9000D-F86E-3A1D-998D-150A467AC9B3}"/>
              </a:ext>
            </a:extLst>
          </p:cNvPr>
          <p:cNvSpPr/>
          <p:nvPr/>
        </p:nvSpPr>
        <p:spPr>
          <a:xfrm>
            <a:off x="759139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4B62A334-4B2B-2FE1-EBC9-445F06556C29}"/>
              </a:ext>
            </a:extLst>
          </p:cNvPr>
          <p:cNvSpPr/>
          <p:nvPr/>
        </p:nvSpPr>
        <p:spPr>
          <a:xfrm>
            <a:off x="235594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75B635BF-1D1B-0CAC-0CD9-79E9C5ABB62C}"/>
              </a:ext>
            </a:extLst>
          </p:cNvPr>
          <p:cNvSpPr/>
          <p:nvPr/>
        </p:nvSpPr>
        <p:spPr>
          <a:xfrm>
            <a:off x="497367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420C76FA-66C2-F946-C82A-016E37420DFA}"/>
              </a:ext>
            </a:extLst>
          </p:cNvPr>
          <p:cNvSpPr/>
          <p:nvPr/>
        </p:nvSpPr>
        <p:spPr>
          <a:xfrm>
            <a:off x="759139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>
            <a:extLst>
              <a:ext uri="{FF2B5EF4-FFF2-40B4-BE49-F238E27FC236}">
                <a16:creationId xmlns:a16="http://schemas.microsoft.com/office/drawing/2014/main" id="{59D6666E-5FF7-AD16-12BF-0D73B6F5AF10}"/>
              </a:ext>
            </a:extLst>
          </p:cNvPr>
          <p:cNvSpPr/>
          <p:nvPr/>
        </p:nvSpPr>
        <p:spPr>
          <a:xfrm>
            <a:off x="2879493" y="8718996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29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>
            <a:extLst>
              <a:ext uri="{FF2B5EF4-FFF2-40B4-BE49-F238E27FC236}">
                <a16:creationId xmlns:a16="http://schemas.microsoft.com/office/drawing/2014/main" id="{B56F7248-FD99-1305-5794-AD8AFBB8ECCE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>
            <a:extLst>
              <a:ext uri="{FF2B5EF4-FFF2-40B4-BE49-F238E27FC236}">
                <a16:creationId xmlns:a16="http://schemas.microsoft.com/office/drawing/2014/main" id="{15AD606D-6381-09D2-9CF2-038F02F5C9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0328275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Evolução e aplicabilidade</a:t>
            </a:r>
            <a:endParaRPr sz="4950" dirty="0">
              <a:latin typeface="Montserrat"/>
              <a:cs typeface="Montserrat"/>
            </a:endParaRP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2CD337A0-9570-9821-24D8-5DE88E68035E}"/>
              </a:ext>
            </a:extLst>
          </p:cNvPr>
          <p:cNvSpPr txBox="1"/>
          <p:nvPr/>
        </p:nvSpPr>
        <p:spPr>
          <a:xfrm>
            <a:off x="1670050" y="2835275"/>
            <a:ext cx="172212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pt-BR" sz="4000" dirty="0"/>
              <a:t>Os computadores menores, chamados de minicomputadores, começaram a surgir no final das décadas de 1960 e 1970, mesmo assim, eles ainda eram muito grandes se comparados aos computadores modernos. Foi então que, no final da década de 1970, a Apple apresentou o primeiro microcomputador, e, no começo da década de 1980, a IBM apresentou o seu primeiro computador pessoal.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pt-BR" sz="4000" dirty="0"/>
              <a:t>Foi somente na metade da década de 1980 que os computadores </a:t>
            </a:r>
            <a:r>
              <a:rPr lang="pt-BR" sz="4000" dirty="0" err="1"/>
              <a:t>standalone</a:t>
            </a:r>
            <a:r>
              <a:rPr lang="pt-BR" sz="4000" dirty="0"/>
              <a:t> começaram a trocar dados em redes ponto a ponto por meio de modems com acesso discado utilizando linhas telefônicas. Estas redes eram chamadas de BBS (</a:t>
            </a:r>
            <a:r>
              <a:rPr lang="pt-BR" sz="4000" dirty="0" err="1"/>
              <a:t>BulletinBoards</a:t>
            </a:r>
            <a:r>
              <a:rPr lang="pt-BR" sz="4000" dirty="0"/>
              <a:t> Systems).</a:t>
            </a:r>
          </a:p>
        </p:txBody>
      </p:sp>
    </p:spTree>
    <p:extLst>
      <p:ext uri="{BB962C8B-B14F-4D97-AF65-F5344CB8AC3E}">
        <p14:creationId xmlns:p14="http://schemas.microsoft.com/office/powerpoint/2010/main" val="1839134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417" cy="11308973"/>
            <a:chOff x="0" y="0"/>
            <a:chExt cx="20104417" cy="11308973"/>
          </a:xfrm>
        </p:grpSpPr>
        <p:sp>
          <p:nvSpPr>
            <p:cNvPr id="3" name="object 3"/>
            <p:cNvSpPr/>
            <p:nvPr/>
          </p:nvSpPr>
          <p:spPr>
            <a:xfrm>
              <a:off x="0" y="11151493"/>
              <a:ext cx="12565380" cy="157480"/>
            </a:xfrm>
            <a:custGeom>
              <a:avLst/>
              <a:gdLst/>
              <a:ahLst/>
              <a:cxnLst/>
              <a:rect l="l" t="t" r="r" b="b"/>
              <a:pathLst>
                <a:path w="12565380" h="157479">
                  <a:moveTo>
                    <a:pt x="0" y="157063"/>
                  </a:moveTo>
                  <a:lnTo>
                    <a:pt x="12565062" y="157063"/>
                  </a:lnTo>
                  <a:lnTo>
                    <a:pt x="12565062" y="0"/>
                  </a:lnTo>
                  <a:lnTo>
                    <a:pt x="0" y="0"/>
                  </a:lnTo>
                  <a:lnTo>
                    <a:pt x="0" y="157063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565062" y="0"/>
              <a:ext cx="7539355" cy="11308715"/>
            </a:xfrm>
            <a:custGeom>
              <a:avLst/>
              <a:gdLst/>
              <a:ahLst/>
              <a:cxnLst/>
              <a:rect l="l" t="t" r="r" b="b"/>
              <a:pathLst>
                <a:path w="7539355" h="11308715">
                  <a:moveTo>
                    <a:pt x="7539037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7539037" y="11308556"/>
                  </a:lnTo>
                  <a:lnTo>
                    <a:pt x="7539037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64029" y="9319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2779915" y="545020"/>
                  </a:moveTo>
                  <a:lnTo>
                    <a:pt x="2753639" y="265760"/>
                  </a:lnTo>
                  <a:lnTo>
                    <a:pt x="2750807" y="265760"/>
                  </a:lnTo>
                  <a:lnTo>
                    <a:pt x="2600236" y="545020"/>
                  </a:lnTo>
                  <a:lnTo>
                    <a:pt x="2779915" y="545020"/>
                  </a:lnTo>
                  <a:close/>
                </a:path>
                <a:path w="3693159" h="942975">
                  <a:moveTo>
                    <a:pt x="3692982" y="0"/>
                  </a:moveTo>
                  <a:lnTo>
                    <a:pt x="3424605" y="0"/>
                  </a:lnTo>
                  <a:lnTo>
                    <a:pt x="3424605" y="134556"/>
                  </a:lnTo>
                  <a:lnTo>
                    <a:pt x="3281781" y="806462"/>
                  </a:lnTo>
                  <a:lnTo>
                    <a:pt x="3095612" y="806462"/>
                  </a:lnTo>
                  <a:lnTo>
                    <a:pt x="3238538" y="134556"/>
                  </a:lnTo>
                  <a:lnTo>
                    <a:pt x="3424605" y="134556"/>
                  </a:lnTo>
                  <a:lnTo>
                    <a:pt x="3424605" y="0"/>
                  </a:lnTo>
                  <a:lnTo>
                    <a:pt x="3024924" y="0"/>
                  </a:lnTo>
                  <a:lnTo>
                    <a:pt x="3024924" y="806462"/>
                  </a:lnTo>
                  <a:lnTo>
                    <a:pt x="2814574" y="806462"/>
                  </a:lnTo>
                  <a:lnTo>
                    <a:pt x="2797810" y="675284"/>
                  </a:lnTo>
                  <a:lnTo>
                    <a:pt x="2525153" y="675284"/>
                  </a:lnTo>
                  <a:lnTo>
                    <a:pt x="2453538" y="806462"/>
                  </a:lnTo>
                  <a:lnTo>
                    <a:pt x="2267356" y="806462"/>
                  </a:lnTo>
                  <a:lnTo>
                    <a:pt x="2675407" y="134556"/>
                  </a:lnTo>
                  <a:lnTo>
                    <a:pt x="2902521" y="134556"/>
                  </a:lnTo>
                  <a:lnTo>
                    <a:pt x="3024924" y="806462"/>
                  </a:lnTo>
                  <a:lnTo>
                    <a:pt x="3024924" y="0"/>
                  </a:lnTo>
                  <a:lnTo>
                    <a:pt x="2341283" y="0"/>
                  </a:lnTo>
                  <a:lnTo>
                    <a:pt x="2341283" y="134556"/>
                  </a:lnTo>
                  <a:lnTo>
                    <a:pt x="2198459" y="806462"/>
                  </a:lnTo>
                  <a:lnTo>
                    <a:pt x="1940674" y="806462"/>
                  </a:lnTo>
                  <a:lnTo>
                    <a:pt x="1822030" y="291833"/>
                  </a:lnTo>
                  <a:lnTo>
                    <a:pt x="1820151" y="291833"/>
                  </a:lnTo>
                  <a:lnTo>
                    <a:pt x="1710829" y="806462"/>
                  </a:lnTo>
                  <a:lnTo>
                    <a:pt x="1543304" y="806462"/>
                  </a:lnTo>
                  <a:lnTo>
                    <a:pt x="1686115" y="134556"/>
                  </a:lnTo>
                  <a:lnTo>
                    <a:pt x="1946744" y="134556"/>
                  </a:lnTo>
                  <a:lnTo>
                    <a:pt x="2065477" y="635266"/>
                  </a:lnTo>
                  <a:lnTo>
                    <a:pt x="2067687" y="633399"/>
                  </a:lnTo>
                  <a:lnTo>
                    <a:pt x="2173744" y="134556"/>
                  </a:lnTo>
                  <a:lnTo>
                    <a:pt x="2341283" y="134556"/>
                  </a:lnTo>
                  <a:lnTo>
                    <a:pt x="2341283" y="0"/>
                  </a:lnTo>
                  <a:lnTo>
                    <a:pt x="1580997" y="0"/>
                  </a:lnTo>
                  <a:lnTo>
                    <a:pt x="1580997" y="134556"/>
                  </a:lnTo>
                  <a:lnTo>
                    <a:pt x="1553146" y="264820"/>
                  </a:lnTo>
                  <a:lnTo>
                    <a:pt x="1227391" y="264820"/>
                  </a:lnTo>
                  <a:lnTo>
                    <a:pt x="1197965" y="403555"/>
                  </a:lnTo>
                  <a:lnTo>
                    <a:pt x="1497647" y="403555"/>
                  </a:lnTo>
                  <a:lnTo>
                    <a:pt x="1469999" y="533819"/>
                  </a:lnTo>
                  <a:lnTo>
                    <a:pt x="1170330" y="533819"/>
                  </a:lnTo>
                  <a:lnTo>
                    <a:pt x="1140066" y="676224"/>
                  </a:lnTo>
                  <a:lnTo>
                    <a:pt x="1465922" y="676224"/>
                  </a:lnTo>
                  <a:lnTo>
                    <a:pt x="1438071" y="806462"/>
                  </a:lnTo>
                  <a:lnTo>
                    <a:pt x="926261" y="806462"/>
                  </a:lnTo>
                  <a:lnTo>
                    <a:pt x="1027137" y="331825"/>
                  </a:lnTo>
                  <a:lnTo>
                    <a:pt x="1069073" y="134556"/>
                  </a:lnTo>
                  <a:lnTo>
                    <a:pt x="1580997" y="134556"/>
                  </a:lnTo>
                  <a:lnTo>
                    <a:pt x="1580997" y="0"/>
                  </a:lnTo>
                  <a:lnTo>
                    <a:pt x="908469" y="0"/>
                  </a:lnTo>
                  <a:lnTo>
                    <a:pt x="908469" y="281914"/>
                  </a:lnTo>
                  <a:lnTo>
                    <a:pt x="899655" y="331825"/>
                  </a:lnTo>
                  <a:lnTo>
                    <a:pt x="713587" y="331825"/>
                  </a:lnTo>
                  <a:lnTo>
                    <a:pt x="716394" y="313486"/>
                  </a:lnTo>
                  <a:lnTo>
                    <a:pt x="715302" y="297522"/>
                  </a:lnTo>
                  <a:lnTo>
                    <a:pt x="690422" y="263029"/>
                  </a:lnTo>
                  <a:lnTo>
                    <a:pt x="634746" y="250888"/>
                  </a:lnTo>
                  <a:lnTo>
                    <a:pt x="603135" y="255765"/>
                  </a:lnTo>
                  <a:lnTo>
                    <a:pt x="574814" y="268998"/>
                  </a:lnTo>
                  <a:lnTo>
                    <a:pt x="553186" y="288531"/>
                  </a:lnTo>
                  <a:lnTo>
                    <a:pt x="541667" y="312254"/>
                  </a:lnTo>
                  <a:lnTo>
                    <a:pt x="545160" y="343458"/>
                  </a:lnTo>
                  <a:lnTo>
                    <a:pt x="566470" y="364985"/>
                  </a:lnTo>
                  <a:lnTo>
                    <a:pt x="598462" y="379704"/>
                  </a:lnTo>
                  <a:lnTo>
                    <a:pt x="634009" y="390474"/>
                  </a:lnTo>
                  <a:lnTo>
                    <a:pt x="710336" y="409155"/>
                  </a:lnTo>
                  <a:lnTo>
                    <a:pt x="749350" y="420395"/>
                  </a:lnTo>
                  <a:lnTo>
                    <a:pt x="786155" y="434962"/>
                  </a:lnTo>
                  <a:lnTo>
                    <a:pt x="844689" y="480275"/>
                  </a:lnTo>
                  <a:lnTo>
                    <a:pt x="862241" y="514121"/>
                  </a:lnTo>
                  <a:lnTo>
                    <a:pt x="869188" y="557479"/>
                  </a:lnTo>
                  <a:lnTo>
                    <a:pt x="863434" y="611924"/>
                  </a:lnTo>
                  <a:lnTo>
                    <a:pt x="848969" y="656336"/>
                  </a:lnTo>
                  <a:lnTo>
                    <a:pt x="826350" y="695312"/>
                  </a:lnTo>
                  <a:lnTo>
                    <a:pt x="796569" y="728903"/>
                  </a:lnTo>
                  <a:lnTo>
                    <a:pt x="760653" y="757161"/>
                  </a:lnTo>
                  <a:lnTo>
                    <a:pt x="719594" y="780161"/>
                  </a:lnTo>
                  <a:lnTo>
                    <a:pt x="674408" y="797941"/>
                  </a:lnTo>
                  <a:lnTo>
                    <a:pt x="626084" y="810577"/>
                  </a:lnTo>
                  <a:lnTo>
                    <a:pt x="575627" y="818121"/>
                  </a:lnTo>
                  <a:lnTo>
                    <a:pt x="524065" y="820610"/>
                  </a:lnTo>
                  <a:lnTo>
                    <a:pt x="473151" y="818794"/>
                  </a:lnTo>
                  <a:lnTo>
                    <a:pt x="425462" y="812838"/>
                  </a:lnTo>
                  <a:lnTo>
                    <a:pt x="382104" y="801992"/>
                  </a:lnTo>
                  <a:lnTo>
                    <a:pt x="344208" y="785520"/>
                  </a:lnTo>
                  <a:lnTo>
                    <a:pt x="312864" y="762660"/>
                  </a:lnTo>
                  <a:lnTo>
                    <a:pt x="289204" y="732675"/>
                  </a:lnTo>
                  <a:lnTo>
                    <a:pt x="274345" y="694804"/>
                  </a:lnTo>
                  <a:lnTo>
                    <a:pt x="269405" y="648309"/>
                  </a:lnTo>
                  <a:lnTo>
                    <a:pt x="275488" y="592455"/>
                  </a:lnTo>
                  <a:lnTo>
                    <a:pt x="461657" y="592455"/>
                  </a:lnTo>
                  <a:lnTo>
                    <a:pt x="460578" y="634403"/>
                  </a:lnTo>
                  <a:lnTo>
                    <a:pt x="477113" y="665022"/>
                  </a:lnTo>
                  <a:lnTo>
                    <a:pt x="508863" y="683780"/>
                  </a:lnTo>
                  <a:lnTo>
                    <a:pt x="553491" y="690143"/>
                  </a:lnTo>
                  <a:lnTo>
                    <a:pt x="587768" y="685965"/>
                  </a:lnTo>
                  <a:lnTo>
                    <a:pt x="622020" y="673404"/>
                  </a:lnTo>
                  <a:lnTo>
                    <a:pt x="649998" y="652462"/>
                  </a:lnTo>
                  <a:lnTo>
                    <a:pt x="665416" y="623125"/>
                  </a:lnTo>
                  <a:lnTo>
                    <a:pt x="665492" y="593737"/>
                  </a:lnTo>
                  <a:lnTo>
                    <a:pt x="664705" y="592455"/>
                  </a:lnTo>
                  <a:lnTo>
                    <a:pt x="652424" y="572452"/>
                  </a:lnTo>
                  <a:lnTo>
                    <a:pt x="628230" y="556996"/>
                  </a:lnTo>
                  <a:lnTo>
                    <a:pt x="594906" y="545071"/>
                  </a:lnTo>
                  <a:lnTo>
                    <a:pt x="508914" y="522744"/>
                  </a:lnTo>
                  <a:lnTo>
                    <a:pt x="460235" y="507771"/>
                  </a:lnTo>
                  <a:lnTo>
                    <a:pt x="410451" y="487222"/>
                  </a:lnTo>
                  <a:lnTo>
                    <a:pt x="371919" y="459282"/>
                  </a:lnTo>
                  <a:lnTo>
                    <a:pt x="348335" y="421398"/>
                  </a:lnTo>
                  <a:lnTo>
                    <a:pt x="339153" y="375475"/>
                  </a:lnTo>
                  <a:lnTo>
                    <a:pt x="343865" y="323443"/>
                  </a:lnTo>
                  <a:lnTo>
                    <a:pt x="361442" y="274574"/>
                  </a:lnTo>
                  <a:lnTo>
                    <a:pt x="386054" y="233654"/>
                  </a:lnTo>
                  <a:lnTo>
                    <a:pt x="416725" y="200101"/>
                  </a:lnTo>
                  <a:lnTo>
                    <a:pt x="452513" y="173329"/>
                  </a:lnTo>
                  <a:lnTo>
                    <a:pt x="492455" y="152742"/>
                  </a:lnTo>
                  <a:lnTo>
                    <a:pt x="535597" y="137756"/>
                  </a:lnTo>
                  <a:lnTo>
                    <a:pt x="580974" y="127787"/>
                  </a:lnTo>
                  <a:lnTo>
                    <a:pt x="627634" y="122237"/>
                  </a:lnTo>
                  <a:lnTo>
                    <a:pt x="674636" y="120523"/>
                  </a:lnTo>
                  <a:lnTo>
                    <a:pt x="720356" y="122428"/>
                  </a:lnTo>
                  <a:lnTo>
                    <a:pt x="764184" y="128524"/>
                  </a:lnTo>
                  <a:lnTo>
                    <a:pt x="804684" y="139306"/>
                  </a:lnTo>
                  <a:lnTo>
                    <a:pt x="840486" y="155308"/>
                  </a:lnTo>
                  <a:lnTo>
                    <a:pt x="892314" y="205041"/>
                  </a:lnTo>
                  <a:lnTo>
                    <a:pt x="908469" y="281914"/>
                  </a:lnTo>
                  <a:lnTo>
                    <a:pt x="908469" y="0"/>
                  </a:lnTo>
                  <a:lnTo>
                    <a:pt x="0" y="0"/>
                  </a:lnTo>
                  <a:lnTo>
                    <a:pt x="0" y="137388"/>
                  </a:lnTo>
                  <a:lnTo>
                    <a:pt x="198323" y="137388"/>
                  </a:lnTo>
                  <a:lnTo>
                    <a:pt x="198323" y="162204"/>
                  </a:lnTo>
                  <a:lnTo>
                    <a:pt x="0" y="162204"/>
                  </a:lnTo>
                  <a:lnTo>
                    <a:pt x="0" y="295605"/>
                  </a:lnTo>
                  <a:lnTo>
                    <a:pt x="198323" y="295605"/>
                  </a:lnTo>
                  <a:lnTo>
                    <a:pt x="198323" y="320408"/>
                  </a:lnTo>
                  <a:lnTo>
                    <a:pt x="0" y="320408"/>
                  </a:lnTo>
                  <a:lnTo>
                    <a:pt x="0" y="458101"/>
                  </a:lnTo>
                  <a:lnTo>
                    <a:pt x="198323" y="458101"/>
                  </a:lnTo>
                  <a:lnTo>
                    <a:pt x="198323" y="482930"/>
                  </a:lnTo>
                  <a:lnTo>
                    <a:pt x="0" y="482930"/>
                  </a:lnTo>
                  <a:lnTo>
                    <a:pt x="0" y="622820"/>
                  </a:lnTo>
                  <a:lnTo>
                    <a:pt x="198323" y="622820"/>
                  </a:lnTo>
                  <a:lnTo>
                    <a:pt x="198323" y="647623"/>
                  </a:lnTo>
                  <a:lnTo>
                    <a:pt x="0" y="647623"/>
                  </a:lnTo>
                  <a:lnTo>
                    <a:pt x="0" y="781545"/>
                  </a:lnTo>
                  <a:lnTo>
                    <a:pt x="198323" y="781545"/>
                  </a:lnTo>
                  <a:lnTo>
                    <a:pt x="198323" y="806361"/>
                  </a:lnTo>
                  <a:lnTo>
                    <a:pt x="0" y="806361"/>
                  </a:lnTo>
                  <a:lnTo>
                    <a:pt x="0" y="942378"/>
                  </a:lnTo>
                  <a:lnTo>
                    <a:pt x="3692982" y="942378"/>
                  </a:lnTo>
                  <a:lnTo>
                    <a:pt x="3692982" y="820610"/>
                  </a:lnTo>
                  <a:lnTo>
                    <a:pt x="3692982" y="806462"/>
                  </a:lnTo>
                  <a:lnTo>
                    <a:pt x="3494544" y="806361"/>
                  </a:lnTo>
                  <a:lnTo>
                    <a:pt x="3494544" y="781545"/>
                  </a:lnTo>
                  <a:lnTo>
                    <a:pt x="3692982" y="781545"/>
                  </a:lnTo>
                  <a:lnTo>
                    <a:pt x="3692982" y="647623"/>
                  </a:lnTo>
                  <a:lnTo>
                    <a:pt x="3494544" y="647623"/>
                  </a:lnTo>
                  <a:lnTo>
                    <a:pt x="3494544" y="622820"/>
                  </a:lnTo>
                  <a:lnTo>
                    <a:pt x="3692982" y="622820"/>
                  </a:lnTo>
                  <a:lnTo>
                    <a:pt x="3692982" y="482930"/>
                  </a:lnTo>
                  <a:lnTo>
                    <a:pt x="3494544" y="482930"/>
                  </a:lnTo>
                  <a:lnTo>
                    <a:pt x="3494544" y="458101"/>
                  </a:lnTo>
                  <a:lnTo>
                    <a:pt x="3692982" y="458101"/>
                  </a:lnTo>
                  <a:lnTo>
                    <a:pt x="3692982" y="320408"/>
                  </a:lnTo>
                  <a:lnTo>
                    <a:pt x="3494544" y="320408"/>
                  </a:lnTo>
                  <a:lnTo>
                    <a:pt x="3494544" y="295605"/>
                  </a:lnTo>
                  <a:lnTo>
                    <a:pt x="3692982" y="295605"/>
                  </a:lnTo>
                  <a:lnTo>
                    <a:pt x="3692982" y="162204"/>
                  </a:lnTo>
                  <a:lnTo>
                    <a:pt x="3494544" y="162204"/>
                  </a:lnTo>
                  <a:lnTo>
                    <a:pt x="3494544" y="137388"/>
                  </a:lnTo>
                  <a:lnTo>
                    <a:pt x="3692982" y="137388"/>
                  </a:lnTo>
                  <a:lnTo>
                    <a:pt x="3692982" y="134556"/>
                  </a:lnTo>
                  <a:lnTo>
                    <a:pt x="3692982" y="120523"/>
                  </a:lnTo>
                  <a:lnTo>
                    <a:pt x="36929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1759" y="9004966"/>
              <a:ext cx="1885314" cy="1885314"/>
            </a:xfrm>
            <a:custGeom>
              <a:avLst/>
              <a:gdLst/>
              <a:ahLst/>
              <a:cxnLst/>
              <a:rect l="l" t="t" r="r" b="b"/>
              <a:pathLst>
                <a:path w="1885314" h="1885315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77"/>
                  </a:lnTo>
                  <a:lnTo>
                    <a:pt x="36372" y="1834464"/>
                  </a:lnTo>
                  <a:lnTo>
                    <a:pt x="26187" y="1832406"/>
                  </a:lnTo>
                  <a:lnTo>
                    <a:pt x="15989" y="1834464"/>
                  </a:lnTo>
                  <a:lnTo>
                    <a:pt x="7670" y="1840077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79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87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79"/>
                  </a:lnTo>
                  <a:lnTo>
                    <a:pt x="52362" y="1858581"/>
                  </a:lnTo>
                  <a:close/>
                </a:path>
                <a:path w="1885314" h="1885315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305"/>
                  </a:lnTo>
                  <a:lnTo>
                    <a:pt x="36372" y="1572691"/>
                  </a:lnTo>
                  <a:lnTo>
                    <a:pt x="26187" y="1570634"/>
                  </a:lnTo>
                  <a:lnTo>
                    <a:pt x="15989" y="1572691"/>
                  </a:lnTo>
                  <a:lnTo>
                    <a:pt x="7670" y="1578305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7007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87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7007"/>
                  </a:lnTo>
                  <a:lnTo>
                    <a:pt x="52362" y="1596809"/>
                  </a:lnTo>
                  <a:close/>
                </a:path>
                <a:path w="1885314" h="1885315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32"/>
                  </a:lnTo>
                  <a:lnTo>
                    <a:pt x="36372" y="1310919"/>
                  </a:lnTo>
                  <a:lnTo>
                    <a:pt x="26187" y="1308862"/>
                  </a:lnTo>
                  <a:lnTo>
                    <a:pt x="15989" y="1310919"/>
                  </a:lnTo>
                  <a:lnTo>
                    <a:pt x="7670" y="1316532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34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87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34"/>
                  </a:lnTo>
                  <a:lnTo>
                    <a:pt x="52362" y="1335036"/>
                  </a:lnTo>
                  <a:close/>
                </a:path>
                <a:path w="1885314" h="1885315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60"/>
                  </a:lnTo>
                  <a:lnTo>
                    <a:pt x="36372" y="1049147"/>
                  </a:lnTo>
                  <a:lnTo>
                    <a:pt x="26187" y="1047089"/>
                  </a:lnTo>
                  <a:lnTo>
                    <a:pt x="15989" y="1049147"/>
                  </a:lnTo>
                  <a:lnTo>
                    <a:pt x="7670" y="1054760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62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87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62"/>
                  </a:lnTo>
                  <a:lnTo>
                    <a:pt x="52362" y="1073264"/>
                  </a:lnTo>
                  <a:close/>
                </a:path>
                <a:path w="1885314" h="1885315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88"/>
                  </a:lnTo>
                  <a:lnTo>
                    <a:pt x="36372" y="787374"/>
                  </a:lnTo>
                  <a:lnTo>
                    <a:pt x="26187" y="785317"/>
                  </a:lnTo>
                  <a:lnTo>
                    <a:pt x="15989" y="787374"/>
                  </a:lnTo>
                  <a:lnTo>
                    <a:pt x="7670" y="792988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90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87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90"/>
                  </a:lnTo>
                  <a:lnTo>
                    <a:pt x="52362" y="811491"/>
                  </a:lnTo>
                  <a:close/>
                </a:path>
                <a:path w="1885314" h="1885315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15"/>
                  </a:lnTo>
                  <a:lnTo>
                    <a:pt x="36372" y="525602"/>
                  </a:lnTo>
                  <a:lnTo>
                    <a:pt x="26187" y="523544"/>
                  </a:lnTo>
                  <a:lnTo>
                    <a:pt x="15989" y="525602"/>
                  </a:lnTo>
                  <a:lnTo>
                    <a:pt x="7670" y="531215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17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87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17"/>
                  </a:lnTo>
                  <a:lnTo>
                    <a:pt x="52362" y="549719"/>
                  </a:lnTo>
                  <a:close/>
                </a:path>
                <a:path w="1885314" h="1885315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87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77"/>
                  </a:lnTo>
                  <a:lnTo>
                    <a:pt x="26187" y="314121"/>
                  </a:lnTo>
                  <a:lnTo>
                    <a:pt x="36372" y="312077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1885314" h="1885315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87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304"/>
                  </a:lnTo>
                  <a:lnTo>
                    <a:pt x="26187" y="52349"/>
                  </a:lnTo>
                  <a:lnTo>
                    <a:pt x="36372" y="50304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1885314" h="1885315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77"/>
                  </a:lnTo>
                  <a:lnTo>
                    <a:pt x="298145" y="1834464"/>
                  </a:lnTo>
                  <a:lnTo>
                    <a:pt x="287959" y="1832406"/>
                  </a:lnTo>
                  <a:lnTo>
                    <a:pt x="277761" y="1834464"/>
                  </a:lnTo>
                  <a:lnTo>
                    <a:pt x="269443" y="1840077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79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59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79"/>
                  </a:lnTo>
                  <a:lnTo>
                    <a:pt x="314134" y="1858581"/>
                  </a:lnTo>
                  <a:close/>
                </a:path>
                <a:path w="1885314" h="1885315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305"/>
                  </a:lnTo>
                  <a:lnTo>
                    <a:pt x="298145" y="1572691"/>
                  </a:lnTo>
                  <a:lnTo>
                    <a:pt x="287959" y="1570634"/>
                  </a:lnTo>
                  <a:lnTo>
                    <a:pt x="277761" y="1572691"/>
                  </a:lnTo>
                  <a:lnTo>
                    <a:pt x="269443" y="1578305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7007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59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7007"/>
                  </a:lnTo>
                  <a:lnTo>
                    <a:pt x="314134" y="1596809"/>
                  </a:lnTo>
                  <a:close/>
                </a:path>
                <a:path w="1885314" h="1885315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32"/>
                  </a:lnTo>
                  <a:lnTo>
                    <a:pt x="298145" y="1310919"/>
                  </a:lnTo>
                  <a:lnTo>
                    <a:pt x="287959" y="1308862"/>
                  </a:lnTo>
                  <a:lnTo>
                    <a:pt x="277761" y="1310919"/>
                  </a:lnTo>
                  <a:lnTo>
                    <a:pt x="269443" y="1316532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34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59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34"/>
                  </a:lnTo>
                  <a:lnTo>
                    <a:pt x="314134" y="1335036"/>
                  </a:lnTo>
                  <a:close/>
                </a:path>
                <a:path w="1885314" h="1885315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60"/>
                  </a:lnTo>
                  <a:lnTo>
                    <a:pt x="298145" y="1049147"/>
                  </a:lnTo>
                  <a:lnTo>
                    <a:pt x="287959" y="1047089"/>
                  </a:lnTo>
                  <a:lnTo>
                    <a:pt x="277761" y="1049147"/>
                  </a:lnTo>
                  <a:lnTo>
                    <a:pt x="269443" y="1054760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62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59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62"/>
                  </a:lnTo>
                  <a:lnTo>
                    <a:pt x="314134" y="1073264"/>
                  </a:lnTo>
                  <a:close/>
                </a:path>
                <a:path w="1885314" h="1885315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88"/>
                  </a:lnTo>
                  <a:lnTo>
                    <a:pt x="298145" y="787374"/>
                  </a:lnTo>
                  <a:lnTo>
                    <a:pt x="287959" y="785317"/>
                  </a:lnTo>
                  <a:lnTo>
                    <a:pt x="277761" y="787374"/>
                  </a:lnTo>
                  <a:lnTo>
                    <a:pt x="269443" y="792988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90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59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90"/>
                  </a:lnTo>
                  <a:lnTo>
                    <a:pt x="314134" y="811491"/>
                  </a:lnTo>
                  <a:close/>
                </a:path>
                <a:path w="1885314" h="1885315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15"/>
                  </a:lnTo>
                  <a:lnTo>
                    <a:pt x="298145" y="525602"/>
                  </a:lnTo>
                  <a:lnTo>
                    <a:pt x="287959" y="523544"/>
                  </a:lnTo>
                  <a:lnTo>
                    <a:pt x="277761" y="525602"/>
                  </a:lnTo>
                  <a:lnTo>
                    <a:pt x="269443" y="531215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17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59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17"/>
                  </a:lnTo>
                  <a:lnTo>
                    <a:pt x="314134" y="549719"/>
                  </a:lnTo>
                  <a:close/>
                </a:path>
                <a:path w="1885314" h="1885315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59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77"/>
                  </a:lnTo>
                  <a:lnTo>
                    <a:pt x="287959" y="314121"/>
                  </a:lnTo>
                  <a:lnTo>
                    <a:pt x="298145" y="312077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1885314" h="1885315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59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304"/>
                  </a:lnTo>
                  <a:lnTo>
                    <a:pt x="287959" y="52349"/>
                  </a:lnTo>
                  <a:lnTo>
                    <a:pt x="298145" y="50304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1885314" h="1885315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77"/>
                  </a:lnTo>
                  <a:lnTo>
                    <a:pt x="559917" y="1834464"/>
                  </a:lnTo>
                  <a:lnTo>
                    <a:pt x="549732" y="1832406"/>
                  </a:lnTo>
                  <a:lnTo>
                    <a:pt x="539534" y="1834464"/>
                  </a:lnTo>
                  <a:lnTo>
                    <a:pt x="531215" y="1840077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79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32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79"/>
                  </a:lnTo>
                  <a:lnTo>
                    <a:pt x="575906" y="1858581"/>
                  </a:lnTo>
                  <a:close/>
                </a:path>
                <a:path w="1885314" h="1885315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305"/>
                  </a:lnTo>
                  <a:lnTo>
                    <a:pt x="559917" y="1572691"/>
                  </a:lnTo>
                  <a:lnTo>
                    <a:pt x="549732" y="1570634"/>
                  </a:lnTo>
                  <a:lnTo>
                    <a:pt x="539534" y="1572691"/>
                  </a:lnTo>
                  <a:lnTo>
                    <a:pt x="531215" y="1578305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7007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32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7007"/>
                  </a:lnTo>
                  <a:lnTo>
                    <a:pt x="575906" y="1596809"/>
                  </a:lnTo>
                  <a:close/>
                </a:path>
                <a:path w="1885314" h="1885315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32"/>
                  </a:lnTo>
                  <a:lnTo>
                    <a:pt x="559917" y="1310919"/>
                  </a:lnTo>
                  <a:lnTo>
                    <a:pt x="549732" y="1308862"/>
                  </a:lnTo>
                  <a:lnTo>
                    <a:pt x="539534" y="1310919"/>
                  </a:lnTo>
                  <a:lnTo>
                    <a:pt x="531215" y="1316532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34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32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34"/>
                  </a:lnTo>
                  <a:lnTo>
                    <a:pt x="575906" y="1335036"/>
                  </a:lnTo>
                  <a:close/>
                </a:path>
                <a:path w="1885314" h="1885315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60"/>
                  </a:lnTo>
                  <a:lnTo>
                    <a:pt x="559917" y="1049147"/>
                  </a:lnTo>
                  <a:lnTo>
                    <a:pt x="549732" y="1047089"/>
                  </a:lnTo>
                  <a:lnTo>
                    <a:pt x="539534" y="1049147"/>
                  </a:lnTo>
                  <a:lnTo>
                    <a:pt x="531215" y="1054760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62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32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62"/>
                  </a:lnTo>
                  <a:lnTo>
                    <a:pt x="575906" y="1073264"/>
                  </a:lnTo>
                  <a:close/>
                </a:path>
                <a:path w="1885314" h="1885315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88"/>
                  </a:lnTo>
                  <a:lnTo>
                    <a:pt x="559917" y="787374"/>
                  </a:lnTo>
                  <a:lnTo>
                    <a:pt x="549732" y="785317"/>
                  </a:lnTo>
                  <a:lnTo>
                    <a:pt x="539534" y="787374"/>
                  </a:lnTo>
                  <a:lnTo>
                    <a:pt x="531215" y="792988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90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32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90"/>
                  </a:lnTo>
                  <a:lnTo>
                    <a:pt x="575906" y="811491"/>
                  </a:lnTo>
                  <a:close/>
                </a:path>
                <a:path w="1885314" h="1885315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15"/>
                  </a:lnTo>
                  <a:lnTo>
                    <a:pt x="559917" y="525602"/>
                  </a:lnTo>
                  <a:lnTo>
                    <a:pt x="549732" y="523544"/>
                  </a:lnTo>
                  <a:lnTo>
                    <a:pt x="539534" y="525602"/>
                  </a:lnTo>
                  <a:lnTo>
                    <a:pt x="531215" y="531215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17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32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17"/>
                  </a:lnTo>
                  <a:lnTo>
                    <a:pt x="575906" y="549719"/>
                  </a:lnTo>
                  <a:close/>
                </a:path>
                <a:path w="1885314" h="1885315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32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77"/>
                  </a:lnTo>
                  <a:lnTo>
                    <a:pt x="549732" y="314121"/>
                  </a:lnTo>
                  <a:lnTo>
                    <a:pt x="559917" y="312077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1885314" h="1885315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32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304"/>
                  </a:lnTo>
                  <a:lnTo>
                    <a:pt x="549732" y="52349"/>
                  </a:lnTo>
                  <a:lnTo>
                    <a:pt x="559917" y="50304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  <a:path w="1885314" h="1885315">
                  <a:moveTo>
                    <a:pt x="837679" y="1858581"/>
                  </a:moveTo>
                  <a:lnTo>
                    <a:pt x="835621" y="1848396"/>
                  </a:lnTo>
                  <a:lnTo>
                    <a:pt x="830008" y="1840077"/>
                  </a:lnTo>
                  <a:lnTo>
                    <a:pt x="821690" y="1834464"/>
                  </a:lnTo>
                  <a:lnTo>
                    <a:pt x="811504" y="1832406"/>
                  </a:lnTo>
                  <a:lnTo>
                    <a:pt x="801306" y="1834464"/>
                  </a:lnTo>
                  <a:lnTo>
                    <a:pt x="792988" y="1840077"/>
                  </a:lnTo>
                  <a:lnTo>
                    <a:pt x="787374" y="1848396"/>
                  </a:lnTo>
                  <a:lnTo>
                    <a:pt x="785317" y="1858581"/>
                  </a:lnTo>
                  <a:lnTo>
                    <a:pt x="787374" y="1868779"/>
                  </a:lnTo>
                  <a:lnTo>
                    <a:pt x="792988" y="1877098"/>
                  </a:lnTo>
                  <a:lnTo>
                    <a:pt x="801306" y="1882698"/>
                  </a:lnTo>
                  <a:lnTo>
                    <a:pt x="811504" y="1884756"/>
                  </a:lnTo>
                  <a:lnTo>
                    <a:pt x="821690" y="1882698"/>
                  </a:lnTo>
                  <a:lnTo>
                    <a:pt x="830008" y="1877098"/>
                  </a:lnTo>
                  <a:lnTo>
                    <a:pt x="835621" y="1868779"/>
                  </a:lnTo>
                  <a:lnTo>
                    <a:pt x="837679" y="1858581"/>
                  </a:lnTo>
                  <a:close/>
                </a:path>
                <a:path w="1885314" h="1885315">
                  <a:moveTo>
                    <a:pt x="837679" y="1596809"/>
                  </a:moveTo>
                  <a:lnTo>
                    <a:pt x="835621" y="1586623"/>
                  </a:lnTo>
                  <a:lnTo>
                    <a:pt x="830008" y="1578305"/>
                  </a:lnTo>
                  <a:lnTo>
                    <a:pt x="821690" y="1572691"/>
                  </a:lnTo>
                  <a:lnTo>
                    <a:pt x="811504" y="1570634"/>
                  </a:lnTo>
                  <a:lnTo>
                    <a:pt x="801306" y="1572691"/>
                  </a:lnTo>
                  <a:lnTo>
                    <a:pt x="792988" y="1578305"/>
                  </a:lnTo>
                  <a:lnTo>
                    <a:pt x="787374" y="1586623"/>
                  </a:lnTo>
                  <a:lnTo>
                    <a:pt x="785317" y="1596809"/>
                  </a:lnTo>
                  <a:lnTo>
                    <a:pt x="787374" y="1607007"/>
                  </a:lnTo>
                  <a:lnTo>
                    <a:pt x="792988" y="1615325"/>
                  </a:lnTo>
                  <a:lnTo>
                    <a:pt x="801306" y="1620926"/>
                  </a:lnTo>
                  <a:lnTo>
                    <a:pt x="811504" y="1622983"/>
                  </a:lnTo>
                  <a:lnTo>
                    <a:pt x="821690" y="1620926"/>
                  </a:lnTo>
                  <a:lnTo>
                    <a:pt x="830008" y="1615325"/>
                  </a:lnTo>
                  <a:lnTo>
                    <a:pt x="835621" y="1607007"/>
                  </a:lnTo>
                  <a:lnTo>
                    <a:pt x="837679" y="1596809"/>
                  </a:lnTo>
                  <a:close/>
                </a:path>
                <a:path w="1885314" h="1885315">
                  <a:moveTo>
                    <a:pt x="837679" y="1335036"/>
                  </a:moveTo>
                  <a:lnTo>
                    <a:pt x="835621" y="1324851"/>
                  </a:lnTo>
                  <a:lnTo>
                    <a:pt x="830008" y="1316532"/>
                  </a:lnTo>
                  <a:lnTo>
                    <a:pt x="821690" y="1310919"/>
                  </a:lnTo>
                  <a:lnTo>
                    <a:pt x="811504" y="1308862"/>
                  </a:lnTo>
                  <a:lnTo>
                    <a:pt x="801306" y="1310919"/>
                  </a:lnTo>
                  <a:lnTo>
                    <a:pt x="792988" y="1316532"/>
                  </a:lnTo>
                  <a:lnTo>
                    <a:pt x="787374" y="1324851"/>
                  </a:lnTo>
                  <a:lnTo>
                    <a:pt x="785317" y="1335036"/>
                  </a:lnTo>
                  <a:lnTo>
                    <a:pt x="787374" y="1345234"/>
                  </a:lnTo>
                  <a:lnTo>
                    <a:pt x="792988" y="1353553"/>
                  </a:lnTo>
                  <a:lnTo>
                    <a:pt x="801306" y="1359154"/>
                  </a:lnTo>
                  <a:lnTo>
                    <a:pt x="811504" y="1361211"/>
                  </a:lnTo>
                  <a:lnTo>
                    <a:pt x="821690" y="1359154"/>
                  </a:lnTo>
                  <a:lnTo>
                    <a:pt x="830008" y="1353553"/>
                  </a:lnTo>
                  <a:lnTo>
                    <a:pt x="835621" y="1345234"/>
                  </a:lnTo>
                  <a:lnTo>
                    <a:pt x="837679" y="1335036"/>
                  </a:lnTo>
                  <a:close/>
                </a:path>
                <a:path w="1885314" h="1885315">
                  <a:moveTo>
                    <a:pt x="837679" y="1073264"/>
                  </a:moveTo>
                  <a:lnTo>
                    <a:pt x="835621" y="1063078"/>
                  </a:lnTo>
                  <a:lnTo>
                    <a:pt x="830008" y="1054760"/>
                  </a:lnTo>
                  <a:lnTo>
                    <a:pt x="821690" y="1049147"/>
                  </a:lnTo>
                  <a:lnTo>
                    <a:pt x="811504" y="1047089"/>
                  </a:lnTo>
                  <a:lnTo>
                    <a:pt x="801306" y="1049147"/>
                  </a:lnTo>
                  <a:lnTo>
                    <a:pt x="792988" y="1054760"/>
                  </a:lnTo>
                  <a:lnTo>
                    <a:pt x="787374" y="1063078"/>
                  </a:lnTo>
                  <a:lnTo>
                    <a:pt x="785317" y="1073264"/>
                  </a:lnTo>
                  <a:lnTo>
                    <a:pt x="787374" y="1083462"/>
                  </a:lnTo>
                  <a:lnTo>
                    <a:pt x="792988" y="1091780"/>
                  </a:lnTo>
                  <a:lnTo>
                    <a:pt x="801306" y="1097381"/>
                  </a:lnTo>
                  <a:lnTo>
                    <a:pt x="811504" y="1099439"/>
                  </a:lnTo>
                  <a:lnTo>
                    <a:pt x="821690" y="1097381"/>
                  </a:lnTo>
                  <a:lnTo>
                    <a:pt x="830008" y="1091780"/>
                  </a:lnTo>
                  <a:lnTo>
                    <a:pt x="835621" y="1083462"/>
                  </a:lnTo>
                  <a:lnTo>
                    <a:pt x="837679" y="1073264"/>
                  </a:lnTo>
                  <a:close/>
                </a:path>
                <a:path w="1885314" h="1885315">
                  <a:moveTo>
                    <a:pt x="837679" y="811491"/>
                  </a:moveTo>
                  <a:lnTo>
                    <a:pt x="835621" y="801306"/>
                  </a:lnTo>
                  <a:lnTo>
                    <a:pt x="830008" y="792988"/>
                  </a:lnTo>
                  <a:lnTo>
                    <a:pt x="821690" y="787374"/>
                  </a:lnTo>
                  <a:lnTo>
                    <a:pt x="811504" y="785317"/>
                  </a:lnTo>
                  <a:lnTo>
                    <a:pt x="801306" y="787374"/>
                  </a:lnTo>
                  <a:lnTo>
                    <a:pt x="792988" y="792988"/>
                  </a:lnTo>
                  <a:lnTo>
                    <a:pt x="787374" y="801306"/>
                  </a:lnTo>
                  <a:lnTo>
                    <a:pt x="785317" y="811491"/>
                  </a:lnTo>
                  <a:lnTo>
                    <a:pt x="787374" y="821690"/>
                  </a:lnTo>
                  <a:lnTo>
                    <a:pt x="792988" y="830008"/>
                  </a:lnTo>
                  <a:lnTo>
                    <a:pt x="801306" y="835609"/>
                  </a:lnTo>
                  <a:lnTo>
                    <a:pt x="811504" y="837666"/>
                  </a:lnTo>
                  <a:lnTo>
                    <a:pt x="821690" y="835609"/>
                  </a:lnTo>
                  <a:lnTo>
                    <a:pt x="830008" y="830008"/>
                  </a:lnTo>
                  <a:lnTo>
                    <a:pt x="835621" y="821690"/>
                  </a:lnTo>
                  <a:lnTo>
                    <a:pt x="837679" y="811491"/>
                  </a:lnTo>
                  <a:close/>
                </a:path>
                <a:path w="1885314" h="1885315">
                  <a:moveTo>
                    <a:pt x="837679" y="549719"/>
                  </a:moveTo>
                  <a:lnTo>
                    <a:pt x="835621" y="539534"/>
                  </a:lnTo>
                  <a:lnTo>
                    <a:pt x="830008" y="531215"/>
                  </a:lnTo>
                  <a:lnTo>
                    <a:pt x="821690" y="525602"/>
                  </a:lnTo>
                  <a:lnTo>
                    <a:pt x="811504" y="523544"/>
                  </a:lnTo>
                  <a:lnTo>
                    <a:pt x="801306" y="525602"/>
                  </a:lnTo>
                  <a:lnTo>
                    <a:pt x="792988" y="531215"/>
                  </a:lnTo>
                  <a:lnTo>
                    <a:pt x="787374" y="539534"/>
                  </a:lnTo>
                  <a:lnTo>
                    <a:pt x="785317" y="549719"/>
                  </a:lnTo>
                  <a:lnTo>
                    <a:pt x="787374" y="559917"/>
                  </a:lnTo>
                  <a:lnTo>
                    <a:pt x="792988" y="568236"/>
                  </a:lnTo>
                  <a:lnTo>
                    <a:pt x="801306" y="573836"/>
                  </a:lnTo>
                  <a:lnTo>
                    <a:pt x="811504" y="575894"/>
                  </a:lnTo>
                  <a:lnTo>
                    <a:pt x="821690" y="573836"/>
                  </a:lnTo>
                  <a:lnTo>
                    <a:pt x="830008" y="568236"/>
                  </a:lnTo>
                  <a:lnTo>
                    <a:pt x="835621" y="559917"/>
                  </a:lnTo>
                  <a:lnTo>
                    <a:pt x="837679" y="549719"/>
                  </a:lnTo>
                  <a:close/>
                </a:path>
                <a:path w="1885314" h="1885315">
                  <a:moveTo>
                    <a:pt x="837679" y="287947"/>
                  </a:moveTo>
                  <a:lnTo>
                    <a:pt x="835621" y="277761"/>
                  </a:lnTo>
                  <a:lnTo>
                    <a:pt x="830008" y="269443"/>
                  </a:lnTo>
                  <a:lnTo>
                    <a:pt x="821690" y="263829"/>
                  </a:lnTo>
                  <a:lnTo>
                    <a:pt x="811504" y="261772"/>
                  </a:lnTo>
                  <a:lnTo>
                    <a:pt x="801306" y="263829"/>
                  </a:lnTo>
                  <a:lnTo>
                    <a:pt x="792988" y="269443"/>
                  </a:lnTo>
                  <a:lnTo>
                    <a:pt x="787374" y="277761"/>
                  </a:lnTo>
                  <a:lnTo>
                    <a:pt x="785317" y="287947"/>
                  </a:lnTo>
                  <a:lnTo>
                    <a:pt x="787374" y="298145"/>
                  </a:lnTo>
                  <a:lnTo>
                    <a:pt x="792988" y="306463"/>
                  </a:lnTo>
                  <a:lnTo>
                    <a:pt x="801306" y="312077"/>
                  </a:lnTo>
                  <a:lnTo>
                    <a:pt x="811504" y="314121"/>
                  </a:lnTo>
                  <a:lnTo>
                    <a:pt x="821690" y="312077"/>
                  </a:lnTo>
                  <a:lnTo>
                    <a:pt x="830008" y="306463"/>
                  </a:lnTo>
                  <a:lnTo>
                    <a:pt x="835621" y="298145"/>
                  </a:lnTo>
                  <a:lnTo>
                    <a:pt x="837679" y="287947"/>
                  </a:lnTo>
                  <a:close/>
                </a:path>
                <a:path w="1885314" h="1885315">
                  <a:moveTo>
                    <a:pt x="837679" y="26174"/>
                  </a:moveTo>
                  <a:lnTo>
                    <a:pt x="835621" y="15989"/>
                  </a:lnTo>
                  <a:lnTo>
                    <a:pt x="830008" y="7670"/>
                  </a:lnTo>
                  <a:lnTo>
                    <a:pt x="821690" y="2057"/>
                  </a:lnTo>
                  <a:lnTo>
                    <a:pt x="811504" y="0"/>
                  </a:lnTo>
                  <a:lnTo>
                    <a:pt x="801306" y="2057"/>
                  </a:lnTo>
                  <a:lnTo>
                    <a:pt x="792988" y="7670"/>
                  </a:lnTo>
                  <a:lnTo>
                    <a:pt x="787374" y="15989"/>
                  </a:lnTo>
                  <a:lnTo>
                    <a:pt x="785317" y="26174"/>
                  </a:lnTo>
                  <a:lnTo>
                    <a:pt x="787374" y="36372"/>
                  </a:lnTo>
                  <a:lnTo>
                    <a:pt x="792988" y="44691"/>
                  </a:lnTo>
                  <a:lnTo>
                    <a:pt x="801306" y="50304"/>
                  </a:lnTo>
                  <a:lnTo>
                    <a:pt x="811504" y="52349"/>
                  </a:lnTo>
                  <a:lnTo>
                    <a:pt x="821690" y="50304"/>
                  </a:lnTo>
                  <a:lnTo>
                    <a:pt x="830008" y="44691"/>
                  </a:lnTo>
                  <a:lnTo>
                    <a:pt x="835621" y="36372"/>
                  </a:lnTo>
                  <a:lnTo>
                    <a:pt x="837679" y="26174"/>
                  </a:lnTo>
                  <a:close/>
                </a:path>
                <a:path w="1885314" h="1885315">
                  <a:moveTo>
                    <a:pt x="1099451" y="1858581"/>
                  </a:moveTo>
                  <a:lnTo>
                    <a:pt x="1097394" y="1848396"/>
                  </a:lnTo>
                  <a:lnTo>
                    <a:pt x="1091780" y="1840077"/>
                  </a:lnTo>
                  <a:lnTo>
                    <a:pt x="1083462" y="1834464"/>
                  </a:lnTo>
                  <a:lnTo>
                    <a:pt x="1073277" y="1832406"/>
                  </a:lnTo>
                  <a:lnTo>
                    <a:pt x="1063078" y="1834464"/>
                  </a:lnTo>
                  <a:lnTo>
                    <a:pt x="1054760" y="1840077"/>
                  </a:lnTo>
                  <a:lnTo>
                    <a:pt x="1049147" y="1848396"/>
                  </a:lnTo>
                  <a:lnTo>
                    <a:pt x="1047089" y="1858581"/>
                  </a:lnTo>
                  <a:lnTo>
                    <a:pt x="1049147" y="1868779"/>
                  </a:lnTo>
                  <a:lnTo>
                    <a:pt x="1054760" y="1877098"/>
                  </a:lnTo>
                  <a:lnTo>
                    <a:pt x="1063078" y="1882698"/>
                  </a:lnTo>
                  <a:lnTo>
                    <a:pt x="1073277" y="1884756"/>
                  </a:lnTo>
                  <a:lnTo>
                    <a:pt x="1083462" y="1882698"/>
                  </a:lnTo>
                  <a:lnTo>
                    <a:pt x="1091780" y="1877098"/>
                  </a:lnTo>
                  <a:lnTo>
                    <a:pt x="1097394" y="1868779"/>
                  </a:lnTo>
                  <a:lnTo>
                    <a:pt x="1099451" y="1858581"/>
                  </a:lnTo>
                  <a:close/>
                </a:path>
                <a:path w="1885314" h="1885315">
                  <a:moveTo>
                    <a:pt x="1099451" y="1596809"/>
                  </a:moveTo>
                  <a:lnTo>
                    <a:pt x="1097394" y="1586623"/>
                  </a:lnTo>
                  <a:lnTo>
                    <a:pt x="1091780" y="1578305"/>
                  </a:lnTo>
                  <a:lnTo>
                    <a:pt x="1083462" y="1572691"/>
                  </a:lnTo>
                  <a:lnTo>
                    <a:pt x="1073277" y="1570634"/>
                  </a:lnTo>
                  <a:lnTo>
                    <a:pt x="1063078" y="1572691"/>
                  </a:lnTo>
                  <a:lnTo>
                    <a:pt x="1054760" y="1578305"/>
                  </a:lnTo>
                  <a:lnTo>
                    <a:pt x="1049147" y="1586623"/>
                  </a:lnTo>
                  <a:lnTo>
                    <a:pt x="1047089" y="1596809"/>
                  </a:lnTo>
                  <a:lnTo>
                    <a:pt x="1049147" y="1607007"/>
                  </a:lnTo>
                  <a:lnTo>
                    <a:pt x="1054760" y="1615325"/>
                  </a:lnTo>
                  <a:lnTo>
                    <a:pt x="1063078" y="1620926"/>
                  </a:lnTo>
                  <a:lnTo>
                    <a:pt x="1073277" y="1622983"/>
                  </a:lnTo>
                  <a:lnTo>
                    <a:pt x="1083462" y="1620926"/>
                  </a:lnTo>
                  <a:lnTo>
                    <a:pt x="1091780" y="1615325"/>
                  </a:lnTo>
                  <a:lnTo>
                    <a:pt x="1097394" y="1607007"/>
                  </a:lnTo>
                  <a:lnTo>
                    <a:pt x="1099451" y="1596809"/>
                  </a:lnTo>
                  <a:close/>
                </a:path>
                <a:path w="1885314" h="1885315">
                  <a:moveTo>
                    <a:pt x="1099451" y="1335036"/>
                  </a:moveTo>
                  <a:lnTo>
                    <a:pt x="1097394" y="1324851"/>
                  </a:lnTo>
                  <a:lnTo>
                    <a:pt x="1091780" y="1316532"/>
                  </a:lnTo>
                  <a:lnTo>
                    <a:pt x="1083462" y="1310919"/>
                  </a:lnTo>
                  <a:lnTo>
                    <a:pt x="1073277" y="1308862"/>
                  </a:lnTo>
                  <a:lnTo>
                    <a:pt x="1063078" y="1310919"/>
                  </a:lnTo>
                  <a:lnTo>
                    <a:pt x="1054760" y="1316532"/>
                  </a:lnTo>
                  <a:lnTo>
                    <a:pt x="1049147" y="1324851"/>
                  </a:lnTo>
                  <a:lnTo>
                    <a:pt x="1047089" y="1335036"/>
                  </a:lnTo>
                  <a:lnTo>
                    <a:pt x="1049147" y="1345234"/>
                  </a:lnTo>
                  <a:lnTo>
                    <a:pt x="1054760" y="1353553"/>
                  </a:lnTo>
                  <a:lnTo>
                    <a:pt x="1063078" y="1359154"/>
                  </a:lnTo>
                  <a:lnTo>
                    <a:pt x="1073277" y="1361211"/>
                  </a:lnTo>
                  <a:lnTo>
                    <a:pt x="1083462" y="1359154"/>
                  </a:lnTo>
                  <a:lnTo>
                    <a:pt x="1091780" y="1353553"/>
                  </a:lnTo>
                  <a:lnTo>
                    <a:pt x="1097394" y="1345234"/>
                  </a:lnTo>
                  <a:lnTo>
                    <a:pt x="1099451" y="1335036"/>
                  </a:lnTo>
                  <a:close/>
                </a:path>
                <a:path w="1885314" h="1885315">
                  <a:moveTo>
                    <a:pt x="1099451" y="1073264"/>
                  </a:moveTo>
                  <a:lnTo>
                    <a:pt x="1097394" y="1063078"/>
                  </a:lnTo>
                  <a:lnTo>
                    <a:pt x="1091780" y="1054760"/>
                  </a:lnTo>
                  <a:lnTo>
                    <a:pt x="1083462" y="1049147"/>
                  </a:lnTo>
                  <a:lnTo>
                    <a:pt x="1073277" y="1047089"/>
                  </a:lnTo>
                  <a:lnTo>
                    <a:pt x="1063078" y="1049147"/>
                  </a:lnTo>
                  <a:lnTo>
                    <a:pt x="1054760" y="1054760"/>
                  </a:lnTo>
                  <a:lnTo>
                    <a:pt x="1049147" y="1063078"/>
                  </a:lnTo>
                  <a:lnTo>
                    <a:pt x="1047089" y="1073264"/>
                  </a:lnTo>
                  <a:lnTo>
                    <a:pt x="1049147" y="1083462"/>
                  </a:lnTo>
                  <a:lnTo>
                    <a:pt x="1054760" y="1091780"/>
                  </a:lnTo>
                  <a:lnTo>
                    <a:pt x="1063078" y="1097381"/>
                  </a:lnTo>
                  <a:lnTo>
                    <a:pt x="1073277" y="1099439"/>
                  </a:lnTo>
                  <a:lnTo>
                    <a:pt x="1083462" y="1097381"/>
                  </a:lnTo>
                  <a:lnTo>
                    <a:pt x="1091780" y="1091780"/>
                  </a:lnTo>
                  <a:lnTo>
                    <a:pt x="1097394" y="1083462"/>
                  </a:lnTo>
                  <a:lnTo>
                    <a:pt x="1099451" y="1073264"/>
                  </a:lnTo>
                  <a:close/>
                </a:path>
                <a:path w="1885314" h="1885315">
                  <a:moveTo>
                    <a:pt x="1099451" y="811491"/>
                  </a:moveTo>
                  <a:lnTo>
                    <a:pt x="1097394" y="801306"/>
                  </a:lnTo>
                  <a:lnTo>
                    <a:pt x="1091780" y="792988"/>
                  </a:lnTo>
                  <a:lnTo>
                    <a:pt x="1083462" y="787374"/>
                  </a:lnTo>
                  <a:lnTo>
                    <a:pt x="1073277" y="785317"/>
                  </a:lnTo>
                  <a:lnTo>
                    <a:pt x="1063078" y="787374"/>
                  </a:lnTo>
                  <a:lnTo>
                    <a:pt x="1054760" y="792988"/>
                  </a:lnTo>
                  <a:lnTo>
                    <a:pt x="1049147" y="801306"/>
                  </a:lnTo>
                  <a:lnTo>
                    <a:pt x="1047089" y="811491"/>
                  </a:lnTo>
                  <a:lnTo>
                    <a:pt x="1049147" y="821690"/>
                  </a:lnTo>
                  <a:lnTo>
                    <a:pt x="1054760" y="830008"/>
                  </a:lnTo>
                  <a:lnTo>
                    <a:pt x="1063078" y="835609"/>
                  </a:lnTo>
                  <a:lnTo>
                    <a:pt x="1073277" y="837666"/>
                  </a:lnTo>
                  <a:lnTo>
                    <a:pt x="1083462" y="835609"/>
                  </a:lnTo>
                  <a:lnTo>
                    <a:pt x="1091780" y="830008"/>
                  </a:lnTo>
                  <a:lnTo>
                    <a:pt x="1097394" y="821690"/>
                  </a:lnTo>
                  <a:lnTo>
                    <a:pt x="1099451" y="811491"/>
                  </a:lnTo>
                  <a:close/>
                </a:path>
                <a:path w="1885314" h="1885315">
                  <a:moveTo>
                    <a:pt x="1099451" y="549719"/>
                  </a:moveTo>
                  <a:lnTo>
                    <a:pt x="1097394" y="539534"/>
                  </a:lnTo>
                  <a:lnTo>
                    <a:pt x="1091780" y="531215"/>
                  </a:lnTo>
                  <a:lnTo>
                    <a:pt x="1083462" y="525602"/>
                  </a:lnTo>
                  <a:lnTo>
                    <a:pt x="1073277" y="523544"/>
                  </a:lnTo>
                  <a:lnTo>
                    <a:pt x="1063078" y="525602"/>
                  </a:lnTo>
                  <a:lnTo>
                    <a:pt x="1054760" y="531215"/>
                  </a:lnTo>
                  <a:lnTo>
                    <a:pt x="1049147" y="539534"/>
                  </a:lnTo>
                  <a:lnTo>
                    <a:pt x="1047089" y="549719"/>
                  </a:lnTo>
                  <a:lnTo>
                    <a:pt x="1049147" y="559917"/>
                  </a:lnTo>
                  <a:lnTo>
                    <a:pt x="1054760" y="568236"/>
                  </a:lnTo>
                  <a:lnTo>
                    <a:pt x="1063078" y="573836"/>
                  </a:lnTo>
                  <a:lnTo>
                    <a:pt x="1073277" y="575894"/>
                  </a:lnTo>
                  <a:lnTo>
                    <a:pt x="1083462" y="573836"/>
                  </a:lnTo>
                  <a:lnTo>
                    <a:pt x="1091780" y="568236"/>
                  </a:lnTo>
                  <a:lnTo>
                    <a:pt x="1097394" y="559917"/>
                  </a:lnTo>
                  <a:lnTo>
                    <a:pt x="1099451" y="549719"/>
                  </a:lnTo>
                  <a:close/>
                </a:path>
                <a:path w="1885314" h="1885315">
                  <a:moveTo>
                    <a:pt x="1099451" y="287947"/>
                  </a:moveTo>
                  <a:lnTo>
                    <a:pt x="1097394" y="277761"/>
                  </a:lnTo>
                  <a:lnTo>
                    <a:pt x="1091780" y="269443"/>
                  </a:lnTo>
                  <a:lnTo>
                    <a:pt x="1083462" y="263829"/>
                  </a:lnTo>
                  <a:lnTo>
                    <a:pt x="1073277" y="261772"/>
                  </a:lnTo>
                  <a:lnTo>
                    <a:pt x="1063078" y="263829"/>
                  </a:lnTo>
                  <a:lnTo>
                    <a:pt x="1054760" y="269443"/>
                  </a:lnTo>
                  <a:lnTo>
                    <a:pt x="1049147" y="277761"/>
                  </a:lnTo>
                  <a:lnTo>
                    <a:pt x="1047089" y="287947"/>
                  </a:lnTo>
                  <a:lnTo>
                    <a:pt x="1049147" y="298145"/>
                  </a:lnTo>
                  <a:lnTo>
                    <a:pt x="1054760" y="306463"/>
                  </a:lnTo>
                  <a:lnTo>
                    <a:pt x="1063078" y="312077"/>
                  </a:lnTo>
                  <a:lnTo>
                    <a:pt x="1073277" y="314121"/>
                  </a:lnTo>
                  <a:lnTo>
                    <a:pt x="1083462" y="312077"/>
                  </a:lnTo>
                  <a:lnTo>
                    <a:pt x="1091780" y="306463"/>
                  </a:lnTo>
                  <a:lnTo>
                    <a:pt x="1097394" y="298145"/>
                  </a:lnTo>
                  <a:lnTo>
                    <a:pt x="1099451" y="287947"/>
                  </a:lnTo>
                  <a:close/>
                </a:path>
                <a:path w="1885314" h="1885315">
                  <a:moveTo>
                    <a:pt x="1099451" y="26174"/>
                  </a:moveTo>
                  <a:lnTo>
                    <a:pt x="1097394" y="15989"/>
                  </a:lnTo>
                  <a:lnTo>
                    <a:pt x="1091780" y="7670"/>
                  </a:lnTo>
                  <a:lnTo>
                    <a:pt x="1083462" y="2057"/>
                  </a:lnTo>
                  <a:lnTo>
                    <a:pt x="1073277" y="0"/>
                  </a:lnTo>
                  <a:lnTo>
                    <a:pt x="1063078" y="2057"/>
                  </a:lnTo>
                  <a:lnTo>
                    <a:pt x="1054760" y="7670"/>
                  </a:lnTo>
                  <a:lnTo>
                    <a:pt x="1049147" y="15989"/>
                  </a:lnTo>
                  <a:lnTo>
                    <a:pt x="1047089" y="26174"/>
                  </a:lnTo>
                  <a:lnTo>
                    <a:pt x="1049147" y="36372"/>
                  </a:lnTo>
                  <a:lnTo>
                    <a:pt x="1054760" y="44691"/>
                  </a:lnTo>
                  <a:lnTo>
                    <a:pt x="1063078" y="50304"/>
                  </a:lnTo>
                  <a:lnTo>
                    <a:pt x="1073277" y="52349"/>
                  </a:lnTo>
                  <a:lnTo>
                    <a:pt x="1083462" y="50304"/>
                  </a:lnTo>
                  <a:lnTo>
                    <a:pt x="1091780" y="44691"/>
                  </a:lnTo>
                  <a:lnTo>
                    <a:pt x="1097394" y="36372"/>
                  </a:lnTo>
                  <a:lnTo>
                    <a:pt x="1099451" y="26174"/>
                  </a:lnTo>
                  <a:close/>
                </a:path>
                <a:path w="1885314" h="1885315">
                  <a:moveTo>
                    <a:pt x="1361224" y="1858581"/>
                  </a:moveTo>
                  <a:lnTo>
                    <a:pt x="1359166" y="1848396"/>
                  </a:lnTo>
                  <a:lnTo>
                    <a:pt x="1353553" y="1840077"/>
                  </a:lnTo>
                  <a:lnTo>
                    <a:pt x="1345234" y="1834464"/>
                  </a:lnTo>
                  <a:lnTo>
                    <a:pt x="1335049" y="1832406"/>
                  </a:lnTo>
                  <a:lnTo>
                    <a:pt x="1324851" y="1834464"/>
                  </a:lnTo>
                  <a:lnTo>
                    <a:pt x="1316532" y="1840077"/>
                  </a:lnTo>
                  <a:lnTo>
                    <a:pt x="1310919" y="1848396"/>
                  </a:lnTo>
                  <a:lnTo>
                    <a:pt x="1308862" y="1858581"/>
                  </a:lnTo>
                  <a:lnTo>
                    <a:pt x="1310919" y="1868779"/>
                  </a:lnTo>
                  <a:lnTo>
                    <a:pt x="1316532" y="1877098"/>
                  </a:lnTo>
                  <a:lnTo>
                    <a:pt x="1324851" y="1882698"/>
                  </a:lnTo>
                  <a:lnTo>
                    <a:pt x="1335049" y="1884756"/>
                  </a:lnTo>
                  <a:lnTo>
                    <a:pt x="1345234" y="1882698"/>
                  </a:lnTo>
                  <a:lnTo>
                    <a:pt x="1353553" y="1877098"/>
                  </a:lnTo>
                  <a:lnTo>
                    <a:pt x="1359166" y="1868779"/>
                  </a:lnTo>
                  <a:lnTo>
                    <a:pt x="1361224" y="1858581"/>
                  </a:lnTo>
                  <a:close/>
                </a:path>
                <a:path w="1885314" h="1885315">
                  <a:moveTo>
                    <a:pt x="1361224" y="1596809"/>
                  </a:moveTo>
                  <a:lnTo>
                    <a:pt x="1359166" y="1586623"/>
                  </a:lnTo>
                  <a:lnTo>
                    <a:pt x="1353553" y="1578305"/>
                  </a:lnTo>
                  <a:lnTo>
                    <a:pt x="1345234" y="1572691"/>
                  </a:lnTo>
                  <a:lnTo>
                    <a:pt x="1335049" y="1570634"/>
                  </a:lnTo>
                  <a:lnTo>
                    <a:pt x="1324851" y="1572691"/>
                  </a:lnTo>
                  <a:lnTo>
                    <a:pt x="1316532" y="1578305"/>
                  </a:lnTo>
                  <a:lnTo>
                    <a:pt x="1310919" y="1586623"/>
                  </a:lnTo>
                  <a:lnTo>
                    <a:pt x="1308862" y="1596809"/>
                  </a:lnTo>
                  <a:lnTo>
                    <a:pt x="1310919" y="1607007"/>
                  </a:lnTo>
                  <a:lnTo>
                    <a:pt x="1316532" y="1615325"/>
                  </a:lnTo>
                  <a:lnTo>
                    <a:pt x="1324851" y="1620926"/>
                  </a:lnTo>
                  <a:lnTo>
                    <a:pt x="1335049" y="1622983"/>
                  </a:lnTo>
                  <a:lnTo>
                    <a:pt x="1345234" y="1620926"/>
                  </a:lnTo>
                  <a:lnTo>
                    <a:pt x="1353553" y="1615325"/>
                  </a:lnTo>
                  <a:lnTo>
                    <a:pt x="1359166" y="1607007"/>
                  </a:lnTo>
                  <a:lnTo>
                    <a:pt x="1361224" y="1596809"/>
                  </a:lnTo>
                  <a:close/>
                </a:path>
                <a:path w="1885314" h="1885315">
                  <a:moveTo>
                    <a:pt x="1361224" y="1335036"/>
                  </a:moveTo>
                  <a:lnTo>
                    <a:pt x="1359166" y="1324851"/>
                  </a:lnTo>
                  <a:lnTo>
                    <a:pt x="1353553" y="1316532"/>
                  </a:lnTo>
                  <a:lnTo>
                    <a:pt x="1345234" y="1310919"/>
                  </a:lnTo>
                  <a:lnTo>
                    <a:pt x="1335049" y="1308862"/>
                  </a:lnTo>
                  <a:lnTo>
                    <a:pt x="1324851" y="1310919"/>
                  </a:lnTo>
                  <a:lnTo>
                    <a:pt x="1316532" y="1316532"/>
                  </a:lnTo>
                  <a:lnTo>
                    <a:pt x="1310919" y="1324851"/>
                  </a:lnTo>
                  <a:lnTo>
                    <a:pt x="1308862" y="1335036"/>
                  </a:lnTo>
                  <a:lnTo>
                    <a:pt x="1310919" y="1345234"/>
                  </a:lnTo>
                  <a:lnTo>
                    <a:pt x="1316532" y="1353553"/>
                  </a:lnTo>
                  <a:lnTo>
                    <a:pt x="1324851" y="1359154"/>
                  </a:lnTo>
                  <a:lnTo>
                    <a:pt x="1335049" y="1361211"/>
                  </a:lnTo>
                  <a:lnTo>
                    <a:pt x="1345234" y="1359154"/>
                  </a:lnTo>
                  <a:lnTo>
                    <a:pt x="1353553" y="1353553"/>
                  </a:lnTo>
                  <a:lnTo>
                    <a:pt x="1359166" y="1345234"/>
                  </a:lnTo>
                  <a:lnTo>
                    <a:pt x="1361224" y="1335036"/>
                  </a:lnTo>
                  <a:close/>
                </a:path>
                <a:path w="1885314" h="1885315">
                  <a:moveTo>
                    <a:pt x="1361224" y="1073264"/>
                  </a:moveTo>
                  <a:lnTo>
                    <a:pt x="1359166" y="1063078"/>
                  </a:lnTo>
                  <a:lnTo>
                    <a:pt x="1353553" y="1054760"/>
                  </a:lnTo>
                  <a:lnTo>
                    <a:pt x="1345234" y="1049147"/>
                  </a:lnTo>
                  <a:lnTo>
                    <a:pt x="1335049" y="1047089"/>
                  </a:lnTo>
                  <a:lnTo>
                    <a:pt x="1324851" y="1049147"/>
                  </a:lnTo>
                  <a:lnTo>
                    <a:pt x="1316532" y="1054760"/>
                  </a:lnTo>
                  <a:lnTo>
                    <a:pt x="1310919" y="1063078"/>
                  </a:lnTo>
                  <a:lnTo>
                    <a:pt x="1308862" y="1073264"/>
                  </a:lnTo>
                  <a:lnTo>
                    <a:pt x="1310919" y="1083462"/>
                  </a:lnTo>
                  <a:lnTo>
                    <a:pt x="1316532" y="1091780"/>
                  </a:lnTo>
                  <a:lnTo>
                    <a:pt x="1324851" y="1097381"/>
                  </a:lnTo>
                  <a:lnTo>
                    <a:pt x="1335049" y="1099439"/>
                  </a:lnTo>
                  <a:lnTo>
                    <a:pt x="1345234" y="1097381"/>
                  </a:lnTo>
                  <a:lnTo>
                    <a:pt x="1353553" y="1091780"/>
                  </a:lnTo>
                  <a:lnTo>
                    <a:pt x="1359166" y="1083462"/>
                  </a:lnTo>
                  <a:lnTo>
                    <a:pt x="1361224" y="1073264"/>
                  </a:lnTo>
                  <a:close/>
                </a:path>
                <a:path w="1885314" h="1885315">
                  <a:moveTo>
                    <a:pt x="1361224" y="811491"/>
                  </a:moveTo>
                  <a:lnTo>
                    <a:pt x="1359166" y="801306"/>
                  </a:lnTo>
                  <a:lnTo>
                    <a:pt x="1353553" y="792988"/>
                  </a:lnTo>
                  <a:lnTo>
                    <a:pt x="1345234" y="787374"/>
                  </a:lnTo>
                  <a:lnTo>
                    <a:pt x="1335049" y="785317"/>
                  </a:lnTo>
                  <a:lnTo>
                    <a:pt x="1324851" y="787374"/>
                  </a:lnTo>
                  <a:lnTo>
                    <a:pt x="1316532" y="792988"/>
                  </a:lnTo>
                  <a:lnTo>
                    <a:pt x="1310919" y="801306"/>
                  </a:lnTo>
                  <a:lnTo>
                    <a:pt x="1308862" y="811491"/>
                  </a:lnTo>
                  <a:lnTo>
                    <a:pt x="1310919" y="821690"/>
                  </a:lnTo>
                  <a:lnTo>
                    <a:pt x="1316532" y="830008"/>
                  </a:lnTo>
                  <a:lnTo>
                    <a:pt x="1324851" y="835609"/>
                  </a:lnTo>
                  <a:lnTo>
                    <a:pt x="1335049" y="837666"/>
                  </a:lnTo>
                  <a:lnTo>
                    <a:pt x="1345234" y="835609"/>
                  </a:lnTo>
                  <a:lnTo>
                    <a:pt x="1353553" y="830008"/>
                  </a:lnTo>
                  <a:lnTo>
                    <a:pt x="1359166" y="821690"/>
                  </a:lnTo>
                  <a:lnTo>
                    <a:pt x="1361224" y="811491"/>
                  </a:lnTo>
                  <a:close/>
                </a:path>
                <a:path w="1885314" h="1885315">
                  <a:moveTo>
                    <a:pt x="1361224" y="549719"/>
                  </a:moveTo>
                  <a:lnTo>
                    <a:pt x="1359166" y="539534"/>
                  </a:lnTo>
                  <a:lnTo>
                    <a:pt x="1353553" y="531215"/>
                  </a:lnTo>
                  <a:lnTo>
                    <a:pt x="1345234" y="525602"/>
                  </a:lnTo>
                  <a:lnTo>
                    <a:pt x="1335049" y="523544"/>
                  </a:lnTo>
                  <a:lnTo>
                    <a:pt x="1324851" y="525602"/>
                  </a:lnTo>
                  <a:lnTo>
                    <a:pt x="1316532" y="531215"/>
                  </a:lnTo>
                  <a:lnTo>
                    <a:pt x="1310919" y="539534"/>
                  </a:lnTo>
                  <a:lnTo>
                    <a:pt x="1308862" y="549719"/>
                  </a:lnTo>
                  <a:lnTo>
                    <a:pt x="1310919" y="559917"/>
                  </a:lnTo>
                  <a:lnTo>
                    <a:pt x="1316532" y="568236"/>
                  </a:lnTo>
                  <a:lnTo>
                    <a:pt x="1324851" y="573836"/>
                  </a:lnTo>
                  <a:lnTo>
                    <a:pt x="1335049" y="575894"/>
                  </a:lnTo>
                  <a:lnTo>
                    <a:pt x="1345234" y="573836"/>
                  </a:lnTo>
                  <a:lnTo>
                    <a:pt x="1353553" y="568236"/>
                  </a:lnTo>
                  <a:lnTo>
                    <a:pt x="1359166" y="559917"/>
                  </a:lnTo>
                  <a:lnTo>
                    <a:pt x="1361224" y="549719"/>
                  </a:lnTo>
                  <a:close/>
                </a:path>
                <a:path w="1885314" h="1885315">
                  <a:moveTo>
                    <a:pt x="1361224" y="287947"/>
                  </a:moveTo>
                  <a:lnTo>
                    <a:pt x="1359166" y="277761"/>
                  </a:lnTo>
                  <a:lnTo>
                    <a:pt x="1353553" y="269443"/>
                  </a:lnTo>
                  <a:lnTo>
                    <a:pt x="1345234" y="263829"/>
                  </a:lnTo>
                  <a:lnTo>
                    <a:pt x="1335049" y="261772"/>
                  </a:lnTo>
                  <a:lnTo>
                    <a:pt x="1324851" y="263829"/>
                  </a:lnTo>
                  <a:lnTo>
                    <a:pt x="1316532" y="269443"/>
                  </a:lnTo>
                  <a:lnTo>
                    <a:pt x="1310919" y="277761"/>
                  </a:lnTo>
                  <a:lnTo>
                    <a:pt x="1308862" y="287947"/>
                  </a:lnTo>
                  <a:lnTo>
                    <a:pt x="1310919" y="298145"/>
                  </a:lnTo>
                  <a:lnTo>
                    <a:pt x="1316532" y="306463"/>
                  </a:lnTo>
                  <a:lnTo>
                    <a:pt x="1324851" y="312077"/>
                  </a:lnTo>
                  <a:lnTo>
                    <a:pt x="1335049" y="314121"/>
                  </a:lnTo>
                  <a:lnTo>
                    <a:pt x="1345234" y="312077"/>
                  </a:lnTo>
                  <a:lnTo>
                    <a:pt x="1353553" y="306463"/>
                  </a:lnTo>
                  <a:lnTo>
                    <a:pt x="1359166" y="298145"/>
                  </a:lnTo>
                  <a:lnTo>
                    <a:pt x="1361224" y="287947"/>
                  </a:lnTo>
                  <a:close/>
                </a:path>
                <a:path w="1885314" h="1885315">
                  <a:moveTo>
                    <a:pt x="1361224" y="26174"/>
                  </a:moveTo>
                  <a:lnTo>
                    <a:pt x="1359166" y="15989"/>
                  </a:lnTo>
                  <a:lnTo>
                    <a:pt x="1353553" y="7670"/>
                  </a:lnTo>
                  <a:lnTo>
                    <a:pt x="1345234" y="2057"/>
                  </a:lnTo>
                  <a:lnTo>
                    <a:pt x="1335049" y="0"/>
                  </a:lnTo>
                  <a:lnTo>
                    <a:pt x="1324851" y="2057"/>
                  </a:lnTo>
                  <a:lnTo>
                    <a:pt x="1316532" y="7670"/>
                  </a:lnTo>
                  <a:lnTo>
                    <a:pt x="1310919" y="15989"/>
                  </a:lnTo>
                  <a:lnTo>
                    <a:pt x="1308862" y="26174"/>
                  </a:lnTo>
                  <a:lnTo>
                    <a:pt x="1310919" y="36372"/>
                  </a:lnTo>
                  <a:lnTo>
                    <a:pt x="1316532" y="44691"/>
                  </a:lnTo>
                  <a:lnTo>
                    <a:pt x="1324851" y="50304"/>
                  </a:lnTo>
                  <a:lnTo>
                    <a:pt x="1335049" y="52349"/>
                  </a:lnTo>
                  <a:lnTo>
                    <a:pt x="1345234" y="50304"/>
                  </a:lnTo>
                  <a:lnTo>
                    <a:pt x="1353553" y="44691"/>
                  </a:lnTo>
                  <a:lnTo>
                    <a:pt x="1359166" y="36372"/>
                  </a:lnTo>
                  <a:lnTo>
                    <a:pt x="1361224" y="26174"/>
                  </a:lnTo>
                  <a:close/>
                </a:path>
                <a:path w="1885314" h="1885315">
                  <a:moveTo>
                    <a:pt x="1622996" y="1858581"/>
                  </a:moveTo>
                  <a:lnTo>
                    <a:pt x="1620939" y="1848396"/>
                  </a:lnTo>
                  <a:lnTo>
                    <a:pt x="1615325" y="1840077"/>
                  </a:lnTo>
                  <a:lnTo>
                    <a:pt x="1607007" y="1834464"/>
                  </a:lnTo>
                  <a:lnTo>
                    <a:pt x="1596821" y="1832406"/>
                  </a:lnTo>
                  <a:lnTo>
                    <a:pt x="1586623" y="1834464"/>
                  </a:lnTo>
                  <a:lnTo>
                    <a:pt x="1578305" y="1840077"/>
                  </a:lnTo>
                  <a:lnTo>
                    <a:pt x="1572691" y="1848396"/>
                  </a:lnTo>
                  <a:lnTo>
                    <a:pt x="1570634" y="1858581"/>
                  </a:lnTo>
                  <a:lnTo>
                    <a:pt x="1572691" y="1868779"/>
                  </a:lnTo>
                  <a:lnTo>
                    <a:pt x="1578305" y="1877098"/>
                  </a:lnTo>
                  <a:lnTo>
                    <a:pt x="1586623" y="1882698"/>
                  </a:lnTo>
                  <a:lnTo>
                    <a:pt x="1596821" y="1884756"/>
                  </a:lnTo>
                  <a:lnTo>
                    <a:pt x="1607007" y="1882698"/>
                  </a:lnTo>
                  <a:lnTo>
                    <a:pt x="1615325" y="1877098"/>
                  </a:lnTo>
                  <a:lnTo>
                    <a:pt x="1620939" y="1868779"/>
                  </a:lnTo>
                  <a:lnTo>
                    <a:pt x="1622996" y="1858581"/>
                  </a:lnTo>
                  <a:close/>
                </a:path>
                <a:path w="1885314" h="1885315">
                  <a:moveTo>
                    <a:pt x="1622996" y="1596809"/>
                  </a:moveTo>
                  <a:lnTo>
                    <a:pt x="1620939" y="1586623"/>
                  </a:lnTo>
                  <a:lnTo>
                    <a:pt x="1615325" y="1578305"/>
                  </a:lnTo>
                  <a:lnTo>
                    <a:pt x="1607007" y="1572691"/>
                  </a:lnTo>
                  <a:lnTo>
                    <a:pt x="1596821" y="1570634"/>
                  </a:lnTo>
                  <a:lnTo>
                    <a:pt x="1586623" y="1572691"/>
                  </a:lnTo>
                  <a:lnTo>
                    <a:pt x="1578305" y="1578305"/>
                  </a:lnTo>
                  <a:lnTo>
                    <a:pt x="1572691" y="1586623"/>
                  </a:lnTo>
                  <a:lnTo>
                    <a:pt x="1570634" y="1596809"/>
                  </a:lnTo>
                  <a:lnTo>
                    <a:pt x="1572691" y="1607007"/>
                  </a:lnTo>
                  <a:lnTo>
                    <a:pt x="1578305" y="1615325"/>
                  </a:lnTo>
                  <a:lnTo>
                    <a:pt x="1586623" y="1620926"/>
                  </a:lnTo>
                  <a:lnTo>
                    <a:pt x="1596821" y="1622983"/>
                  </a:lnTo>
                  <a:lnTo>
                    <a:pt x="1607007" y="1620926"/>
                  </a:lnTo>
                  <a:lnTo>
                    <a:pt x="1615325" y="1615325"/>
                  </a:lnTo>
                  <a:lnTo>
                    <a:pt x="1620939" y="1607007"/>
                  </a:lnTo>
                  <a:lnTo>
                    <a:pt x="1622996" y="1596809"/>
                  </a:lnTo>
                  <a:close/>
                </a:path>
                <a:path w="1885314" h="1885315">
                  <a:moveTo>
                    <a:pt x="1622996" y="1335036"/>
                  </a:moveTo>
                  <a:lnTo>
                    <a:pt x="1620939" y="1324851"/>
                  </a:lnTo>
                  <a:lnTo>
                    <a:pt x="1615325" y="1316532"/>
                  </a:lnTo>
                  <a:lnTo>
                    <a:pt x="1607007" y="1310919"/>
                  </a:lnTo>
                  <a:lnTo>
                    <a:pt x="1596821" y="1308862"/>
                  </a:lnTo>
                  <a:lnTo>
                    <a:pt x="1586623" y="1310919"/>
                  </a:lnTo>
                  <a:lnTo>
                    <a:pt x="1578305" y="1316532"/>
                  </a:lnTo>
                  <a:lnTo>
                    <a:pt x="1572691" y="1324851"/>
                  </a:lnTo>
                  <a:lnTo>
                    <a:pt x="1570634" y="1335036"/>
                  </a:lnTo>
                  <a:lnTo>
                    <a:pt x="1572691" y="1345234"/>
                  </a:lnTo>
                  <a:lnTo>
                    <a:pt x="1578305" y="1353553"/>
                  </a:lnTo>
                  <a:lnTo>
                    <a:pt x="1586623" y="1359154"/>
                  </a:lnTo>
                  <a:lnTo>
                    <a:pt x="1596821" y="1361211"/>
                  </a:lnTo>
                  <a:lnTo>
                    <a:pt x="1607007" y="1359154"/>
                  </a:lnTo>
                  <a:lnTo>
                    <a:pt x="1615325" y="1353553"/>
                  </a:lnTo>
                  <a:lnTo>
                    <a:pt x="1620939" y="1345234"/>
                  </a:lnTo>
                  <a:lnTo>
                    <a:pt x="1622996" y="1335036"/>
                  </a:lnTo>
                  <a:close/>
                </a:path>
                <a:path w="1885314" h="1885315">
                  <a:moveTo>
                    <a:pt x="1622996" y="1073264"/>
                  </a:moveTo>
                  <a:lnTo>
                    <a:pt x="1620939" y="1063078"/>
                  </a:lnTo>
                  <a:lnTo>
                    <a:pt x="1615325" y="1054760"/>
                  </a:lnTo>
                  <a:lnTo>
                    <a:pt x="1607007" y="1049147"/>
                  </a:lnTo>
                  <a:lnTo>
                    <a:pt x="1596821" y="1047089"/>
                  </a:lnTo>
                  <a:lnTo>
                    <a:pt x="1586623" y="1049147"/>
                  </a:lnTo>
                  <a:lnTo>
                    <a:pt x="1578305" y="1054760"/>
                  </a:lnTo>
                  <a:lnTo>
                    <a:pt x="1572691" y="1063078"/>
                  </a:lnTo>
                  <a:lnTo>
                    <a:pt x="1570634" y="1073264"/>
                  </a:lnTo>
                  <a:lnTo>
                    <a:pt x="1572691" y="1083462"/>
                  </a:lnTo>
                  <a:lnTo>
                    <a:pt x="1578305" y="1091780"/>
                  </a:lnTo>
                  <a:lnTo>
                    <a:pt x="1586623" y="1097381"/>
                  </a:lnTo>
                  <a:lnTo>
                    <a:pt x="1596821" y="1099439"/>
                  </a:lnTo>
                  <a:lnTo>
                    <a:pt x="1607007" y="1097381"/>
                  </a:lnTo>
                  <a:lnTo>
                    <a:pt x="1615325" y="1091780"/>
                  </a:lnTo>
                  <a:lnTo>
                    <a:pt x="1620939" y="1083462"/>
                  </a:lnTo>
                  <a:lnTo>
                    <a:pt x="1622996" y="1073264"/>
                  </a:lnTo>
                  <a:close/>
                </a:path>
                <a:path w="1885314" h="1885315">
                  <a:moveTo>
                    <a:pt x="1622996" y="811491"/>
                  </a:moveTo>
                  <a:lnTo>
                    <a:pt x="1620939" y="801306"/>
                  </a:lnTo>
                  <a:lnTo>
                    <a:pt x="1615325" y="792988"/>
                  </a:lnTo>
                  <a:lnTo>
                    <a:pt x="1607007" y="787374"/>
                  </a:lnTo>
                  <a:lnTo>
                    <a:pt x="1596821" y="785317"/>
                  </a:lnTo>
                  <a:lnTo>
                    <a:pt x="1586623" y="787374"/>
                  </a:lnTo>
                  <a:lnTo>
                    <a:pt x="1578305" y="792988"/>
                  </a:lnTo>
                  <a:lnTo>
                    <a:pt x="1572691" y="801306"/>
                  </a:lnTo>
                  <a:lnTo>
                    <a:pt x="1570634" y="811491"/>
                  </a:lnTo>
                  <a:lnTo>
                    <a:pt x="1572691" y="821690"/>
                  </a:lnTo>
                  <a:lnTo>
                    <a:pt x="1578305" y="830008"/>
                  </a:lnTo>
                  <a:lnTo>
                    <a:pt x="1586623" y="835609"/>
                  </a:lnTo>
                  <a:lnTo>
                    <a:pt x="1596821" y="837666"/>
                  </a:lnTo>
                  <a:lnTo>
                    <a:pt x="1607007" y="835609"/>
                  </a:lnTo>
                  <a:lnTo>
                    <a:pt x="1615325" y="830008"/>
                  </a:lnTo>
                  <a:lnTo>
                    <a:pt x="1620939" y="821690"/>
                  </a:lnTo>
                  <a:lnTo>
                    <a:pt x="1622996" y="811491"/>
                  </a:lnTo>
                  <a:close/>
                </a:path>
                <a:path w="1885314" h="1885315">
                  <a:moveTo>
                    <a:pt x="1622996" y="549719"/>
                  </a:moveTo>
                  <a:lnTo>
                    <a:pt x="1620939" y="539534"/>
                  </a:lnTo>
                  <a:lnTo>
                    <a:pt x="1615325" y="531215"/>
                  </a:lnTo>
                  <a:lnTo>
                    <a:pt x="1607007" y="525602"/>
                  </a:lnTo>
                  <a:lnTo>
                    <a:pt x="1596821" y="523544"/>
                  </a:lnTo>
                  <a:lnTo>
                    <a:pt x="1586623" y="525602"/>
                  </a:lnTo>
                  <a:lnTo>
                    <a:pt x="1578305" y="531215"/>
                  </a:lnTo>
                  <a:lnTo>
                    <a:pt x="1572691" y="539534"/>
                  </a:lnTo>
                  <a:lnTo>
                    <a:pt x="1570634" y="549719"/>
                  </a:lnTo>
                  <a:lnTo>
                    <a:pt x="1572691" y="559917"/>
                  </a:lnTo>
                  <a:lnTo>
                    <a:pt x="1578305" y="568236"/>
                  </a:lnTo>
                  <a:lnTo>
                    <a:pt x="1586623" y="573836"/>
                  </a:lnTo>
                  <a:lnTo>
                    <a:pt x="1596821" y="575894"/>
                  </a:lnTo>
                  <a:lnTo>
                    <a:pt x="1607007" y="573836"/>
                  </a:lnTo>
                  <a:lnTo>
                    <a:pt x="1615325" y="568236"/>
                  </a:lnTo>
                  <a:lnTo>
                    <a:pt x="1620939" y="559917"/>
                  </a:lnTo>
                  <a:lnTo>
                    <a:pt x="1622996" y="549719"/>
                  </a:lnTo>
                  <a:close/>
                </a:path>
                <a:path w="1885314" h="1885315">
                  <a:moveTo>
                    <a:pt x="1622996" y="287947"/>
                  </a:moveTo>
                  <a:lnTo>
                    <a:pt x="1620939" y="277761"/>
                  </a:lnTo>
                  <a:lnTo>
                    <a:pt x="1615325" y="269443"/>
                  </a:lnTo>
                  <a:lnTo>
                    <a:pt x="1607007" y="263829"/>
                  </a:lnTo>
                  <a:lnTo>
                    <a:pt x="1596821" y="261772"/>
                  </a:lnTo>
                  <a:lnTo>
                    <a:pt x="1586623" y="263829"/>
                  </a:lnTo>
                  <a:lnTo>
                    <a:pt x="1578305" y="269443"/>
                  </a:lnTo>
                  <a:lnTo>
                    <a:pt x="1572691" y="277761"/>
                  </a:lnTo>
                  <a:lnTo>
                    <a:pt x="1570634" y="287947"/>
                  </a:lnTo>
                  <a:lnTo>
                    <a:pt x="1572691" y="298145"/>
                  </a:lnTo>
                  <a:lnTo>
                    <a:pt x="1578305" y="306463"/>
                  </a:lnTo>
                  <a:lnTo>
                    <a:pt x="1586623" y="312077"/>
                  </a:lnTo>
                  <a:lnTo>
                    <a:pt x="1596821" y="314121"/>
                  </a:lnTo>
                  <a:lnTo>
                    <a:pt x="1607007" y="312077"/>
                  </a:lnTo>
                  <a:lnTo>
                    <a:pt x="1615325" y="306463"/>
                  </a:lnTo>
                  <a:lnTo>
                    <a:pt x="1620939" y="298145"/>
                  </a:lnTo>
                  <a:lnTo>
                    <a:pt x="1622996" y="287947"/>
                  </a:lnTo>
                  <a:close/>
                </a:path>
                <a:path w="1885314" h="1885315">
                  <a:moveTo>
                    <a:pt x="1622996" y="26174"/>
                  </a:moveTo>
                  <a:lnTo>
                    <a:pt x="1620939" y="15989"/>
                  </a:lnTo>
                  <a:lnTo>
                    <a:pt x="1615325" y="7670"/>
                  </a:lnTo>
                  <a:lnTo>
                    <a:pt x="1607007" y="2057"/>
                  </a:lnTo>
                  <a:lnTo>
                    <a:pt x="1596821" y="0"/>
                  </a:lnTo>
                  <a:lnTo>
                    <a:pt x="1586623" y="2057"/>
                  </a:lnTo>
                  <a:lnTo>
                    <a:pt x="1578305" y="7670"/>
                  </a:lnTo>
                  <a:lnTo>
                    <a:pt x="1572691" y="15989"/>
                  </a:lnTo>
                  <a:lnTo>
                    <a:pt x="1570634" y="26174"/>
                  </a:lnTo>
                  <a:lnTo>
                    <a:pt x="1572691" y="36372"/>
                  </a:lnTo>
                  <a:lnTo>
                    <a:pt x="1578305" y="44691"/>
                  </a:lnTo>
                  <a:lnTo>
                    <a:pt x="1586623" y="50304"/>
                  </a:lnTo>
                  <a:lnTo>
                    <a:pt x="1596821" y="52349"/>
                  </a:lnTo>
                  <a:lnTo>
                    <a:pt x="1607007" y="50304"/>
                  </a:lnTo>
                  <a:lnTo>
                    <a:pt x="1615325" y="44691"/>
                  </a:lnTo>
                  <a:lnTo>
                    <a:pt x="1620939" y="36372"/>
                  </a:lnTo>
                  <a:lnTo>
                    <a:pt x="1622996" y="26174"/>
                  </a:lnTo>
                  <a:close/>
                </a:path>
                <a:path w="1885314" h="1885315">
                  <a:moveTo>
                    <a:pt x="1884768" y="1858581"/>
                  </a:moveTo>
                  <a:lnTo>
                    <a:pt x="1882711" y="1848396"/>
                  </a:lnTo>
                  <a:lnTo>
                    <a:pt x="1877098" y="1840077"/>
                  </a:lnTo>
                  <a:lnTo>
                    <a:pt x="1868779" y="1834464"/>
                  </a:lnTo>
                  <a:lnTo>
                    <a:pt x="1858594" y="1832406"/>
                  </a:lnTo>
                  <a:lnTo>
                    <a:pt x="1848396" y="1834464"/>
                  </a:lnTo>
                  <a:lnTo>
                    <a:pt x="1840077" y="1840077"/>
                  </a:lnTo>
                  <a:lnTo>
                    <a:pt x="1834464" y="1848396"/>
                  </a:lnTo>
                  <a:lnTo>
                    <a:pt x="1832406" y="1858581"/>
                  </a:lnTo>
                  <a:lnTo>
                    <a:pt x="1834464" y="1868779"/>
                  </a:lnTo>
                  <a:lnTo>
                    <a:pt x="1840077" y="1877098"/>
                  </a:lnTo>
                  <a:lnTo>
                    <a:pt x="1848396" y="1882698"/>
                  </a:lnTo>
                  <a:lnTo>
                    <a:pt x="1858594" y="1884756"/>
                  </a:lnTo>
                  <a:lnTo>
                    <a:pt x="1868779" y="1882698"/>
                  </a:lnTo>
                  <a:lnTo>
                    <a:pt x="1877098" y="1877098"/>
                  </a:lnTo>
                  <a:lnTo>
                    <a:pt x="1882711" y="1868779"/>
                  </a:lnTo>
                  <a:lnTo>
                    <a:pt x="1884768" y="1858581"/>
                  </a:lnTo>
                  <a:close/>
                </a:path>
                <a:path w="1885314" h="1885315">
                  <a:moveTo>
                    <a:pt x="1884768" y="1596809"/>
                  </a:moveTo>
                  <a:lnTo>
                    <a:pt x="1882711" y="1586623"/>
                  </a:lnTo>
                  <a:lnTo>
                    <a:pt x="1877098" y="1578305"/>
                  </a:lnTo>
                  <a:lnTo>
                    <a:pt x="1868779" y="1572691"/>
                  </a:lnTo>
                  <a:lnTo>
                    <a:pt x="1858594" y="1570634"/>
                  </a:lnTo>
                  <a:lnTo>
                    <a:pt x="1848396" y="1572691"/>
                  </a:lnTo>
                  <a:lnTo>
                    <a:pt x="1840077" y="1578305"/>
                  </a:lnTo>
                  <a:lnTo>
                    <a:pt x="1834464" y="1586623"/>
                  </a:lnTo>
                  <a:lnTo>
                    <a:pt x="1832406" y="1596809"/>
                  </a:lnTo>
                  <a:lnTo>
                    <a:pt x="1834464" y="1607007"/>
                  </a:lnTo>
                  <a:lnTo>
                    <a:pt x="1840077" y="1615325"/>
                  </a:lnTo>
                  <a:lnTo>
                    <a:pt x="1848396" y="1620926"/>
                  </a:lnTo>
                  <a:lnTo>
                    <a:pt x="1858594" y="1622983"/>
                  </a:lnTo>
                  <a:lnTo>
                    <a:pt x="1868779" y="1620926"/>
                  </a:lnTo>
                  <a:lnTo>
                    <a:pt x="1877098" y="1615325"/>
                  </a:lnTo>
                  <a:lnTo>
                    <a:pt x="1882711" y="1607007"/>
                  </a:lnTo>
                  <a:lnTo>
                    <a:pt x="1884768" y="1596809"/>
                  </a:lnTo>
                  <a:close/>
                </a:path>
                <a:path w="1885314" h="1885315">
                  <a:moveTo>
                    <a:pt x="1884768" y="1335036"/>
                  </a:moveTo>
                  <a:lnTo>
                    <a:pt x="1882711" y="1324851"/>
                  </a:lnTo>
                  <a:lnTo>
                    <a:pt x="1877098" y="1316532"/>
                  </a:lnTo>
                  <a:lnTo>
                    <a:pt x="1868779" y="1310919"/>
                  </a:lnTo>
                  <a:lnTo>
                    <a:pt x="1858594" y="1308862"/>
                  </a:lnTo>
                  <a:lnTo>
                    <a:pt x="1848396" y="1310919"/>
                  </a:lnTo>
                  <a:lnTo>
                    <a:pt x="1840077" y="1316532"/>
                  </a:lnTo>
                  <a:lnTo>
                    <a:pt x="1834464" y="1324851"/>
                  </a:lnTo>
                  <a:lnTo>
                    <a:pt x="1832406" y="1335036"/>
                  </a:lnTo>
                  <a:lnTo>
                    <a:pt x="1834464" y="1345234"/>
                  </a:lnTo>
                  <a:lnTo>
                    <a:pt x="1840077" y="1353553"/>
                  </a:lnTo>
                  <a:lnTo>
                    <a:pt x="1848396" y="1359154"/>
                  </a:lnTo>
                  <a:lnTo>
                    <a:pt x="1858594" y="1361211"/>
                  </a:lnTo>
                  <a:lnTo>
                    <a:pt x="1868779" y="1359154"/>
                  </a:lnTo>
                  <a:lnTo>
                    <a:pt x="1877098" y="1353553"/>
                  </a:lnTo>
                  <a:lnTo>
                    <a:pt x="1882711" y="1345234"/>
                  </a:lnTo>
                  <a:lnTo>
                    <a:pt x="1884768" y="1335036"/>
                  </a:lnTo>
                  <a:close/>
                </a:path>
                <a:path w="1885314" h="1885315">
                  <a:moveTo>
                    <a:pt x="1884768" y="1073264"/>
                  </a:moveTo>
                  <a:lnTo>
                    <a:pt x="1882711" y="1063078"/>
                  </a:lnTo>
                  <a:lnTo>
                    <a:pt x="1877098" y="1054760"/>
                  </a:lnTo>
                  <a:lnTo>
                    <a:pt x="1868779" y="1049147"/>
                  </a:lnTo>
                  <a:lnTo>
                    <a:pt x="1858594" y="1047089"/>
                  </a:lnTo>
                  <a:lnTo>
                    <a:pt x="1848396" y="1049147"/>
                  </a:lnTo>
                  <a:lnTo>
                    <a:pt x="1840077" y="1054760"/>
                  </a:lnTo>
                  <a:lnTo>
                    <a:pt x="1834464" y="1063078"/>
                  </a:lnTo>
                  <a:lnTo>
                    <a:pt x="1832406" y="1073264"/>
                  </a:lnTo>
                  <a:lnTo>
                    <a:pt x="1834464" y="1083462"/>
                  </a:lnTo>
                  <a:lnTo>
                    <a:pt x="1840077" y="1091780"/>
                  </a:lnTo>
                  <a:lnTo>
                    <a:pt x="1848396" y="1097381"/>
                  </a:lnTo>
                  <a:lnTo>
                    <a:pt x="1858594" y="1099439"/>
                  </a:lnTo>
                  <a:lnTo>
                    <a:pt x="1868779" y="1097381"/>
                  </a:lnTo>
                  <a:lnTo>
                    <a:pt x="1877098" y="1091780"/>
                  </a:lnTo>
                  <a:lnTo>
                    <a:pt x="1882711" y="1083462"/>
                  </a:lnTo>
                  <a:lnTo>
                    <a:pt x="1884768" y="1073264"/>
                  </a:lnTo>
                  <a:close/>
                </a:path>
                <a:path w="1885314" h="1885315">
                  <a:moveTo>
                    <a:pt x="1884768" y="811491"/>
                  </a:moveTo>
                  <a:lnTo>
                    <a:pt x="1882711" y="801306"/>
                  </a:lnTo>
                  <a:lnTo>
                    <a:pt x="1877098" y="792988"/>
                  </a:lnTo>
                  <a:lnTo>
                    <a:pt x="1868779" y="787374"/>
                  </a:lnTo>
                  <a:lnTo>
                    <a:pt x="1858594" y="785317"/>
                  </a:lnTo>
                  <a:lnTo>
                    <a:pt x="1848396" y="787374"/>
                  </a:lnTo>
                  <a:lnTo>
                    <a:pt x="1840077" y="792988"/>
                  </a:lnTo>
                  <a:lnTo>
                    <a:pt x="1834464" y="801306"/>
                  </a:lnTo>
                  <a:lnTo>
                    <a:pt x="1832406" y="811491"/>
                  </a:lnTo>
                  <a:lnTo>
                    <a:pt x="1834464" y="821690"/>
                  </a:lnTo>
                  <a:lnTo>
                    <a:pt x="1840077" y="830008"/>
                  </a:lnTo>
                  <a:lnTo>
                    <a:pt x="1848396" y="835609"/>
                  </a:lnTo>
                  <a:lnTo>
                    <a:pt x="1858594" y="837666"/>
                  </a:lnTo>
                  <a:lnTo>
                    <a:pt x="1868779" y="835609"/>
                  </a:lnTo>
                  <a:lnTo>
                    <a:pt x="1877098" y="830008"/>
                  </a:lnTo>
                  <a:lnTo>
                    <a:pt x="1882711" y="821690"/>
                  </a:lnTo>
                  <a:lnTo>
                    <a:pt x="1884768" y="811491"/>
                  </a:lnTo>
                  <a:close/>
                </a:path>
                <a:path w="1885314" h="1885315">
                  <a:moveTo>
                    <a:pt x="1884768" y="549719"/>
                  </a:moveTo>
                  <a:lnTo>
                    <a:pt x="1882711" y="539534"/>
                  </a:lnTo>
                  <a:lnTo>
                    <a:pt x="1877098" y="531215"/>
                  </a:lnTo>
                  <a:lnTo>
                    <a:pt x="1868779" y="525602"/>
                  </a:lnTo>
                  <a:lnTo>
                    <a:pt x="1858594" y="523544"/>
                  </a:lnTo>
                  <a:lnTo>
                    <a:pt x="1848396" y="525602"/>
                  </a:lnTo>
                  <a:lnTo>
                    <a:pt x="1840077" y="531215"/>
                  </a:lnTo>
                  <a:lnTo>
                    <a:pt x="1834464" y="539534"/>
                  </a:lnTo>
                  <a:lnTo>
                    <a:pt x="1832406" y="549719"/>
                  </a:lnTo>
                  <a:lnTo>
                    <a:pt x="1834464" y="559917"/>
                  </a:lnTo>
                  <a:lnTo>
                    <a:pt x="1840077" y="568236"/>
                  </a:lnTo>
                  <a:lnTo>
                    <a:pt x="1848396" y="573836"/>
                  </a:lnTo>
                  <a:lnTo>
                    <a:pt x="1858594" y="575894"/>
                  </a:lnTo>
                  <a:lnTo>
                    <a:pt x="1868779" y="573836"/>
                  </a:lnTo>
                  <a:lnTo>
                    <a:pt x="1877098" y="568236"/>
                  </a:lnTo>
                  <a:lnTo>
                    <a:pt x="1882711" y="559917"/>
                  </a:lnTo>
                  <a:lnTo>
                    <a:pt x="1884768" y="549719"/>
                  </a:lnTo>
                  <a:close/>
                </a:path>
                <a:path w="1885314" h="1885315">
                  <a:moveTo>
                    <a:pt x="1884768" y="287947"/>
                  </a:moveTo>
                  <a:lnTo>
                    <a:pt x="1882711" y="277761"/>
                  </a:lnTo>
                  <a:lnTo>
                    <a:pt x="1877098" y="269443"/>
                  </a:lnTo>
                  <a:lnTo>
                    <a:pt x="1868779" y="263829"/>
                  </a:lnTo>
                  <a:lnTo>
                    <a:pt x="1858594" y="261772"/>
                  </a:lnTo>
                  <a:lnTo>
                    <a:pt x="1848396" y="263829"/>
                  </a:lnTo>
                  <a:lnTo>
                    <a:pt x="1840077" y="269443"/>
                  </a:lnTo>
                  <a:lnTo>
                    <a:pt x="1834464" y="277761"/>
                  </a:lnTo>
                  <a:lnTo>
                    <a:pt x="1832406" y="287947"/>
                  </a:lnTo>
                  <a:lnTo>
                    <a:pt x="1834464" y="298145"/>
                  </a:lnTo>
                  <a:lnTo>
                    <a:pt x="1840077" y="306463"/>
                  </a:lnTo>
                  <a:lnTo>
                    <a:pt x="1848396" y="312077"/>
                  </a:lnTo>
                  <a:lnTo>
                    <a:pt x="1858594" y="314121"/>
                  </a:lnTo>
                  <a:lnTo>
                    <a:pt x="1868779" y="312077"/>
                  </a:lnTo>
                  <a:lnTo>
                    <a:pt x="1877098" y="306463"/>
                  </a:lnTo>
                  <a:lnTo>
                    <a:pt x="1882711" y="298145"/>
                  </a:lnTo>
                  <a:lnTo>
                    <a:pt x="1884768" y="287947"/>
                  </a:lnTo>
                  <a:close/>
                </a:path>
                <a:path w="1885314" h="1885315">
                  <a:moveTo>
                    <a:pt x="1884768" y="26174"/>
                  </a:moveTo>
                  <a:lnTo>
                    <a:pt x="1882711" y="15989"/>
                  </a:lnTo>
                  <a:lnTo>
                    <a:pt x="1877098" y="7670"/>
                  </a:lnTo>
                  <a:lnTo>
                    <a:pt x="1868779" y="2057"/>
                  </a:lnTo>
                  <a:lnTo>
                    <a:pt x="1858594" y="0"/>
                  </a:lnTo>
                  <a:lnTo>
                    <a:pt x="1848396" y="2057"/>
                  </a:lnTo>
                  <a:lnTo>
                    <a:pt x="1840077" y="7670"/>
                  </a:lnTo>
                  <a:lnTo>
                    <a:pt x="1834464" y="15989"/>
                  </a:lnTo>
                  <a:lnTo>
                    <a:pt x="1832406" y="26174"/>
                  </a:lnTo>
                  <a:lnTo>
                    <a:pt x="1834464" y="36372"/>
                  </a:lnTo>
                  <a:lnTo>
                    <a:pt x="1840077" y="44691"/>
                  </a:lnTo>
                  <a:lnTo>
                    <a:pt x="1848396" y="50304"/>
                  </a:lnTo>
                  <a:lnTo>
                    <a:pt x="1858594" y="52349"/>
                  </a:lnTo>
                  <a:lnTo>
                    <a:pt x="1868779" y="50304"/>
                  </a:lnTo>
                  <a:lnTo>
                    <a:pt x="1877098" y="44691"/>
                  </a:lnTo>
                  <a:lnTo>
                    <a:pt x="1882711" y="36372"/>
                  </a:lnTo>
                  <a:lnTo>
                    <a:pt x="1884768" y="26174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693737" y="7264054"/>
            <a:ext cx="9837420" cy="2035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915"/>
              </a:lnSpc>
              <a:spcBef>
                <a:spcPts val="95"/>
              </a:spcBef>
            </a:pPr>
            <a:r>
              <a:rPr lang="pt-BR" sz="6600" b="1" spc="-20" dirty="0">
                <a:solidFill>
                  <a:srgbClr val="333333"/>
                </a:solidFill>
                <a:latin typeface="Montserrat ExtraBold"/>
                <a:cs typeface="Montserrat ExtraBold"/>
              </a:rPr>
              <a:t>Evolução</a:t>
            </a:r>
            <a:endParaRPr sz="6600" dirty="0">
              <a:latin typeface="Montserrat ExtraBold"/>
              <a:cs typeface="Montserrat ExtraBold"/>
            </a:endParaRPr>
          </a:p>
          <a:p>
            <a:pPr marL="3404235">
              <a:lnSpc>
                <a:spcPts val="7915"/>
              </a:lnSpc>
            </a:pPr>
            <a:r>
              <a:rPr lang="pt-BR" sz="6600" spc="-105" dirty="0">
                <a:solidFill>
                  <a:srgbClr val="333333"/>
                </a:solidFill>
                <a:latin typeface="Montserrat"/>
                <a:cs typeface="Montserrat"/>
              </a:rPr>
              <a:t>Aplicabilidade</a:t>
            </a:r>
            <a:endParaRPr sz="6600" dirty="0">
              <a:latin typeface="Montserrat"/>
              <a:cs typeface="Montserra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62050" y="1597437"/>
            <a:ext cx="5462905" cy="668452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pt-BR" sz="2550" spc="-10" dirty="0">
                <a:solidFill>
                  <a:srgbClr val="FFFFFF"/>
                </a:solidFill>
                <a:latin typeface="Montserrat"/>
                <a:cs typeface="Montserrat"/>
              </a:rPr>
              <a:t>Ainda nos anos 80, as empresas observaram os ganhos em produtividade e em economia de recursos com o compartilhamento dos mesmos. Assim, novas redes eram criadas e expandidas numa velocidade impressionante, juntamente com novos produtos e tecnologias de redes. Com este rápido crescimento, as redes criadas não eram padronizadas e não tinham uma compatibilidade entre os diversos desenvolvedores e fabricantes, com isso, as tecnologias eram incompatíveis umas com as outras. </a:t>
            </a:r>
          </a:p>
        </p:txBody>
      </p:sp>
      <p:sp>
        <p:nvSpPr>
          <p:cNvPr id="10" name="object 10"/>
          <p:cNvSpPr/>
          <p:nvPr/>
        </p:nvSpPr>
        <p:spPr>
          <a:xfrm>
            <a:off x="11517973" y="3239430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30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5977008-89FC-9662-E473-22E018910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59" y="463338"/>
            <a:ext cx="11855903" cy="59765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868656" y="0"/>
            <a:ext cx="5235575" cy="5235575"/>
          </a:xfrm>
          <a:custGeom>
            <a:avLst/>
            <a:gdLst/>
            <a:ahLst/>
            <a:cxnLst/>
            <a:rect l="l" t="t" r="r" b="b"/>
            <a:pathLst>
              <a:path w="5235575" h="5235575">
                <a:moveTo>
                  <a:pt x="5235442" y="0"/>
                </a:moveTo>
                <a:lnTo>
                  <a:pt x="0" y="0"/>
                </a:lnTo>
                <a:lnTo>
                  <a:pt x="0" y="5235442"/>
                </a:lnTo>
                <a:lnTo>
                  <a:pt x="5235442" y="5235442"/>
                </a:lnTo>
                <a:lnTo>
                  <a:pt x="5235442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266428" y="837670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528201" y="837670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789973" y="837670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266428" y="863848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528201" y="863848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789973" y="863848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266428" y="890025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528201" y="890025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789973" y="890025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266428" y="916202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528201" y="916202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789973" y="916202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266428" y="942379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528201" y="942379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789973" y="942379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266428" y="968556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528201" y="968556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789973" y="968556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266428" y="994734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528201" y="994734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789973" y="994734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266428" y="1020911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528201" y="1020911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789973" y="1020911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0" y="0"/>
            <a:ext cx="19842480" cy="11308715"/>
            <a:chOff x="0" y="0"/>
            <a:chExt cx="19842480" cy="11308715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4868657" cy="1130855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7316" y="261772"/>
              <a:ext cx="10785011" cy="1078501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9842632" y="1047088"/>
              <a:ext cx="9214485" cy="9214485"/>
            </a:xfrm>
            <a:custGeom>
              <a:avLst/>
              <a:gdLst/>
              <a:ahLst/>
              <a:cxnLst/>
              <a:rect l="l" t="t" r="r" b="b"/>
              <a:pathLst>
                <a:path w="9214485" h="9214485">
                  <a:moveTo>
                    <a:pt x="9214379" y="0"/>
                  </a:moveTo>
                  <a:lnTo>
                    <a:pt x="0" y="0"/>
                  </a:lnTo>
                  <a:lnTo>
                    <a:pt x="0" y="9214379"/>
                  </a:lnTo>
                  <a:lnTo>
                    <a:pt x="9214379" y="9214379"/>
                  </a:lnTo>
                  <a:lnTo>
                    <a:pt x="9214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0877020" y="4418738"/>
            <a:ext cx="6881495" cy="393761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pt-BR" sz="2550" spc="-10" dirty="0">
                <a:solidFill>
                  <a:srgbClr val="4D4D4D"/>
                </a:solidFill>
                <a:latin typeface="Montserrat"/>
                <a:cs typeface="Montserrat"/>
              </a:rPr>
              <a:t>Foi então que, ainda no início da década de 1980, a ISO (</a:t>
            </a:r>
            <a:r>
              <a:rPr lang="pt-BR" sz="2550" spc="-10" dirty="0" err="1">
                <a:solidFill>
                  <a:srgbClr val="4D4D4D"/>
                </a:solidFill>
                <a:latin typeface="Montserrat"/>
                <a:cs typeface="Montserrat"/>
              </a:rPr>
              <a:t>International</a:t>
            </a:r>
            <a:r>
              <a:rPr lang="pt-BR" sz="255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lang="pt-BR" sz="2550" spc="-10" dirty="0" err="1">
                <a:solidFill>
                  <a:srgbClr val="4D4D4D"/>
                </a:solidFill>
                <a:latin typeface="Montserrat"/>
                <a:cs typeface="Montserrat"/>
              </a:rPr>
              <a:t>Organization</a:t>
            </a:r>
            <a:r>
              <a:rPr lang="pt-BR" sz="255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lang="pt-BR" sz="2550" spc="-10" dirty="0" err="1">
                <a:solidFill>
                  <a:srgbClr val="4D4D4D"/>
                </a:solidFill>
                <a:latin typeface="Montserrat"/>
                <a:cs typeface="Montserrat"/>
              </a:rPr>
              <a:t>of</a:t>
            </a:r>
            <a:r>
              <a:rPr lang="pt-BR" sz="2550" spc="-1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lang="pt-BR" sz="2550" spc="-10" dirty="0" err="1">
                <a:solidFill>
                  <a:srgbClr val="4D4D4D"/>
                </a:solidFill>
                <a:latin typeface="Montserrat"/>
                <a:cs typeface="Montserrat"/>
              </a:rPr>
              <a:t>Standardization</a:t>
            </a:r>
            <a:r>
              <a:rPr lang="pt-BR" sz="2550" spc="-10" dirty="0">
                <a:solidFill>
                  <a:srgbClr val="4D4D4D"/>
                </a:solidFill>
                <a:latin typeface="Montserrat"/>
                <a:cs typeface="Montserrat"/>
              </a:rPr>
              <a:t>) cria o modelo de referência OSI (Opens Systems </a:t>
            </a:r>
            <a:r>
              <a:rPr lang="pt-BR" sz="2550" spc="-10" dirty="0" err="1">
                <a:solidFill>
                  <a:srgbClr val="4D4D4D"/>
                </a:solidFill>
                <a:latin typeface="Montserrat"/>
                <a:cs typeface="Montserrat"/>
              </a:rPr>
              <a:t>Interconnection</a:t>
            </a:r>
            <a:r>
              <a:rPr lang="pt-BR" sz="2550" spc="-10" dirty="0">
                <a:solidFill>
                  <a:srgbClr val="4D4D4D"/>
                </a:solidFill>
                <a:latin typeface="Montserrat"/>
                <a:cs typeface="Montserrat"/>
              </a:rPr>
              <a:t>) para padronizar esta rede e tornar possível a comunicação entre diversos fabricantes, e, em 1984, é fundada a Cisco System, que hoje é um dos maiores fabricantes de roteadores do mundo.</a:t>
            </a:r>
          </a:p>
        </p:txBody>
      </p:sp>
      <p:grpSp>
        <p:nvGrpSpPr>
          <p:cNvPr id="33" name="object 33"/>
          <p:cNvGrpSpPr/>
          <p:nvPr/>
        </p:nvGrpSpPr>
        <p:grpSpPr>
          <a:xfrm>
            <a:off x="0" y="3791079"/>
            <a:ext cx="20104100" cy="7517765"/>
            <a:chOff x="0" y="3791079"/>
            <a:chExt cx="20104100" cy="7517765"/>
          </a:xfrm>
        </p:grpSpPr>
        <p:sp>
          <p:nvSpPr>
            <p:cNvPr id="34" name="object 34"/>
            <p:cNvSpPr/>
            <p:nvPr/>
          </p:nvSpPr>
          <p:spPr>
            <a:xfrm>
              <a:off x="8795543" y="3806785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047076" y="9319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60" h="942975">
                  <a:moveTo>
                    <a:pt x="2779915" y="545020"/>
                  </a:moveTo>
                  <a:lnTo>
                    <a:pt x="2753652" y="265760"/>
                  </a:lnTo>
                  <a:lnTo>
                    <a:pt x="2750807" y="265760"/>
                  </a:lnTo>
                  <a:lnTo>
                    <a:pt x="2600236" y="545020"/>
                  </a:lnTo>
                  <a:lnTo>
                    <a:pt x="2779915" y="545020"/>
                  </a:lnTo>
                  <a:close/>
                </a:path>
                <a:path w="3693160" h="942975">
                  <a:moveTo>
                    <a:pt x="3692995" y="0"/>
                  </a:moveTo>
                  <a:lnTo>
                    <a:pt x="3424605" y="0"/>
                  </a:lnTo>
                  <a:lnTo>
                    <a:pt x="3424605" y="134556"/>
                  </a:lnTo>
                  <a:lnTo>
                    <a:pt x="3281794" y="806462"/>
                  </a:lnTo>
                  <a:lnTo>
                    <a:pt x="3095612" y="806462"/>
                  </a:lnTo>
                  <a:lnTo>
                    <a:pt x="3238538" y="134556"/>
                  </a:lnTo>
                  <a:lnTo>
                    <a:pt x="3424605" y="134556"/>
                  </a:lnTo>
                  <a:lnTo>
                    <a:pt x="3424605" y="0"/>
                  </a:lnTo>
                  <a:lnTo>
                    <a:pt x="3024936" y="0"/>
                  </a:lnTo>
                  <a:lnTo>
                    <a:pt x="3024936" y="806462"/>
                  </a:lnTo>
                  <a:lnTo>
                    <a:pt x="2814574" y="806462"/>
                  </a:lnTo>
                  <a:lnTo>
                    <a:pt x="2797822" y="675284"/>
                  </a:lnTo>
                  <a:lnTo>
                    <a:pt x="2525166" y="675284"/>
                  </a:lnTo>
                  <a:lnTo>
                    <a:pt x="2453538" y="806462"/>
                  </a:lnTo>
                  <a:lnTo>
                    <a:pt x="2267369" y="806462"/>
                  </a:lnTo>
                  <a:lnTo>
                    <a:pt x="2675420" y="134556"/>
                  </a:lnTo>
                  <a:lnTo>
                    <a:pt x="2902534" y="134556"/>
                  </a:lnTo>
                  <a:lnTo>
                    <a:pt x="3024936" y="806462"/>
                  </a:lnTo>
                  <a:lnTo>
                    <a:pt x="3024936" y="0"/>
                  </a:lnTo>
                  <a:lnTo>
                    <a:pt x="2341295" y="0"/>
                  </a:lnTo>
                  <a:lnTo>
                    <a:pt x="2341295" y="134556"/>
                  </a:lnTo>
                  <a:lnTo>
                    <a:pt x="2198471" y="806462"/>
                  </a:lnTo>
                  <a:lnTo>
                    <a:pt x="1940674" y="806462"/>
                  </a:lnTo>
                  <a:lnTo>
                    <a:pt x="1822043" y="291833"/>
                  </a:lnTo>
                  <a:lnTo>
                    <a:pt x="1820164" y="291833"/>
                  </a:lnTo>
                  <a:lnTo>
                    <a:pt x="1710842" y="806462"/>
                  </a:lnTo>
                  <a:lnTo>
                    <a:pt x="1543304" y="806462"/>
                  </a:lnTo>
                  <a:lnTo>
                    <a:pt x="1686128" y="134556"/>
                  </a:lnTo>
                  <a:lnTo>
                    <a:pt x="1946744" y="134556"/>
                  </a:lnTo>
                  <a:lnTo>
                    <a:pt x="2065489" y="635266"/>
                  </a:lnTo>
                  <a:lnTo>
                    <a:pt x="2067687" y="633399"/>
                  </a:lnTo>
                  <a:lnTo>
                    <a:pt x="2173757" y="134556"/>
                  </a:lnTo>
                  <a:lnTo>
                    <a:pt x="2341295" y="134556"/>
                  </a:lnTo>
                  <a:lnTo>
                    <a:pt x="2341295" y="0"/>
                  </a:lnTo>
                  <a:lnTo>
                    <a:pt x="1580997" y="0"/>
                  </a:lnTo>
                  <a:lnTo>
                    <a:pt x="1580997" y="134556"/>
                  </a:lnTo>
                  <a:lnTo>
                    <a:pt x="1553146" y="264820"/>
                  </a:lnTo>
                  <a:lnTo>
                    <a:pt x="1227404" y="264820"/>
                  </a:lnTo>
                  <a:lnTo>
                    <a:pt x="1197978" y="403555"/>
                  </a:lnTo>
                  <a:lnTo>
                    <a:pt x="1497660" y="403555"/>
                  </a:lnTo>
                  <a:lnTo>
                    <a:pt x="1470012" y="533819"/>
                  </a:lnTo>
                  <a:lnTo>
                    <a:pt x="1170330" y="533819"/>
                  </a:lnTo>
                  <a:lnTo>
                    <a:pt x="1140079" y="676224"/>
                  </a:lnTo>
                  <a:lnTo>
                    <a:pt x="1465922" y="676224"/>
                  </a:lnTo>
                  <a:lnTo>
                    <a:pt x="1438071" y="806462"/>
                  </a:lnTo>
                  <a:lnTo>
                    <a:pt x="926261" y="806462"/>
                  </a:lnTo>
                  <a:lnTo>
                    <a:pt x="1027150" y="331825"/>
                  </a:lnTo>
                  <a:lnTo>
                    <a:pt x="1069086" y="134556"/>
                  </a:lnTo>
                  <a:lnTo>
                    <a:pt x="1580997" y="134556"/>
                  </a:lnTo>
                  <a:lnTo>
                    <a:pt x="1580997" y="0"/>
                  </a:lnTo>
                  <a:lnTo>
                    <a:pt x="908481" y="0"/>
                  </a:lnTo>
                  <a:lnTo>
                    <a:pt x="908481" y="281914"/>
                  </a:lnTo>
                  <a:lnTo>
                    <a:pt x="899668" y="331825"/>
                  </a:lnTo>
                  <a:lnTo>
                    <a:pt x="713600" y="331825"/>
                  </a:lnTo>
                  <a:lnTo>
                    <a:pt x="716407" y="313486"/>
                  </a:lnTo>
                  <a:lnTo>
                    <a:pt x="715314" y="297522"/>
                  </a:lnTo>
                  <a:lnTo>
                    <a:pt x="690435" y="263029"/>
                  </a:lnTo>
                  <a:lnTo>
                    <a:pt x="634746" y="250888"/>
                  </a:lnTo>
                  <a:lnTo>
                    <a:pt x="603135" y="255765"/>
                  </a:lnTo>
                  <a:lnTo>
                    <a:pt x="574814" y="268998"/>
                  </a:lnTo>
                  <a:lnTo>
                    <a:pt x="553199" y="288531"/>
                  </a:lnTo>
                  <a:lnTo>
                    <a:pt x="541667" y="312254"/>
                  </a:lnTo>
                  <a:lnTo>
                    <a:pt x="545172" y="343458"/>
                  </a:lnTo>
                  <a:lnTo>
                    <a:pt x="566483" y="364985"/>
                  </a:lnTo>
                  <a:lnTo>
                    <a:pt x="598474" y="379704"/>
                  </a:lnTo>
                  <a:lnTo>
                    <a:pt x="634022" y="390474"/>
                  </a:lnTo>
                  <a:lnTo>
                    <a:pt x="710349" y="409155"/>
                  </a:lnTo>
                  <a:lnTo>
                    <a:pt x="749363" y="420395"/>
                  </a:lnTo>
                  <a:lnTo>
                    <a:pt x="786155" y="434962"/>
                  </a:lnTo>
                  <a:lnTo>
                    <a:pt x="844702" y="480275"/>
                  </a:lnTo>
                  <a:lnTo>
                    <a:pt x="862253" y="514121"/>
                  </a:lnTo>
                  <a:lnTo>
                    <a:pt x="869188" y="557479"/>
                  </a:lnTo>
                  <a:lnTo>
                    <a:pt x="863434" y="611924"/>
                  </a:lnTo>
                  <a:lnTo>
                    <a:pt x="848969" y="656336"/>
                  </a:lnTo>
                  <a:lnTo>
                    <a:pt x="826350" y="695312"/>
                  </a:lnTo>
                  <a:lnTo>
                    <a:pt x="796582" y="728903"/>
                  </a:lnTo>
                  <a:lnTo>
                    <a:pt x="760666" y="757161"/>
                  </a:lnTo>
                  <a:lnTo>
                    <a:pt x="719607" y="780161"/>
                  </a:lnTo>
                  <a:lnTo>
                    <a:pt x="674420" y="797941"/>
                  </a:lnTo>
                  <a:lnTo>
                    <a:pt x="626097" y="810577"/>
                  </a:lnTo>
                  <a:lnTo>
                    <a:pt x="575640" y="818121"/>
                  </a:lnTo>
                  <a:lnTo>
                    <a:pt x="524078" y="820610"/>
                  </a:lnTo>
                  <a:lnTo>
                    <a:pt x="473163" y="818794"/>
                  </a:lnTo>
                  <a:lnTo>
                    <a:pt x="425475" y="812838"/>
                  </a:lnTo>
                  <a:lnTo>
                    <a:pt x="382117" y="801992"/>
                  </a:lnTo>
                  <a:lnTo>
                    <a:pt x="344208" y="785520"/>
                  </a:lnTo>
                  <a:lnTo>
                    <a:pt x="312864" y="762660"/>
                  </a:lnTo>
                  <a:lnTo>
                    <a:pt x="289217" y="732675"/>
                  </a:lnTo>
                  <a:lnTo>
                    <a:pt x="274358" y="694804"/>
                  </a:lnTo>
                  <a:lnTo>
                    <a:pt x="269405" y="648309"/>
                  </a:lnTo>
                  <a:lnTo>
                    <a:pt x="275488" y="592455"/>
                  </a:lnTo>
                  <a:lnTo>
                    <a:pt x="461670" y="592455"/>
                  </a:lnTo>
                  <a:lnTo>
                    <a:pt x="460590" y="634403"/>
                  </a:lnTo>
                  <a:lnTo>
                    <a:pt x="477113" y="665022"/>
                  </a:lnTo>
                  <a:lnTo>
                    <a:pt x="508863" y="683780"/>
                  </a:lnTo>
                  <a:lnTo>
                    <a:pt x="553478" y="690143"/>
                  </a:lnTo>
                  <a:lnTo>
                    <a:pt x="587768" y="685965"/>
                  </a:lnTo>
                  <a:lnTo>
                    <a:pt x="622020" y="673404"/>
                  </a:lnTo>
                  <a:lnTo>
                    <a:pt x="649998" y="652462"/>
                  </a:lnTo>
                  <a:lnTo>
                    <a:pt x="665429" y="623125"/>
                  </a:lnTo>
                  <a:lnTo>
                    <a:pt x="665492" y="593737"/>
                  </a:lnTo>
                  <a:lnTo>
                    <a:pt x="664705" y="592455"/>
                  </a:lnTo>
                  <a:lnTo>
                    <a:pt x="652437" y="572452"/>
                  </a:lnTo>
                  <a:lnTo>
                    <a:pt x="628243" y="556996"/>
                  </a:lnTo>
                  <a:lnTo>
                    <a:pt x="594918" y="545071"/>
                  </a:lnTo>
                  <a:lnTo>
                    <a:pt x="508914" y="522744"/>
                  </a:lnTo>
                  <a:lnTo>
                    <a:pt x="460248" y="507771"/>
                  </a:lnTo>
                  <a:lnTo>
                    <a:pt x="410464" y="487222"/>
                  </a:lnTo>
                  <a:lnTo>
                    <a:pt x="371932" y="459282"/>
                  </a:lnTo>
                  <a:lnTo>
                    <a:pt x="348348" y="421398"/>
                  </a:lnTo>
                  <a:lnTo>
                    <a:pt x="339166" y="375475"/>
                  </a:lnTo>
                  <a:lnTo>
                    <a:pt x="343865" y="323443"/>
                  </a:lnTo>
                  <a:lnTo>
                    <a:pt x="361454" y="274574"/>
                  </a:lnTo>
                  <a:lnTo>
                    <a:pt x="386054" y="233654"/>
                  </a:lnTo>
                  <a:lnTo>
                    <a:pt x="416737" y="200101"/>
                  </a:lnTo>
                  <a:lnTo>
                    <a:pt x="452526" y="173329"/>
                  </a:lnTo>
                  <a:lnTo>
                    <a:pt x="492467" y="152742"/>
                  </a:lnTo>
                  <a:lnTo>
                    <a:pt x="535597" y="137756"/>
                  </a:lnTo>
                  <a:lnTo>
                    <a:pt x="580986" y="127787"/>
                  </a:lnTo>
                  <a:lnTo>
                    <a:pt x="627646" y="122237"/>
                  </a:lnTo>
                  <a:lnTo>
                    <a:pt x="674649" y="120523"/>
                  </a:lnTo>
                  <a:lnTo>
                    <a:pt x="720369" y="122428"/>
                  </a:lnTo>
                  <a:lnTo>
                    <a:pt x="764184" y="128524"/>
                  </a:lnTo>
                  <a:lnTo>
                    <a:pt x="804697" y="139306"/>
                  </a:lnTo>
                  <a:lnTo>
                    <a:pt x="840486" y="155308"/>
                  </a:lnTo>
                  <a:lnTo>
                    <a:pt x="892327" y="205041"/>
                  </a:lnTo>
                  <a:lnTo>
                    <a:pt x="908481" y="281914"/>
                  </a:lnTo>
                  <a:lnTo>
                    <a:pt x="908481" y="0"/>
                  </a:lnTo>
                  <a:lnTo>
                    <a:pt x="0" y="0"/>
                  </a:lnTo>
                  <a:lnTo>
                    <a:pt x="0" y="137388"/>
                  </a:lnTo>
                  <a:lnTo>
                    <a:pt x="198323" y="137388"/>
                  </a:lnTo>
                  <a:lnTo>
                    <a:pt x="198323" y="162204"/>
                  </a:lnTo>
                  <a:lnTo>
                    <a:pt x="0" y="162204"/>
                  </a:lnTo>
                  <a:lnTo>
                    <a:pt x="0" y="295605"/>
                  </a:lnTo>
                  <a:lnTo>
                    <a:pt x="198323" y="295605"/>
                  </a:lnTo>
                  <a:lnTo>
                    <a:pt x="198323" y="320408"/>
                  </a:lnTo>
                  <a:lnTo>
                    <a:pt x="0" y="320408"/>
                  </a:lnTo>
                  <a:lnTo>
                    <a:pt x="0" y="458101"/>
                  </a:lnTo>
                  <a:lnTo>
                    <a:pt x="198323" y="458101"/>
                  </a:lnTo>
                  <a:lnTo>
                    <a:pt x="198323" y="482930"/>
                  </a:lnTo>
                  <a:lnTo>
                    <a:pt x="0" y="482930"/>
                  </a:lnTo>
                  <a:lnTo>
                    <a:pt x="0" y="622820"/>
                  </a:lnTo>
                  <a:lnTo>
                    <a:pt x="198323" y="622820"/>
                  </a:lnTo>
                  <a:lnTo>
                    <a:pt x="198323" y="647623"/>
                  </a:lnTo>
                  <a:lnTo>
                    <a:pt x="0" y="647623"/>
                  </a:lnTo>
                  <a:lnTo>
                    <a:pt x="0" y="781545"/>
                  </a:lnTo>
                  <a:lnTo>
                    <a:pt x="198323" y="781545"/>
                  </a:lnTo>
                  <a:lnTo>
                    <a:pt x="198323" y="806361"/>
                  </a:lnTo>
                  <a:lnTo>
                    <a:pt x="0" y="806361"/>
                  </a:lnTo>
                  <a:lnTo>
                    <a:pt x="0" y="942378"/>
                  </a:lnTo>
                  <a:lnTo>
                    <a:pt x="3692995" y="942378"/>
                  </a:lnTo>
                  <a:lnTo>
                    <a:pt x="3692995" y="820610"/>
                  </a:lnTo>
                  <a:lnTo>
                    <a:pt x="3692995" y="806462"/>
                  </a:lnTo>
                  <a:lnTo>
                    <a:pt x="3494557" y="806361"/>
                  </a:lnTo>
                  <a:lnTo>
                    <a:pt x="3494557" y="781545"/>
                  </a:lnTo>
                  <a:lnTo>
                    <a:pt x="3692995" y="781545"/>
                  </a:lnTo>
                  <a:lnTo>
                    <a:pt x="3692995" y="647623"/>
                  </a:lnTo>
                  <a:lnTo>
                    <a:pt x="3494557" y="647623"/>
                  </a:lnTo>
                  <a:lnTo>
                    <a:pt x="3494557" y="622820"/>
                  </a:lnTo>
                  <a:lnTo>
                    <a:pt x="3692995" y="622820"/>
                  </a:lnTo>
                  <a:lnTo>
                    <a:pt x="3692995" y="482930"/>
                  </a:lnTo>
                  <a:lnTo>
                    <a:pt x="3494557" y="482930"/>
                  </a:lnTo>
                  <a:lnTo>
                    <a:pt x="3494557" y="458101"/>
                  </a:lnTo>
                  <a:lnTo>
                    <a:pt x="3692995" y="458101"/>
                  </a:lnTo>
                  <a:lnTo>
                    <a:pt x="3692995" y="320408"/>
                  </a:lnTo>
                  <a:lnTo>
                    <a:pt x="3494557" y="320408"/>
                  </a:lnTo>
                  <a:lnTo>
                    <a:pt x="3494557" y="295605"/>
                  </a:lnTo>
                  <a:lnTo>
                    <a:pt x="3692995" y="295605"/>
                  </a:lnTo>
                  <a:lnTo>
                    <a:pt x="3692995" y="162204"/>
                  </a:lnTo>
                  <a:lnTo>
                    <a:pt x="3494557" y="162204"/>
                  </a:lnTo>
                  <a:lnTo>
                    <a:pt x="3494557" y="137388"/>
                  </a:lnTo>
                  <a:lnTo>
                    <a:pt x="3692995" y="137388"/>
                  </a:lnTo>
                  <a:lnTo>
                    <a:pt x="3692995" y="134556"/>
                  </a:lnTo>
                  <a:lnTo>
                    <a:pt x="3692995" y="120523"/>
                  </a:lnTo>
                  <a:lnTo>
                    <a:pt x="36929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10877020" y="1938344"/>
            <a:ext cx="5470525" cy="7480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pt-BR" sz="4700" spc="20" dirty="0"/>
              <a:t>Evolução</a:t>
            </a:r>
            <a:endParaRPr sz="4700" dirty="0">
              <a:latin typeface="Montserrat ExtraBold"/>
              <a:cs typeface="Montserrat ExtraBold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877019" y="2660401"/>
            <a:ext cx="5470525" cy="74058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pt-BR" sz="47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Aplicabilidade</a:t>
            </a:r>
            <a:endParaRPr sz="4700" dirty="0">
              <a:latin typeface="Montserrat ExtraBold"/>
              <a:cs typeface="Montserrat Extra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35259" y="0"/>
            <a:ext cx="8408120" cy="49362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0052050" cy="1130855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9004961" y="4877004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47076" y="9319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60" h="942975">
                  <a:moveTo>
                    <a:pt x="2779915" y="545020"/>
                  </a:moveTo>
                  <a:lnTo>
                    <a:pt x="2753652" y="265760"/>
                  </a:lnTo>
                  <a:lnTo>
                    <a:pt x="2750807" y="265760"/>
                  </a:lnTo>
                  <a:lnTo>
                    <a:pt x="2600236" y="545020"/>
                  </a:lnTo>
                  <a:lnTo>
                    <a:pt x="2779915" y="545020"/>
                  </a:lnTo>
                  <a:close/>
                </a:path>
                <a:path w="3693160" h="942975">
                  <a:moveTo>
                    <a:pt x="3692995" y="0"/>
                  </a:moveTo>
                  <a:lnTo>
                    <a:pt x="3424605" y="0"/>
                  </a:lnTo>
                  <a:lnTo>
                    <a:pt x="3424605" y="134556"/>
                  </a:lnTo>
                  <a:lnTo>
                    <a:pt x="3281794" y="806462"/>
                  </a:lnTo>
                  <a:lnTo>
                    <a:pt x="3095612" y="806462"/>
                  </a:lnTo>
                  <a:lnTo>
                    <a:pt x="3238538" y="134556"/>
                  </a:lnTo>
                  <a:lnTo>
                    <a:pt x="3424605" y="134556"/>
                  </a:lnTo>
                  <a:lnTo>
                    <a:pt x="3424605" y="0"/>
                  </a:lnTo>
                  <a:lnTo>
                    <a:pt x="3024936" y="0"/>
                  </a:lnTo>
                  <a:lnTo>
                    <a:pt x="3024936" y="806462"/>
                  </a:lnTo>
                  <a:lnTo>
                    <a:pt x="2814574" y="806462"/>
                  </a:lnTo>
                  <a:lnTo>
                    <a:pt x="2797822" y="675284"/>
                  </a:lnTo>
                  <a:lnTo>
                    <a:pt x="2525166" y="675284"/>
                  </a:lnTo>
                  <a:lnTo>
                    <a:pt x="2453538" y="806462"/>
                  </a:lnTo>
                  <a:lnTo>
                    <a:pt x="2267369" y="806462"/>
                  </a:lnTo>
                  <a:lnTo>
                    <a:pt x="2675420" y="134556"/>
                  </a:lnTo>
                  <a:lnTo>
                    <a:pt x="2902534" y="134556"/>
                  </a:lnTo>
                  <a:lnTo>
                    <a:pt x="3024936" y="806462"/>
                  </a:lnTo>
                  <a:lnTo>
                    <a:pt x="3024936" y="0"/>
                  </a:lnTo>
                  <a:lnTo>
                    <a:pt x="2341295" y="0"/>
                  </a:lnTo>
                  <a:lnTo>
                    <a:pt x="2341295" y="134556"/>
                  </a:lnTo>
                  <a:lnTo>
                    <a:pt x="2198471" y="806462"/>
                  </a:lnTo>
                  <a:lnTo>
                    <a:pt x="1940674" y="806462"/>
                  </a:lnTo>
                  <a:lnTo>
                    <a:pt x="1822043" y="291833"/>
                  </a:lnTo>
                  <a:lnTo>
                    <a:pt x="1820164" y="291833"/>
                  </a:lnTo>
                  <a:lnTo>
                    <a:pt x="1710842" y="806462"/>
                  </a:lnTo>
                  <a:lnTo>
                    <a:pt x="1543304" y="806462"/>
                  </a:lnTo>
                  <a:lnTo>
                    <a:pt x="1686128" y="134556"/>
                  </a:lnTo>
                  <a:lnTo>
                    <a:pt x="1946744" y="134556"/>
                  </a:lnTo>
                  <a:lnTo>
                    <a:pt x="2065489" y="635266"/>
                  </a:lnTo>
                  <a:lnTo>
                    <a:pt x="2067687" y="633399"/>
                  </a:lnTo>
                  <a:lnTo>
                    <a:pt x="2173757" y="134556"/>
                  </a:lnTo>
                  <a:lnTo>
                    <a:pt x="2341295" y="134556"/>
                  </a:lnTo>
                  <a:lnTo>
                    <a:pt x="2341295" y="0"/>
                  </a:lnTo>
                  <a:lnTo>
                    <a:pt x="1580997" y="0"/>
                  </a:lnTo>
                  <a:lnTo>
                    <a:pt x="1580997" y="134556"/>
                  </a:lnTo>
                  <a:lnTo>
                    <a:pt x="1553146" y="264820"/>
                  </a:lnTo>
                  <a:lnTo>
                    <a:pt x="1227404" y="264820"/>
                  </a:lnTo>
                  <a:lnTo>
                    <a:pt x="1197978" y="403555"/>
                  </a:lnTo>
                  <a:lnTo>
                    <a:pt x="1497660" y="403555"/>
                  </a:lnTo>
                  <a:lnTo>
                    <a:pt x="1470012" y="533819"/>
                  </a:lnTo>
                  <a:lnTo>
                    <a:pt x="1170330" y="533819"/>
                  </a:lnTo>
                  <a:lnTo>
                    <a:pt x="1140079" y="676224"/>
                  </a:lnTo>
                  <a:lnTo>
                    <a:pt x="1465922" y="676224"/>
                  </a:lnTo>
                  <a:lnTo>
                    <a:pt x="1438071" y="806462"/>
                  </a:lnTo>
                  <a:lnTo>
                    <a:pt x="926261" y="806462"/>
                  </a:lnTo>
                  <a:lnTo>
                    <a:pt x="1027150" y="331825"/>
                  </a:lnTo>
                  <a:lnTo>
                    <a:pt x="1069086" y="134556"/>
                  </a:lnTo>
                  <a:lnTo>
                    <a:pt x="1580997" y="134556"/>
                  </a:lnTo>
                  <a:lnTo>
                    <a:pt x="1580997" y="0"/>
                  </a:lnTo>
                  <a:lnTo>
                    <a:pt x="908481" y="0"/>
                  </a:lnTo>
                  <a:lnTo>
                    <a:pt x="908481" y="281914"/>
                  </a:lnTo>
                  <a:lnTo>
                    <a:pt x="899668" y="331825"/>
                  </a:lnTo>
                  <a:lnTo>
                    <a:pt x="713600" y="331825"/>
                  </a:lnTo>
                  <a:lnTo>
                    <a:pt x="716407" y="313486"/>
                  </a:lnTo>
                  <a:lnTo>
                    <a:pt x="715314" y="297522"/>
                  </a:lnTo>
                  <a:lnTo>
                    <a:pt x="690435" y="263029"/>
                  </a:lnTo>
                  <a:lnTo>
                    <a:pt x="634746" y="250888"/>
                  </a:lnTo>
                  <a:lnTo>
                    <a:pt x="603135" y="255765"/>
                  </a:lnTo>
                  <a:lnTo>
                    <a:pt x="574814" y="268998"/>
                  </a:lnTo>
                  <a:lnTo>
                    <a:pt x="553199" y="288531"/>
                  </a:lnTo>
                  <a:lnTo>
                    <a:pt x="541667" y="312254"/>
                  </a:lnTo>
                  <a:lnTo>
                    <a:pt x="545172" y="343458"/>
                  </a:lnTo>
                  <a:lnTo>
                    <a:pt x="566483" y="364985"/>
                  </a:lnTo>
                  <a:lnTo>
                    <a:pt x="598474" y="379704"/>
                  </a:lnTo>
                  <a:lnTo>
                    <a:pt x="634022" y="390474"/>
                  </a:lnTo>
                  <a:lnTo>
                    <a:pt x="710349" y="409155"/>
                  </a:lnTo>
                  <a:lnTo>
                    <a:pt x="749363" y="420395"/>
                  </a:lnTo>
                  <a:lnTo>
                    <a:pt x="786155" y="434962"/>
                  </a:lnTo>
                  <a:lnTo>
                    <a:pt x="844702" y="480275"/>
                  </a:lnTo>
                  <a:lnTo>
                    <a:pt x="862253" y="514121"/>
                  </a:lnTo>
                  <a:lnTo>
                    <a:pt x="869188" y="557479"/>
                  </a:lnTo>
                  <a:lnTo>
                    <a:pt x="863434" y="611924"/>
                  </a:lnTo>
                  <a:lnTo>
                    <a:pt x="848969" y="656336"/>
                  </a:lnTo>
                  <a:lnTo>
                    <a:pt x="826350" y="695312"/>
                  </a:lnTo>
                  <a:lnTo>
                    <a:pt x="796582" y="728903"/>
                  </a:lnTo>
                  <a:lnTo>
                    <a:pt x="760666" y="757161"/>
                  </a:lnTo>
                  <a:lnTo>
                    <a:pt x="719607" y="780161"/>
                  </a:lnTo>
                  <a:lnTo>
                    <a:pt x="674420" y="797941"/>
                  </a:lnTo>
                  <a:lnTo>
                    <a:pt x="626097" y="810577"/>
                  </a:lnTo>
                  <a:lnTo>
                    <a:pt x="575640" y="818121"/>
                  </a:lnTo>
                  <a:lnTo>
                    <a:pt x="524078" y="820610"/>
                  </a:lnTo>
                  <a:lnTo>
                    <a:pt x="473163" y="818794"/>
                  </a:lnTo>
                  <a:lnTo>
                    <a:pt x="425475" y="812838"/>
                  </a:lnTo>
                  <a:lnTo>
                    <a:pt x="382117" y="801992"/>
                  </a:lnTo>
                  <a:lnTo>
                    <a:pt x="344208" y="785520"/>
                  </a:lnTo>
                  <a:lnTo>
                    <a:pt x="312864" y="762660"/>
                  </a:lnTo>
                  <a:lnTo>
                    <a:pt x="289217" y="732675"/>
                  </a:lnTo>
                  <a:lnTo>
                    <a:pt x="274358" y="694804"/>
                  </a:lnTo>
                  <a:lnTo>
                    <a:pt x="269405" y="648309"/>
                  </a:lnTo>
                  <a:lnTo>
                    <a:pt x="275488" y="592455"/>
                  </a:lnTo>
                  <a:lnTo>
                    <a:pt x="461670" y="592455"/>
                  </a:lnTo>
                  <a:lnTo>
                    <a:pt x="460590" y="634403"/>
                  </a:lnTo>
                  <a:lnTo>
                    <a:pt x="477113" y="665022"/>
                  </a:lnTo>
                  <a:lnTo>
                    <a:pt x="508863" y="683780"/>
                  </a:lnTo>
                  <a:lnTo>
                    <a:pt x="553478" y="690143"/>
                  </a:lnTo>
                  <a:lnTo>
                    <a:pt x="587768" y="685965"/>
                  </a:lnTo>
                  <a:lnTo>
                    <a:pt x="622020" y="673404"/>
                  </a:lnTo>
                  <a:lnTo>
                    <a:pt x="649998" y="652462"/>
                  </a:lnTo>
                  <a:lnTo>
                    <a:pt x="665429" y="623125"/>
                  </a:lnTo>
                  <a:lnTo>
                    <a:pt x="665492" y="593737"/>
                  </a:lnTo>
                  <a:lnTo>
                    <a:pt x="664705" y="592455"/>
                  </a:lnTo>
                  <a:lnTo>
                    <a:pt x="652437" y="572452"/>
                  </a:lnTo>
                  <a:lnTo>
                    <a:pt x="628243" y="556996"/>
                  </a:lnTo>
                  <a:lnTo>
                    <a:pt x="594918" y="545071"/>
                  </a:lnTo>
                  <a:lnTo>
                    <a:pt x="508914" y="522744"/>
                  </a:lnTo>
                  <a:lnTo>
                    <a:pt x="460248" y="507771"/>
                  </a:lnTo>
                  <a:lnTo>
                    <a:pt x="410464" y="487222"/>
                  </a:lnTo>
                  <a:lnTo>
                    <a:pt x="371932" y="459282"/>
                  </a:lnTo>
                  <a:lnTo>
                    <a:pt x="348348" y="421398"/>
                  </a:lnTo>
                  <a:lnTo>
                    <a:pt x="339166" y="375475"/>
                  </a:lnTo>
                  <a:lnTo>
                    <a:pt x="343865" y="323443"/>
                  </a:lnTo>
                  <a:lnTo>
                    <a:pt x="361454" y="274574"/>
                  </a:lnTo>
                  <a:lnTo>
                    <a:pt x="386054" y="233654"/>
                  </a:lnTo>
                  <a:lnTo>
                    <a:pt x="416737" y="200101"/>
                  </a:lnTo>
                  <a:lnTo>
                    <a:pt x="452526" y="173329"/>
                  </a:lnTo>
                  <a:lnTo>
                    <a:pt x="492467" y="152742"/>
                  </a:lnTo>
                  <a:lnTo>
                    <a:pt x="535597" y="137756"/>
                  </a:lnTo>
                  <a:lnTo>
                    <a:pt x="580986" y="127787"/>
                  </a:lnTo>
                  <a:lnTo>
                    <a:pt x="627646" y="122237"/>
                  </a:lnTo>
                  <a:lnTo>
                    <a:pt x="674649" y="120523"/>
                  </a:lnTo>
                  <a:lnTo>
                    <a:pt x="720369" y="122428"/>
                  </a:lnTo>
                  <a:lnTo>
                    <a:pt x="764184" y="128524"/>
                  </a:lnTo>
                  <a:lnTo>
                    <a:pt x="804697" y="139306"/>
                  </a:lnTo>
                  <a:lnTo>
                    <a:pt x="840486" y="155308"/>
                  </a:lnTo>
                  <a:lnTo>
                    <a:pt x="892327" y="205041"/>
                  </a:lnTo>
                  <a:lnTo>
                    <a:pt x="908481" y="281914"/>
                  </a:lnTo>
                  <a:lnTo>
                    <a:pt x="908481" y="0"/>
                  </a:lnTo>
                  <a:lnTo>
                    <a:pt x="0" y="0"/>
                  </a:lnTo>
                  <a:lnTo>
                    <a:pt x="0" y="137388"/>
                  </a:lnTo>
                  <a:lnTo>
                    <a:pt x="198323" y="137388"/>
                  </a:lnTo>
                  <a:lnTo>
                    <a:pt x="198323" y="162204"/>
                  </a:lnTo>
                  <a:lnTo>
                    <a:pt x="0" y="162204"/>
                  </a:lnTo>
                  <a:lnTo>
                    <a:pt x="0" y="295605"/>
                  </a:lnTo>
                  <a:lnTo>
                    <a:pt x="198323" y="295605"/>
                  </a:lnTo>
                  <a:lnTo>
                    <a:pt x="198323" y="320408"/>
                  </a:lnTo>
                  <a:lnTo>
                    <a:pt x="0" y="320408"/>
                  </a:lnTo>
                  <a:lnTo>
                    <a:pt x="0" y="458101"/>
                  </a:lnTo>
                  <a:lnTo>
                    <a:pt x="198323" y="458101"/>
                  </a:lnTo>
                  <a:lnTo>
                    <a:pt x="198323" y="482930"/>
                  </a:lnTo>
                  <a:lnTo>
                    <a:pt x="0" y="482930"/>
                  </a:lnTo>
                  <a:lnTo>
                    <a:pt x="0" y="622820"/>
                  </a:lnTo>
                  <a:lnTo>
                    <a:pt x="198323" y="622820"/>
                  </a:lnTo>
                  <a:lnTo>
                    <a:pt x="198323" y="647623"/>
                  </a:lnTo>
                  <a:lnTo>
                    <a:pt x="0" y="647623"/>
                  </a:lnTo>
                  <a:lnTo>
                    <a:pt x="0" y="781545"/>
                  </a:lnTo>
                  <a:lnTo>
                    <a:pt x="198323" y="781545"/>
                  </a:lnTo>
                  <a:lnTo>
                    <a:pt x="198323" y="806361"/>
                  </a:lnTo>
                  <a:lnTo>
                    <a:pt x="0" y="806361"/>
                  </a:lnTo>
                  <a:lnTo>
                    <a:pt x="0" y="942378"/>
                  </a:lnTo>
                  <a:lnTo>
                    <a:pt x="3692995" y="942378"/>
                  </a:lnTo>
                  <a:lnTo>
                    <a:pt x="3692995" y="820610"/>
                  </a:lnTo>
                  <a:lnTo>
                    <a:pt x="3692995" y="806462"/>
                  </a:lnTo>
                  <a:lnTo>
                    <a:pt x="3494557" y="806361"/>
                  </a:lnTo>
                  <a:lnTo>
                    <a:pt x="3494557" y="781545"/>
                  </a:lnTo>
                  <a:lnTo>
                    <a:pt x="3692995" y="781545"/>
                  </a:lnTo>
                  <a:lnTo>
                    <a:pt x="3692995" y="647623"/>
                  </a:lnTo>
                  <a:lnTo>
                    <a:pt x="3494557" y="647623"/>
                  </a:lnTo>
                  <a:lnTo>
                    <a:pt x="3494557" y="622820"/>
                  </a:lnTo>
                  <a:lnTo>
                    <a:pt x="3692995" y="622820"/>
                  </a:lnTo>
                  <a:lnTo>
                    <a:pt x="3692995" y="482930"/>
                  </a:lnTo>
                  <a:lnTo>
                    <a:pt x="3494557" y="482930"/>
                  </a:lnTo>
                  <a:lnTo>
                    <a:pt x="3494557" y="458101"/>
                  </a:lnTo>
                  <a:lnTo>
                    <a:pt x="3692995" y="458101"/>
                  </a:lnTo>
                  <a:lnTo>
                    <a:pt x="3692995" y="320408"/>
                  </a:lnTo>
                  <a:lnTo>
                    <a:pt x="3494557" y="320408"/>
                  </a:lnTo>
                  <a:lnTo>
                    <a:pt x="3494557" y="295605"/>
                  </a:lnTo>
                  <a:lnTo>
                    <a:pt x="3692995" y="295605"/>
                  </a:lnTo>
                  <a:lnTo>
                    <a:pt x="3692995" y="162204"/>
                  </a:lnTo>
                  <a:lnTo>
                    <a:pt x="3494557" y="162204"/>
                  </a:lnTo>
                  <a:lnTo>
                    <a:pt x="3494557" y="137388"/>
                  </a:lnTo>
                  <a:lnTo>
                    <a:pt x="3692995" y="137388"/>
                  </a:lnTo>
                  <a:lnTo>
                    <a:pt x="3692995" y="134556"/>
                  </a:lnTo>
                  <a:lnTo>
                    <a:pt x="3692995" y="120523"/>
                  </a:lnTo>
                  <a:lnTo>
                    <a:pt x="36929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1086438" y="5774443"/>
            <a:ext cx="7865109" cy="279884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pt-BR" sz="3600" b="1" spc="15" dirty="0">
                <a:solidFill>
                  <a:srgbClr val="C1272C"/>
                </a:solidFill>
                <a:latin typeface="Montserrat ExtraBold"/>
                <a:cs typeface="Montserrat ExtraBold"/>
              </a:rPr>
              <a:t>Elementos de uma rede</a:t>
            </a:r>
            <a:r>
              <a:rPr lang="pt-BR" sz="3600" b="1" spc="-5" dirty="0">
                <a:solidFill>
                  <a:srgbClr val="C1272C"/>
                </a:solidFill>
                <a:latin typeface="Montserrat ExtraBold"/>
                <a:cs typeface="Montserrat ExtraBold"/>
              </a:rPr>
              <a:t> 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Você já sabe como as redes de computadores foram criadas, porém, para entender melhor como ocorre a comunicação nessas redes é preciso conhecer os requisitos necessários para que ocorra a transmissão de informações entre origem e destino, que são: 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2145691" y="1020182"/>
            <a:ext cx="15812717" cy="959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2865" marR="5080">
              <a:lnSpc>
                <a:spcPct val="107000"/>
              </a:lnSpc>
              <a:spcBef>
                <a:spcPts val="100"/>
              </a:spcBef>
            </a:pPr>
            <a:r>
              <a:rPr lang="pt-BR" b="1" spc="-15" dirty="0">
                <a:latin typeface="Montserrat ExtraBold"/>
                <a:cs typeface="Montserrat ExtraBold"/>
              </a:rPr>
              <a:t>Redes</a:t>
            </a:r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772" y="0"/>
            <a:ext cx="7329619" cy="57589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6387239" y="0"/>
            <a:ext cx="13455650" cy="575945"/>
            <a:chOff x="6387239" y="0"/>
            <a:chExt cx="13455650" cy="5759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12707" y="0"/>
              <a:ext cx="7329619" cy="57589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87239" y="0"/>
              <a:ext cx="7329619" cy="575898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object 31"/>
          <p:cNvGrpSpPr/>
          <p:nvPr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0052050" cy="1130855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047076" y="9319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60" h="942975">
                  <a:moveTo>
                    <a:pt x="2779915" y="545020"/>
                  </a:moveTo>
                  <a:lnTo>
                    <a:pt x="2753652" y="265760"/>
                  </a:lnTo>
                  <a:lnTo>
                    <a:pt x="2750807" y="265760"/>
                  </a:lnTo>
                  <a:lnTo>
                    <a:pt x="2600236" y="545020"/>
                  </a:lnTo>
                  <a:lnTo>
                    <a:pt x="2779915" y="545020"/>
                  </a:lnTo>
                  <a:close/>
                </a:path>
                <a:path w="3693160" h="942975">
                  <a:moveTo>
                    <a:pt x="3692995" y="0"/>
                  </a:moveTo>
                  <a:lnTo>
                    <a:pt x="3424605" y="0"/>
                  </a:lnTo>
                  <a:lnTo>
                    <a:pt x="3424605" y="134556"/>
                  </a:lnTo>
                  <a:lnTo>
                    <a:pt x="3281794" y="806462"/>
                  </a:lnTo>
                  <a:lnTo>
                    <a:pt x="3095612" y="806462"/>
                  </a:lnTo>
                  <a:lnTo>
                    <a:pt x="3238538" y="134556"/>
                  </a:lnTo>
                  <a:lnTo>
                    <a:pt x="3424605" y="134556"/>
                  </a:lnTo>
                  <a:lnTo>
                    <a:pt x="3424605" y="0"/>
                  </a:lnTo>
                  <a:lnTo>
                    <a:pt x="3024936" y="0"/>
                  </a:lnTo>
                  <a:lnTo>
                    <a:pt x="3024936" y="806462"/>
                  </a:lnTo>
                  <a:lnTo>
                    <a:pt x="2814574" y="806462"/>
                  </a:lnTo>
                  <a:lnTo>
                    <a:pt x="2797822" y="675284"/>
                  </a:lnTo>
                  <a:lnTo>
                    <a:pt x="2525166" y="675284"/>
                  </a:lnTo>
                  <a:lnTo>
                    <a:pt x="2453538" y="806462"/>
                  </a:lnTo>
                  <a:lnTo>
                    <a:pt x="2267369" y="806462"/>
                  </a:lnTo>
                  <a:lnTo>
                    <a:pt x="2675420" y="134556"/>
                  </a:lnTo>
                  <a:lnTo>
                    <a:pt x="2902534" y="134556"/>
                  </a:lnTo>
                  <a:lnTo>
                    <a:pt x="3024936" y="806462"/>
                  </a:lnTo>
                  <a:lnTo>
                    <a:pt x="3024936" y="0"/>
                  </a:lnTo>
                  <a:lnTo>
                    <a:pt x="2341295" y="0"/>
                  </a:lnTo>
                  <a:lnTo>
                    <a:pt x="2341295" y="134556"/>
                  </a:lnTo>
                  <a:lnTo>
                    <a:pt x="2198471" y="806462"/>
                  </a:lnTo>
                  <a:lnTo>
                    <a:pt x="1940674" y="806462"/>
                  </a:lnTo>
                  <a:lnTo>
                    <a:pt x="1822043" y="291833"/>
                  </a:lnTo>
                  <a:lnTo>
                    <a:pt x="1820164" y="291833"/>
                  </a:lnTo>
                  <a:lnTo>
                    <a:pt x="1710842" y="806462"/>
                  </a:lnTo>
                  <a:lnTo>
                    <a:pt x="1543304" y="806462"/>
                  </a:lnTo>
                  <a:lnTo>
                    <a:pt x="1686128" y="134556"/>
                  </a:lnTo>
                  <a:lnTo>
                    <a:pt x="1946744" y="134556"/>
                  </a:lnTo>
                  <a:lnTo>
                    <a:pt x="2065489" y="635266"/>
                  </a:lnTo>
                  <a:lnTo>
                    <a:pt x="2067687" y="633399"/>
                  </a:lnTo>
                  <a:lnTo>
                    <a:pt x="2173757" y="134556"/>
                  </a:lnTo>
                  <a:lnTo>
                    <a:pt x="2341295" y="134556"/>
                  </a:lnTo>
                  <a:lnTo>
                    <a:pt x="2341295" y="0"/>
                  </a:lnTo>
                  <a:lnTo>
                    <a:pt x="1580997" y="0"/>
                  </a:lnTo>
                  <a:lnTo>
                    <a:pt x="1580997" y="134556"/>
                  </a:lnTo>
                  <a:lnTo>
                    <a:pt x="1553146" y="264820"/>
                  </a:lnTo>
                  <a:lnTo>
                    <a:pt x="1227404" y="264820"/>
                  </a:lnTo>
                  <a:lnTo>
                    <a:pt x="1197978" y="403555"/>
                  </a:lnTo>
                  <a:lnTo>
                    <a:pt x="1497660" y="403555"/>
                  </a:lnTo>
                  <a:lnTo>
                    <a:pt x="1470012" y="533819"/>
                  </a:lnTo>
                  <a:lnTo>
                    <a:pt x="1170330" y="533819"/>
                  </a:lnTo>
                  <a:lnTo>
                    <a:pt x="1140079" y="676224"/>
                  </a:lnTo>
                  <a:lnTo>
                    <a:pt x="1465922" y="676224"/>
                  </a:lnTo>
                  <a:lnTo>
                    <a:pt x="1438071" y="806462"/>
                  </a:lnTo>
                  <a:lnTo>
                    <a:pt x="926261" y="806462"/>
                  </a:lnTo>
                  <a:lnTo>
                    <a:pt x="1027150" y="331825"/>
                  </a:lnTo>
                  <a:lnTo>
                    <a:pt x="1069086" y="134556"/>
                  </a:lnTo>
                  <a:lnTo>
                    <a:pt x="1580997" y="134556"/>
                  </a:lnTo>
                  <a:lnTo>
                    <a:pt x="1580997" y="0"/>
                  </a:lnTo>
                  <a:lnTo>
                    <a:pt x="908481" y="0"/>
                  </a:lnTo>
                  <a:lnTo>
                    <a:pt x="908481" y="281914"/>
                  </a:lnTo>
                  <a:lnTo>
                    <a:pt x="899668" y="331825"/>
                  </a:lnTo>
                  <a:lnTo>
                    <a:pt x="713600" y="331825"/>
                  </a:lnTo>
                  <a:lnTo>
                    <a:pt x="716407" y="313486"/>
                  </a:lnTo>
                  <a:lnTo>
                    <a:pt x="715314" y="297522"/>
                  </a:lnTo>
                  <a:lnTo>
                    <a:pt x="690435" y="263029"/>
                  </a:lnTo>
                  <a:lnTo>
                    <a:pt x="634746" y="250888"/>
                  </a:lnTo>
                  <a:lnTo>
                    <a:pt x="603135" y="255765"/>
                  </a:lnTo>
                  <a:lnTo>
                    <a:pt x="574814" y="268998"/>
                  </a:lnTo>
                  <a:lnTo>
                    <a:pt x="553186" y="288531"/>
                  </a:lnTo>
                  <a:lnTo>
                    <a:pt x="541667" y="312254"/>
                  </a:lnTo>
                  <a:lnTo>
                    <a:pt x="545172" y="343458"/>
                  </a:lnTo>
                  <a:lnTo>
                    <a:pt x="566483" y="364985"/>
                  </a:lnTo>
                  <a:lnTo>
                    <a:pt x="598474" y="379704"/>
                  </a:lnTo>
                  <a:lnTo>
                    <a:pt x="634022" y="390474"/>
                  </a:lnTo>
                  <a:lnTo>
                    <a:pt x="710349" y="409155"/>
                  </a:lnTo>
                  <a:lnTo>
                    <a:pt x="749363" y="420395"/>
                  </a:lnTo>
                  <a:lnTo>
                    <a:pt x="786155" y="434962"/>
                  </a:lnTo>
                  <a:lnTo>
                    <a:pt x="844702" y="480275"/>
                  </a:lnTo>
                  <a:lnTo>
                    <a:pt x="862253" y="514121"/>
                  </a:lnTo>
                  <a:lnTo>
                    <a:pt x="869188" y="557479"/>
                  </a:lnTo>
                  <a:lnTo>
                    <a:pt x="863434" y="611924"/>
                  </a:lnTo>
                  <a:lnTo>
                    <a:pt x="848969" y="656336"/>
                  </a:lnTo>
                  <a:lnTo>
                    <a:pt x="826350" y="695312"/>
                  </a:lnTo>
                  <a:lnTo>
                    <a:pt x="796582" y="728903"/>
                  </a:lnTo>
                  <a:lnTo>
                    <a:pt x="760666" y="757161"/>
                  </a:lnTo>
                  <a:lnTo>
                    <a:pt x="719607" y="780161"/>
                  </a:lnTo>
                  <a:lnTo>
                    <a:pt x="674420" y="797941"/>
                  </a:lnTo>
                  <a:lnTo>
                    <a:pt x="626097" y="810577"/>
                  </a:lnTo>
                  <a:lnTo>
                    <a:pt x="575640" y="818121"/>
                  </a:lnTo>
                  <a:lnTo>
                    <a:pt x="524078" y="820610"/>
                  </a:lnTo>
                  <a:lnTo>
                    <a:pt x="473163" y="818794"/>
                  </a:lnTo>
                  <a:lnTo>
                    <a:pt x="425475" y="812838"/>
                  </a:lnTo>
                  <a:lnTo>
                    <a:pt x="382117" y="801992"/>
                  </a:lnTo>
                  <a:lnTo>
                    <a:pt x="344208" y="785520"/>
                  </a:lnTo>
                  <a:lnTo>
                    <a:pt x="312877" y="762660"/>
                  </a:lnTo>
                  <a:lnTo>
                    <a:pt x="289217" y="732675"/>
                  </a:lnTo>
                  <a:lnTo>
                    <a:pt x="274358" y="694804"/>
                  </a:lnTo>
                  <a:lnTo>
                    <a:pt x="269405" y="648309"/>
                  </a:lnTo>
                  <a:lnTo>
                    <a:pt x="275488" y="592455"/>
                  </a:lnTo>
                  <a:lnTo>
                    <a:pt x="461670" y="592455"/>
                  </a:lnTo>
                  <a:lnTo>
                    <a:pt x="460578" y="634403"/>
                  </a:lnTo>
                  <a:lnTo>
                    <a:pt x="477113" y="665022"/>
                  </a:lnTo>
                  <a:lnTo>
                    <a:pt x="508876" y="683780"/>
                  </a:lnTo>
                  <a:lnTo>
                    <a:pt x="553491" y="690143"/>
                  </a:lnTo>
                  <a:lnTo>
                    <a:pt x="587768" y="685965"/>
                  </a:lnTo>
                  <a:lnTo>
                    <a:pt x="622033" y="673404"/>
                  </a:lnTo>
                  <a:lnTo>
                    <a:pt x="649998" y="652462"/>
                  </a:lnTo>
                  <a:lnTo>
                    <a:pt x="665429" y="623125"/>
                  </a:lnTo>
                  <a:lnTo>
                    <a:pt x="665492" y="593737"/>
                  </a:lnTo>
                  <a:lnTo>
                    <a:pt x="664705" y="592455"/>
                  </a:lnTo>
                  <a:lnTo>
                    <a:pt x="652437" y="572452"/>
                  </a:lnTo>
                  <a:lnTo>
                    <a:pt x="628243" y="556996"/>
                  </a:lnTo>
                  <a:lnTo>
                    <a:pt x="594918" y="545071"/>
                  </a:lnTo>
                  <a:lnTo>
                    <a:pt x="508914" y="522744"/>
                  </a:lnTo>
                  <a:lnTo>
                    <a:pt x="460248" y="507771"/>
                  </a:lnTo>
                  <a:lnTo>
                    <a:pt x="410464" y="487222"/>
                  </a:lnTo>
                  <a:lnTo>
                    <a:pt x="371932" y="459282"/>
                  </a:lnTo>
                  <a:lnTo>
                    <a:pt x="348348" y="421398"/>
                  </a:lnTo>
                  <a:lnTo>
                    <a:pt x="339166" y="375475"/>
                  </a:lnTo>
                  <a:lnTo>
                    <a:pt x="343865" y="323443"/>
                  </a:lnTo>
                  <a:lnTo>
                    <a:pt x="361454" y="274574"/>
                  </a:lnTo>
                  <a:lnTo>
                    <a:pt x="386054" y="233654"/>
                  </a:lnTo>
                  <a:lnTo>
                    <a:pt x="416737" y="200101"/>
                  </a:lnTo>
                  <a:lnTo>
                    <a:pt x="452526" y="173329"/>
                  </a:lnTo>
                  <a:lnTo>
                    <a:pt x="492467" y="152742"/>
                  </a:lnTo>
                  <a:lnTo>
                    <a:pt x="535597" y="137756"/>
                  </a:lnTo>
                  <a:lnTo>
                    <a:pt x="580986" y="127787"/>
                  </a:lnTo>
                  <a:lnTo>
                    <a:pt x="627646" y="122237"/>
                  </a:lnTo>
                  <a:lnTo>
                    <a:pt x="674649" y="120523"/>
                  </a:lnTo>
                  <a:lnTo>
                    <a:pt x="720369" y="122428"/>
                  </a:lnTo>
                  <a:lnTo>
                    <a:pt x="764184" y="128524"/>
                  </a:lnTo>
                  <a:lnTo>
                    <a:pt x="804697" y="139306"/>
                  </a:lnTo>
                  <a:lnTo>
                    <a:pt x="840486" y="155308"/>
                  </a:lnTo>
                  <a:lnTo>
                    <a:pt x="892327" y="205041"/>
                  </a:lnTo>
                  <a:lnTo>
                    <a:pt x="908481" y="281914"/>
                  </a:lnTo>
                  <a:lnTo>
                    <a:pt x="908481" y="0"/>
                  </a:lnTo>
                  <a:lnTo>
                    <a:pt x="0" y="0"/>
                  </a:lnTo>
                  <a:lnTo>
                    <a:pt x="0" y="137388"/>
                  </a:lnTo>
                  <a:lnTo>
                    <a:pt x="198323" y="137388"/>
                  </a:lnTo>
                  <a:lnTo>
                    <a:pt x="198323" y="162204"/>
                  </a:lnTo>
                  <a:lnTo>
                    <a:pt x="0" y="162204"/>
                  </a:lnTo>
                  <a:lnTo>
                    <a:pt x="0" y="295605"/>
                  </a:lnTo>
                  <a:lnTo>
                    <a:pt x="198323" y="295605"/>
                  </a:lnTo>
                  <a:lnTo>
                    <a:pt x="198323" y="320408"/>
                  </a:lnTo>
                  <a:lnTo>
                    <a:pt x="0" y="320408"/>
                  </a:lnTo>
                  <a:lnTo>
                    <a:pt x="0" y="458101"/>
                  </a:lnTo>
                  <a:lnTo>
                    <a:pt x="198323" y="458101"/>
                  </a:lnTo>
                  <a:lnTo>
                    <a:pt x="198323" y="482930"/>
                  </a:lnTo>
                  <a:lnTo>
                    <a:pt x="0" y="482930"/>
                  </a:lnTo>
                  <a:lnTo>
                    <a:pt x="0" y="622820"/>
                  </a:lnTo>
                  <a:lnTo>
                    <a:pt x="198323" y="622820"/>
                  </a:lnTo>
                  <a:lnTo>
                    <a:pt x="198323" y="647623"/>
                  </a:lnTo>
                  <a:lnTo>
                    <a:pt x="0" y="647623"/>
                  </a:lnTo>
                  <a:lnTo>
                    <a:pt x="0" y="781545"/>
                  </a:lnTo>
                  <a:lnTo>
                    <a:pt x="198323" y="781545"/>
                  </a:lnTo>
                  <a:lnTo>
                    <a:pt x="198323" y="806361"/>
                  </a:lnTo>
                  <a:lnTo>
                    <a:pt x="0" y="806361"/>
                  </a:lnTo>
                  <a:lnTo>
                    <a:pt x="0" y="942378"/>
                  </a:lnTo>
                  <a:lnTo>
                    <a:pt x="3692995" y="942378"/>
                  </a:lnTo>
                  <a:lnTo>
                    <a:pt x="3692995" y="820610"/>
                  </a:lnTo>
                  <a:lnTo>
                    <a:pt x="3692995" y="806462"/>
                  </a:lnTo>
                  <a:lnTo>
                    <a:pt x="3494557" y="806361"/>
                  </a:lnTo>
                  <a:lnTo>
                    <a:pt x="3494557" y="781545"/>
                  </a:lnTo>
                  <a:lnTo>
                    <a:pt x="3692995" y="781545"/>
                  </a:lnTo>
                  <a:lnTo>
                    <a:pt x="3692995" y="647623"/>
                  </a:lnTo>
                  <a:lnTo>
                    <a:pt x="3494557" y="647623"/>
                  </a:lnTo>
                  <a:lnTo>
                    <a:pt x="3494557" y="622820"/>
                  </a:lnTo>
                  <a:lnTo>
                    <a:pt x="3692995" y="622820"/>
                  </a:lnTo>
                  <a:lnTo>
                    <a:pt x="3692995" y="482930"/>
                  </a:lnTo>
                  <a:lnTo>
                    <a:pt x="3494557" y="482930"/>
                  </a:lnTo>
                  <a:lnTo>
                    <a:pt x="3494557" y="458101"/>
                  </a:lnTo>
                  <a:lnTo>
                    <a:pt x="3692995" y="458101"/>
                  </a:lnTo>
                  <a:lnTo>
                    <a:pt x="3692995" y="320408"/>
                  </a:lnTo>
                  <a:lnTo>
                    <a:pt x="3494557" y="320408"/>
                  </a:lnTo>
                  <a:lnTo>
                    <a:pt x="3494557" y="295605"/>
                  </a:lnTo>
                  <a:lnTo>
                    <a:pt x="3692995" y="295605"/>
                  </a:lnTo>
                  <a:lnTo>
                    <a:pt x="3692995" y="162204"/>
                  </a:lnTo>
                  <a:lnTo>
                    <a:pt x="3494557" y="162204"/>
                  </a:lnTo>
                  <a:lnTo>
                    <a:pt x="3494557" y="137388"/>
                  </a:lnTo>
                  <a:lnTo>
                    <a:pt x="3692995" y="137388"/>
                  </a:lnTo>
                  <a:lnTo>
                    <a:pt x="3692995" y="134556"/>
                  </a:lnTo>
                  <a:lnTo>
                    <a:pt x="3692995" y="120523"/>
                  </a:lnTo>
                  <a:lnTo>
                    <a:pt x="36929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004961" y="4877009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1086438" y="5774443"/>
            <a:ext cx="7865109" cy="35282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pt-BR" sz="3600" b="1" spc="15" dirty="0">
                <a:solidFill>
                  <a:srgbClr val="C1272C"/>
                </a:solidFill>
                <a:latin typeface="Montserrat ExtraBold"/>
                <a:cs typeface="Montserrat ExtraBold"/>
              </a:rPr>
              <a:t>ELEMENTOS</a:t>
            </a:r>
            <a:endParaRPr sz="3600" dirty="0">
              <a:latin typeface="Montserrat ExtraBold"/>
              <a:cs typeface="Montserrat ExtraBold"/>
            </a:endParaRPr>
          </a:p>
          <a:p>
            <a:pPr marL="12700" marR="5080">
              <a:lnSpc>
                <a:spcPts val="2870"/>
              </a:lnSpc>
              <a:spcBef>
                <a:spcPts val="2880"/>
              </a:spcBef>
            </a:pPr>
            <a:r>
              <a:rPr lang="pt-BR" sz="2400" spc="-20" dirty="0">
                <a:solidFill>
                  <a:srgbClr val="FFFFFF"/>
                </a:solidFill>
                <a:latin typeface="Montserrat"/>
                <a:cs typeface="Montserrat"/>
              </a:rPr>
              <a:t>a) regras; </a:t>
            </a:r>
          </a:p>
          <a:p>
            <a:pPr marL="12700" marR="5080">
              <a:lnSpc>
                <a:spcPts val="2870"/>
              </a:lnSpc>
              <a:spcBef>
                <a:spcPts val="2880"/>
              </a:spcBef>
            </a:pPr>
            <a:r>
              <a:rPr lang="pt-BR" sz="2400" spc="-20" dirty="0">
                <a:solidFill>
                  <a:srgbClr val="FFFFFF"/>
                </a:solidFill>
                <a:latin typeface="Montserrat"/>
                <a:cs typeface="Montserrat"/>
              </a:rPr>
              <a:t>b) dispositivos; </a:t>
            </a:r>
          </a:p>
          <a:p>
            <a:pPr marL="12700" marR="5080">
              <a:lnSpc>
                <a:spcPts val="2870"/>
              </a:lnSpc>
              <a:spcBef>
                <a:spcPts val="2880"/>
              </a:spcBef>
            </a:pPr>
            <a:r>
              <a:rPr lang="pt-BR" sz="2400" spc="-20" dirty="0">
                <a:solidFill>
                  <a:srgbClr val="FFFFFF"/>
                </a:solidFill>
                <a:latin typeface="Montserrat"/>
                <a:cs typeface="Montserrat"/>
              </a:rPr>
              <a:t>c) meio físico; </a:t>
            </a:r>
          </a:p>
          <a:p>
            <a:pPr marL="12700" marR="5080">
              <a:lnSpc>
                <a:spcPts val="2870"/>
              </a:lnSpc>
              <a:spcBef>
                <a:spcPts val="2880"/>
              </a:spcBef>
            </a:pPr>
            <a:r>
              <a:rPr lang="pt-BR" sz="2400" spc="-20" dirty="0">
                <a:solidFill>
                  <a:srgbClr val="FFFFFF"/>
                </a:solidFill>
                <a:latin typeface="Montserrat"/>
                <a:cs typeface="Montserrat"/>
              </a:rPr>
              <a:t>d) mensagem. 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2145691" y="1020182"/>
            <a:ext cx="15812717" cy="959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2865" marR="5080">
              <a:lnSpc>
                <a:spcPct val="107000"/>
              </a:lnSpc>
              <a:spcBef>
                <a:spcPts val="100"/>
              </a:spcBef>
            </a:pPr>
            <a:r>
              <a:rPr lang="pt-BR" b="1" spc="-15" dirty="0">
                <a:solidFill>
                  <a:srgbClr val="FFFFFF"/>
                </a:solidFill>
                <a:latin typeface="Montserrat ExtraBold"/>
                <a:cs typeface="Montserrat ExtraBold"/>
              </a:rPr>
              <a:t>Redes</a:t>
            </a:r>
            <a:endParaRPr spc="-25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D9E66-73EB-D1A4-2363-1D80E8B4C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EF8D1B98-B6AF-FCEB-10B1-FA3554D71A4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35259" y="0"/>
            <a:ext cx="8408120" cy="493627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BB965832-3DF3-A3EE-97B6-9AE36EC41CE5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B9D4792-0A3D-065B-F225-277EB8A6F9DD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79E12B2-3C83-FD99-9CBA-553B420B6A2C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953BBB6-EAA4-0418-0ACE-271AC430587D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C2ADA44-89C1-9E07-6AB7-7B3830501AAE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8D305F46-AEE8-3190-E4D8-96AE53F07DDD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CFF205B6-68EC-60E0-D4B9-0468C58FDAA6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3FB31195-7E7F-09A8-4635-E1E44A49CE04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219099B6-B9CE-6E76-CE74-DAD8BAF8F93B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FCCE1585-6C4E-41E9-45FA-8D9F3D71E09C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A4F548BF-DE55-1E70-DCC6-E2CFA2C35FA5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9E1669D4-D89D-2DB8-FF24-6AD6464CAF4E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A831385F-EE7D-A280-45B7-6DA156BEA7D1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D2D879AA-1ED3-656A-708D-F76BE4A58118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F88F1B2C-5EF0-4367-9F8B-62D1B51F758A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74BC4ACE-8C97-E861-BF68-9B32E6AA0E6F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45B55132-0A2E-8F0D-2F4C-6ACFF928F1A7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9824ABB5-F258-0FDD-E954-5CF816C27396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B5F21A39-E859-6856-5720-D4BA53C9F804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B936F08F-0936-5E9D-AAD5-687733270F09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E76A1286-47E6-D8A0-1922-26C169DEFB01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564C510E-1BE7-EE58-3CAC-65691F13DF6A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C4775E07-7DA3-2B9F-5D97-C90681AF04FC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F91D4920-8E33-AD97-6618-30E5D99B1035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2EDDD686-A33E-978F-EE50-F773DCE7F4AC}"/>
              </a:ext>
            </a:extLst>
          </p:cNvPr>
          <p:cNvSpPr txBox="1"/>
          <p:nvPr/>
        </p:nvSpPr>
        <p:spPr>
          <a:xfrm>
            <a:off x="836933" y="2086534"/>
            <a:ext cx="17914592" cy="801822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lvl="1" algn="just"/>
            <a:r>
              <a:rPr lang="pt-BR" sz="4000" dirty="0"/>
              <a:t>As regras são os protocolos de comunicações necessários para organizar a comunicação propriamente dita. Imagine uma situação onde uma pessoa que só fala o idioma português se apresenta para uma pessoa que só fala o idioma alemão. Provavelmente eles não vão conseguir se comunicar por utilizarem idiomas diferentes, ou seja, protocolos diferentes. </a:t>
            </a:r>
          </a:p>
          <a:p>
            <a:pPr lvl="2" algn="just"/>
            <a:r>
              <a:rPr lang="pt-BR" sz="4000" dirty="0"/>
              <a:t>São exemplos de protocolos: TCP, IP, IPX, SPX, UDP, SCP. </a:t>
            </a:r>
          </a:p>
          <a:p>
            <a:pPr lvl="2" algn="just"/>
            <a:r>
              <a:rPr lang="pt-BR" sz="4000" dirty="0"/>
              <a:t>Segundo a Cisco Networking </a:t>
            </a:r>
            <a:r>
              <a:rPr lang="pt-BR" sz="4000" dirty="0" err="1"/>
              <a:t>Academy</a:t>
            </a:r>
            <a:r>
              <a:rPr lang="pt-BR" sz="4000" dirty="0"/>
              <a:t> (2011), os protocolos fornecem: </a:t>
            </a:r>
          </a:p>
          <a:p>
            <a:pPr lvl="2" algn="just"/>
            <a:r>
              <a:rPr lang="pt-BR" sz="4000" dirty="0">
                <a:solidFill>
                  <a:srgbClr val="FF0000"/>
                </a:solidFill>
              </a:rPr>
              <a:t>a) o formato ou estrutura da mensagem; </a:t>
            </a:r>
          </a:p>
          <a:p>
            <a:pPr lvl="2" algn="just"/>
            <a:r>
              <a:rPr lang="pt-BR" sz="4000" dirty="0">
                <a:solidFill>
                  <a:srgbClr val="FF0000"/>
                </a:solidFill>
              </a:rPr>
              <a:t>b) o método pelo qual os dispositivos de rede compartilham informações sobre rotas com outras redes; </a:t>
            </a:r>
          </a:p>
          <a:p>
            <a:pPr lvl="2" algn="just"/>
            <a:r>
              <a:rPr lang="pt-BR" sz="4000" dirty="0">
                <a:solidFill>
                  <a:srgbClr val="FF0000"/>
                </a:solidFill>
              </a:rPr>
              <a:t>c) como e quando mensagens de erro e de sistema são passadas entre dispositivos; </a:t>
            </a:r>
          </a:p>
          <a:p>
            <a:pPr lvl="2" algn="just"/>
            <a:r>
              <a:rPr lang="pt-BR" sz="4000" dirty="0">
                <a:solidFill>
                  <a:srgbClr val="FF0000"/>
                </a:solidFill>
              </a:rPr>
              <a:t>d) a configuração e término das sessões de transferência de dados.</a:t>
            </a:r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5F0C86DF-ED92-6A83-A033-A5184A7EEE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79003" y="681051"/>
            <a:ext cx="12478359" cy="959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2865" marR="5080">
              <a:lnSpc>
                <a:spcPct val="107000"/>
              </a:lnSpc>
              <a:spcBef>
                <a:spcPts val="100"/>
              </a:spcBef>
            </a:pPr>
            <a:r>
              <a:rPr lang="pt-BR" b="1" spc="-15" dirty="0">
                <a:latin typeface="Montserrat ExtraBold"/>
                <a:cs typeface="Montserrat ExtraBold"/>
              </a:rPr>
              <a:t>Regras</a:t>
            </a:r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573990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E0DED-4D52-9C75-0D71-036D74595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9BB6EDC9-FAEB-6739-C350-A6FBCB3C7C5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35259" y="0"/>
            <a:ext cx="8408120" cy="493627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63B74979-E8C7-C131-4EAF-97E5648D0DB5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AD15A3B-9BE6-E45E-0062-99A4DE7FD256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36B07D5-AAF7-699C-0620-1B856699560A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461B595-79A5-10C0-20A4-D6E1C810704A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56B1298-D907-6977-41FC-4973FA2EFAAA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747E313-AC0B-420F-0543-1D039AB7F491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7E41249C-257D-0E31-5519-64D0C858CDC7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1398E726-3623-202B-6E6F-C193247A5A1B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427A7D78-B2B7-FEE7-67EB-7248429B570B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B5520DE1-1C3A-7AE0-2340-22A83B4C2679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B430B56E-B9F3-D0BF-4BD0-429E953FC0AC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7E165DE7-3231-1AE7-33A2-1490C6B2C1C5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DC8F1A81-7042-3C21-FB84-F0C92E162514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E5CB854D-35BB-EEAB-F479-CBBACB59F25A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8DC26739-EA14-78B2-653E-E85FB563589B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B0BB8C5F-7E24-1E04-63C8-B0CFA84C61E3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05FEF989-9DF4-84A7-06A0-C9AE71E8389B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F8EBA0FD-10C9-7534-20AE-497EB57E1DFD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1FE44581-072C-32B9-315D-FD53C8855C68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65A71741-CC76-C526-8253-EC54A46BBB16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416C4206-5A09-645F-1E85-AEB7B098D8C5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94D1C0D5-2281-3362-73EC-D391623FA1B3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BBD64933-8574-4A70-1D9A-2D88EA5E2B71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70EF70B8-4C5D-0DF3-D70F-FEC814856BD4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F22A2191-9DA5-6A7F-01C3-AACD5121187A}"/>
              </a:ext>
            </a:extLst>
          </p:cNvPr>
          <p:cNvSpPr txBox="1"/>
          <p:nvPr/>
        </p:nvSpPr>
        <p:spPr>
          <a:xfrm>
            <a:off x="1189353" y="2086534"/>
            <a:ext cx="17344463" cy="740266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lvl="1" algn="just"/>
            <a:r>
              <a:rPr lang="pt-BR" sz="4800" dirty="0"/>
              <a:t>Os dispositivos são os equipamentos que se conectam na rede de computador para transmitir as informações. São classificados em dispositivos finais e dispositivos intermediários. Os dispositivos finais são aqueles que originam e recebem as informações, ou seja, fazem a interface entre os usuários e a rede de comunicação. Computadores e servidores são exemplos de dispositivos finais. Os dispositivos intermediários são aqueles que realizam a comunicação entre os dispositivos finais assegurando a troca de informações por meio da rede. Exemplos de dispositivos intermediários são os hubs, switches e roteadores</a:t>
            </a:r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479C46CF-63B2-85BE-C944-10DBBE8067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7087" y="681051"/>
            <a:ext cx="14480276" cy="959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2865" marR="5080">
              <a:lnSpc>
                <a:spcPct val="107000"/>
              </a:lnSpc>
              <a:spcBef>
                <a:spcPts val="100"/>
              </a:spcBef>
            </a:pPr>
            <a:r>
              <a:rPr lang="pt-BR" b="1" spc="-15" dirty="0">
                <a:latin typeface="Montserrat ExtraBold"/>
                <a:cs typeface="Montserrat ExtraBold"/>
              </a:rPr>
              <a:t>Dispositivos</a:t>
            </a:r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409895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565062" y="0"/>
            <a:ext cx="7539355" cy="11151870"/>
          </a:xfrm>
          <a:custGeom>
            <a:avLst/>
            <a:gdLst/>
            <a:ahLst/>
            <a:cxnLst/>
            <a:rect l="l" t="t" r="r" b="b"/>
            <a:pathLst>
              <a:path w="7539355" h="11151870">
                <a:moveTo>
                  <a:pt x="0" y="11151492"/>
                </a:moveTo>
                <a:lnTo>
                  <a:pt x="7539037" y="11151492"/>
                </a:lnTo>
                <a:lnTo>
                  <a:pt x="7539037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047088" y="9319087"/>
            <a:ext cx="3693160" cy="942975"/>
            <a:chOff x="1047088" y="9319087"/>
            <a:chExt cx="3693160" cy="942975"/>
          </a:xfrm>
        </p:grpSpPr>
        <p:sp>
          <p:nvSpPr>
            <p:cNvPr id="4" name="object 4"/>
            <p:cNvSpPr/>
            <p:nvPr/>
          </p:nvSpPr>
          <p:spPr>
            <a:xfrm>
              <a:off x="1047151" y="9319087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60" h="942975">
                  <a:moveTo>
                    <a:pt x="369295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55" y="942379"/>
                  </a:lnTo>
                  <a:lnTo>
                    <a:pt x="369295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47076" y="9439611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60" h="700404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60" h="700404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60" h="700404">
                  <a:moveTo>
                    <a:pt x="198361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53"/>
                  </a:lnTo>
                  <a:close/>
                </a:path>
                <a:path w="3693160" h="700404">
                  <a:moveTo>
                    <a:pt x="198361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56"/>
                  </a:lnTo>
                  <a:close/>
                </a:path>
                <a:path w="3693160" h="700404">
                  <a:moveTo>
                    <a:pt x="198361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802"/>
                  </a:lnTo>
                  <a:close/>
                </a:path>
                <a:path w="3693160" h="700404">
                  <a:moveTo>
                    <a:pt x="908532" y="161366"/>
                  </a:moveTo>
                  <a:lnTo>
                    <a:pt x="905624" y="119291"/>
                  </a:lnTo>
                  <a:lnTo>
                    <a:pt x="870216" y="56515"/>
                  </a:lnTo>
                  <a:lnTo>
                    <a:pt x="804735" y="18783"/>
                  </a:lnTo>
                  <a:lnTo>
                    <a:pt x="764209" y="8001"/>
                  </a:lnTo>
                  <a:lnTo>
                    <a:pt x="720382" y="1917"/>
                  </a:lnTo>
                  <a:lnTo>
                    <a:pt x="674649" y="0"/>
                  </a:lnTo>
                  <a:lnTo>
                    <a:pt x="627659" y="1714"/>
                  </a:lnTo>
                  <a:lnTo>
                    <a:pt x="580986" y="7264"/>
                  </a:lnTo>
                  <a:lnTo>
                    <a:pt x="535622" y="17233"/>
                  </a:lnTo>
                  <a:lnTo>
                    <a:pt x="492493" y="32219"/>
                  </a:lnTo>
                  <a:lnTo>
                    <a:pt x="452564" y="52793"/>
                  </a:lnTo>
                  <a:lnTo>
                    <a:pt x="416788" y="79565"/>
                  </a:lnTo>
                  <a:lnTo>
                    <a:pt x="386118" y="113106"/>
                  </a:lnTo>
                  <a:lnTo>
                    <a:pt x="361518" y="154025"/>
                  </a:lnTo>
                  <a:lnTo>
                    <a:pt x="343941" y="202895"/>
                  </a:lnTo>
                  <a:lnTo>
                    <a:pt x="339204" y="254914"/>
                  </a:lnTo>
                  <a:lnTo>
                    <a:pt x="348361" y="300837"/>
                  </a:lnTo>
                  <a:lnTo>
                    <a:pt x="371957" y="338747"/>
                  </a:lnTo>
                  <a:lnTo>
                    <a:pt x="410489" y="366712"/>
                  </a:lnTo>
                  <a:lnTo>
                    <a:pt x="460273" y="387235"/>
                  </a:lnTo>
                  <a:lnTo>
                    <a:pt x="508939" y="402196"/>
                  </a:lnTo>
                  <a:lnTo>
                    <a:pt x="594931" y="424522"/>
                  </a:lnTo>
                  <a:lnTo>
                    <a:pt x="628256" y="436435"/>
                  </a:lnTo>
                  <a:lnTo>
                    <a:pt x="652462" y="451904"/>
                  </a:lnTo>
                  <a:lnTo>
                    <a:pt x="665543" y="473189"/>
                  </a:lnTo>
                  <a:lnTo>
                    <a:pt x="665505" y="502577"/>
                  </a:lnTo>
                  <a:lnTo>
                    <a:pt x="650049" y="531901"/>
                  </a:lnTo>
                  <a:lnTo>
                    <a:pt x="622071" y="552831"/>
                  </a:lnTo>
                  <a:lnTo>
                    <a:pt x="587806" y="565391"/>
                  </a:lnTo>
                  <a:lnTo>
                    <a:pt x="553504" y="569569"/>
                  </a:lnTo>
                  <a:lnTo>
                    <a:pt x="508876" y="563206"/>
                  </a:lnTo>
                  <a:lnTo>
                    <a:pt x="477113" y="544449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43" y="527735"/>
                  </a:lnTo>
                  <a:lnTo>
                    <a:pt x="274370" y="574230"/>
                  </a:lnTo>
                  <a:lnTo>
                    <a:pt x="289229" y="612101"/>
                  </a:lnTo>
                  <a:lnTo>
                    <a:pt x="312877" y="642086"/>
                  </a:lnTo>
                  <a:lnTo>
                    <a:pt x="344220" y="664946"/>
                  </a:lnTo>
                  <a:lnTo>
                    <a:pt x="382130" y="681431"/>
                  </a:lnTo>
                  <a:lnTo>
                    <a:pt x="425475" y="692277"/>
                  </a:lnTo>
                  <a:lnTo>
                    <a:pt x="473163" y="698233"/>
                  </a:lnTo>
                  <a:lnTo>
                    <a:pt x="524065" y="700049"/>
                  </a:lnTo>
                  <a:lnTo>
                    <a:pt x="575640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20" y="659612"/>
                  </a:lnTo>
                  <a:lnTo>
                    <a:pt x="760679" y="636625"/>
                  </a:lnTo>
                  <a:lnTo>
                    <a:pt x="796594" y="608368"/>
                  </a:lnTo>
                  <a:lnTo>
                    <a:pt x="826350" y="574789"/>
                  </a:lnTo>
                  <a:lnTo>
                    <a:pt x="848969" y="535825"/>
                  </a:lnTo>
                  <a:lnTo>
                    <a:pt x="863409" y="491413"/>
                  </a:lnTo>
                  <a:lnTo>
                    <a:pt x="869188" y="436968"/>
                  </a:lnTo>
                  <a:lnTo>
                    <a:pt x="862253" y="393585"/>
                  </a:lnTo>
                  <a:lnTo>
                    <a:pt x="844715" y="359727"/>
                  </a:lnTo>
                  <a:lnTo>
                    <a:pt x="786193" y="314401"/>
                  </a:lnTo>
                  <a:lnTo>
                    <a:pt x="749401" y="299821"/>
                  </a:lnTo>
                  <a:lnTo>
                    <a:pt x="710374" y="288569"/>
                  </a:lnTo>
                  <a:lnTo>
                    <a:pt x="634009" y="269887"/>
                  </a:lnTo>
                  <a:lnTo>
                    <a:pt x="598487" y="259118"/>
                  </a:lnTo>
                  <a:lnTo>
                    <a:pt x="566508" y="244424"/>
                  </a:lnTo>
                  <a:lnTo>
                    <a:pt x="545211" y="222923"/>
                  </a:lnTo>
                  <a:lnTo>
                    <a:pt x="541718" y="191719"/>
                  </a:lnTo>
                  <a:lnTo>
                    <a:pt x="553250" y="167982"/>
                  </a:lnTo>
                  <a:lnTo>
                    <a:pt x="574878" y="148437"/>
                  </a:lnTo>
                  <a:lnTo>
                    <a:pt x="603186" y="135178"/>
                  </a:lnTo>
                  <a:lnTo>
                    <a:pt x="634784" y="130302"/>
                  </a:lnTo>
                  <a:lnTo>
                    <a:pt x="656831" y="131686"/>
                  </a:lnTo>
                  <a:lnTo>
                    <a:pt x="701929" y="151726"/>
                  </a:lnTo>
                  <a:lnTo>
                    <a:pt x="716407" y="192938"/>
                  </a:lnTo>
                  <a:lnTo>
                    <a:pt x="713600" y="211264"/>
                  </a:lnTo>
                  <a:lnTo>
                    <a:pt x="899718" y="211264"/>
                  </a:lnTo>
                  <a:lnTo>
                    <a:pt x="908532" y="161366"/>
                  </a:lnTo>
                  <a:close/>
                </a:path>
                <a:path w="3693160" h="700404">
                  <a:moveTo>
                    <a:pt x="1580984" y="13944"/>
                  </a:moveTo>
                  <a:lnTo>
                    <a:pt x="1069111" y="13944"/>
                  </a:lnTo>
                  <a:lnTo>
                    <a:pt x="926261" y="685939"/>
                  </a:lnTo>
                  <a:lnTo>
                    <a:pt x="1438148" y="685939"/>
                  </a:lnTo>
                  <a:lnTo>
                    <a:pt x="1465910" y="555612"/>
                  </a:lnTo>
                  <a:lnTo>
                    <a:pt x="1140142" y="555612"/>
                  </a:lnTo>
                  <a:lnTo>
                    <a:pt x="1170393" y="413207"/>
                  </a:lnTo>
                  <a:lnTo>
                    <a:pt x="1470088" y="413207"/>
                  </a:lnTo>
                  <a:lnTo>
                    <a:pt x="1497698" y="282968"/>
                  </a:lnTo>
                  <a:lnTo>
                    <a:pt x="1198003" y="282968"/>
                  </a:lnTo>
                  <a:lnTo>
                    <a:pt x="1227467" y="144246"/>
                  </a:lnTo>
                  <a:lnTo>
                    <a:pt x="1553235" y="144246"/>
                  </a:lnTo>
                  <a:lnTo>
                    <a:pt x="1580984" y="13944"/>
                  </a:lnTo>
                  <a:close/>
                </a:path>
                <a:path w="3693160" h="700404">
                  <a:moveTo>
                    <a:pt x="2341359" y="13944"/>
                  </a:moveTo>
                  <a:lnTo>
                    <a:pt x="2173846" y="13944"/>
                  </a:lnTo>
                  <a:lnTo>
                    <a:pt x="2067737" y="512787"/>
                  </a:lnTo>
                  <a:lnTo>
                    <a:pt x="2065578" y="514692"/>
                  </a:lnTo>
                  <a:lnTo>
                    <a:pt x="1984095" y="171284"/>
                  </a:lnTo>
                  <a:lnTo>
                    <a:pt x="1946757" y="13944"/>
                  </a:lnTo>
                  <a:lnTo>
                    <a:pt x="1686153" y="13944"/>
                  </a:lnTo>
                  <a:lnTo>
                    <a:pt x="1543291" y="685939"/>
                  </a:lnTo>
                  <a:lnTo>
                    <a:pt x="1710829" y="685939"/>
                  </a:lnTo>
                  <a:lnTo>
                    <a:pt x="1820202" y="171284"/>
                  </a:lnTo>
                  <a:lnTo>
                    <a:pt x="1822056" y="171284"/>
                  </a:lnTo>
                  <a:lnTo>
                    <a:pt x="1940699" y="685939"/>
                  </a:lnTo>
                  <a:lnTo>
                    <a:pt x="2198522" y="685939"/>
                  </a:lnTo>
                  <a:lnTo>
                    <a:pt x="2234920" y="514692"/>
                  </a:lnTo>
                  <a:lnTo>
                    <a:pt x="2341359" y="13944"/>
                  </a:lnTo>
                  <a:close/>
                </a:path>
                <a:path w="3693160" h="700404">
                  <a:moveTo>
                    <a:pt x="3024975" y="685939"/>
                  </a:moveTo>
                  <a:lnTo>
                    <a:pt x="3001073" y="554697"/>
                  </a:lnTo>
                  <a:lnTo>
                    <a:pt x="2977337" y="424408"/>
                  </a:lnTo>
                  <a:lnTo>
                    <a:pt x="2926486" y="145161"/>
                  </a:lnTo>
                  <a:lnTo>
                    <a:pt x="2902597" y="13944"/>
                  </a:lnTo>
                  <a:lnTo>
                    <a:pt x="2779903" y="13944"/>
                  </a:lnTo>
                  <a:lnTo>
                    <a:pt x="2779903" y="424408"/>
                  </a:lnTo>
                  <a:lnTo>
                    <a:pt x="2600274" y="424408"/>
                  </a:lnTo>
                  <a:lnTo>
                    <a:pt x="2750870" y="145161"/>
                  </a:lnTo>
                  <a:lnTo>
                    <a:pt x="2753652" y="145161"/>
                  </a:lnTo>
                  <a:lnTo>
                    <a:pt x="2779903" y="424408"/>
                  </a:lnTo>
                  <a:lnTo>
                    <a:pt x="2779903" y="13944"/>
                  </a:lnTo>
                  <a:lnTo>
                    <a:pt x="2675483" y="13944"/>
                  </a:lnTo>
                  <a:lnTo>
                    <a:pt x="2267369" y="685939"/>
                  </a:lnTo>
                  <a:lnTo>
                    <a:pt x="2453525" y="685939"/>
                  </a:lnTo>
                  <a:lnTo>
                    <a:pt x="2525179" y="554697"/>
                  </a:lnTo>
                  <a:lnTo>
                    <a:pt x="2797886" y="554697"/>
                  </a:lnTo>
                  <a:lnTo>
                    <a:pt x="2814637" y="685939"/>
                  </a:lnTo>
                  <a:lnTo>
                    <a:pt x="3024975" y="685939"/>
                  </a:lnTo>
                  <a:close/>
                </a:path>
                <a:path w="3693160" h="700404">
                  <a:moveTo>
                    <a:pt x="3424682" y="13944"/>
                  </a:moveTo>
                  <a:lnTo>
                    <a:pt x="3238550" y="13944"/>
                  </a:lnTo>
                  <a:lnTo>
                    <a:pt x="3095675" y="685939"/>
                  </a:lnTo>
                  <a:lnTo>
                    <a:pt x="3281845" y="685939"/>
                  </a:lnTo>
                  <a:lnTo>
                    <a:pt x="3424682" y="13944"/>
                  </a:lnTo>
                  <a:close/>
                </a:path>
                <a:path w="3693160" h="700404">
                  <a:moveTo>
                    <a:pt x="3692931" y="660984"/>
                  </a:moveTo>
                  <a:lnTo>
                    <a:pt x="3494582" y="660984"/>
                  </a:lnTo>
                  <a:lnTo>
                    <a:pt x="3494582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60" h="700404">
                  <a:moveTo>
                    <a:pt x="3692931" y="502246"/>
                  </a:moveTo>
                  <a:lnTo>
                    <a:pt x="3494582" y="502246"/>
                  </a:lnTo>
                  <a:lnTo>
                    <a:pt x="3494582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60" h="700404">
                  <a:moveTo>
                    <a:pt x="3692931" y="337553"/>
                  </a:moveTo>
                  <a:lnTo>
                    <a:pt x="3494582" y="337553"/>
                  </a:lnTo>
                  <a:lnTo>
                    <a:pt x="3494582" y="362356"/>
                  </a:lnTo>
                  <a:lnTo>
                    <a:pt x="3692931" y="362356"/>
                  </a:lnTo>
                  <a:lnTo>
                    <a:pt x="3692931" y="337553"/>
                  </a:lnTo>
                  <a:close/>
                </a:path>
                <a:path w="3693160" h="700404">
                  <a:moveTo>
                    <a:pt x="3692931" y="175056"/>
                  </a:moveTo>
                  <a:lnTo>
                    <a:pt x="3494582" y="175056"/>
                  </a:lnTo>
                  <a:lnTo>
                    <a:pt x="3494582" y="199898"/>
                  </a:lnTo>
                  <a:lnTo>
                    <a:pt x="3692931" y="199898"/>
                  </a:lnTo>
                  <a:lnTo>
                    <a:pt x="3692931" y="175056"/>
                  </a:lnTo>
                  <a:close/>
                </a:path>
                <a:path w="3693160" h="700404">
                  <a:moveTo>
                    <a:pt x="3692931" y="16802"/>
                  </a:moveTo>
                  <a:lnTo>
                    <a:pt x="3494582" y="16802"/>
                  </a:lnTo>
                  <a:lnTo>
                    <a:pt x="3494582" y="41592"/>
                  </a:lnTo>
                  <a:lnTo>
                    <a:pt x="3692931" y="41592"/>
                  </a:lnTo>
                  <a:lnTo>
                    <a:pt x="3692931" y="16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418530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418530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418530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680303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680303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680303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942075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942075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942075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203847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1203847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1203847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1465619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1465619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1465619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1727391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1727391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1727391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1989163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1989163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1989163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2250935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2250935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2250935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xfrm>
            <a:off x="58067" y="1490393"/>
            <a:ext cx="4695122" cy="1641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31900">
              <a:lnSpc>
                <a:spcPts val="4255"/>
              </a:lnSpc>
              <a:spcBef>
                <a:spcPts val="95"/>
              </a:spcBef>
            </a:pPr>
            <a:r>
              <a:rPr sz="3550" spc="-5" dirty="0"/>
              <a:t>D</a:t>
            </a:r>
            <a:r>
              <a:rPr lang="pt-BR" sz="3550" spc="-5" dirty="0"/>
              <a:t>representação Gráfica</a:t>
            </a:r>
            <a:br>
              <a:rPr lang="pt-BR" sz="3550" spc="-5" dirty="0"/>
            </a:br>
            <a:r>
              <a:rPr lang="pt-BR" sz="3550" b="1" spc="-15" dirty="0">
                <a:latin typeface="Montserrat ExtraBold"/>
                <a:cs typeface="Montserrat ExtraBold"/>
              </a:rPr>
              <a:t>DISPOSITIVOS</a:t>
            </a:r>
            <a:endParaRPr sz="3550" dirty="0">
              <a:latin typeface="Montserrat ExtraBold"/>
              <a:cs typeface="Montserrat ExtraBold"/>
            </a:endParaRPr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87C027C8-DE0C-A7A3-3643-05B34A993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457" y="1235075"/>
            <a:ext cx="11220847" cy="9106426"/>
          </a:xfrm>
          <a:prstGeom prst="rect">
            <a:avLst/>
          </a:prstGeom>
        </p:spPr>
      </p:pic>
      <p:sp>
        <p:nvSpPr>
          <p:cNvPr id="33" name="object 33"/>
          <p:cNvSpPr/>
          <p:nvPr/>
        </p:nvSpPr>
        <p:spPr>
          <a:xfrm>
            <a:off x="6089650" y="2682875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29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D3DD6-3BE7-9D6A-7F62-1CF5F55C4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62591F1A-401A-82DA-D3DC-A408BE48EDD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35259" y="0"/>
            <a:ext cx="8408120" cy="493627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3CCEA824-0415-5E4B-2A8E-B8AFD2A5A574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022344A-7E08-6B57-D3C2-814B0DB24ABC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86B2975-9926-6164-DD7B-BABAF6CA17B7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DA497EA-86A5-AEB4-CA3C-3E443385CF65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D12D183-66A0-0312-ECF9-7F03858122B5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4220F4D0-61D0-013D-F499-533237BFBC76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D960DE36-F623-6843-4B71-E46E2E6EC0E1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8F8A3528-0A08-BDD9-E476-682731B57138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F287A7A4-D3A5-42EF-C356-7168DBC269FB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F995ED39-52A2-65FA-5482-F01AE134C96B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48F68432-80B7-F6D9-7024-6F0F8F6F1D76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B9CA3A31-9591-15E0-6166-A59D844AEB4F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A345D208-3536-D23E-9F17-C3EBA7F9A1FE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2CD61B81-358A-27A9-B290-8F0870CBFB10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9D63E756-AF6B-169C-576E-F908C385BB61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99789F46-60FE-C59F-2CCE-768DFA2E5DE7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4685819E-780F-3AF3-1FA3-DAFD3B7E3246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FB22BCEB-7857-3CD9-A6D8-B158FA53E3FB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2F9482ED-7E9E-4BEB-E199-889FF23452C7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F9114FFE-9C7C-FC78-F821-86C52763475E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68D72F99-D54B-4D83-BDD3-3A6BC9E6E108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83A5E74E-0B68-539D-6932-2FF862EF1224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195D5420-73FF-31A5-B0E7-144A3C9B70CA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1663CC00-2540-85B5-3914-1E321EFF6BDA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1442C7A8-D7D6-1F6A-2A5B-71F09731D36B}"/>
              </a:ext>
            </a:extLst>
          </p:cNvPr>
          <p:cNvSpPr txBox="1"/>
          <p:nvPr/>
        </p:nvSpPr>
        <p:spPr>
          <a:xfrm>
            <a:off x="1259891" y="2294102"/>
            <a:ext cx="7795897" cy="66640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lvl="1" algn="just"/>
            <a:r>
              <a:rPr lang="pt-BR" sz="3600" dirty="0"/>
              <a:t>Para que a informação seja transmitida entre os dispositivos finais, um meio físico de rede precisa estar disponível. É por meio deste meio físico que a mensagem será transmitida. Como exemplos de meios físicos temos: os cabos de cobre, cabos de fibra óptica e o ar, para redes sem fio.</a:t>
            </a:r>
          </a:p>
          <a:p>
            <a:pPr lvl="1" algn="just"/>
            <a:endParaRPr lang="pt-BR" sz="3600" dirty="0"/>
          </a:p>
          <a:p>
            <a:pPr lvl="1" algn="just"/>
            <a:r>
              <a:rPr lang="pt-BR" sz="3600" dirty="0"/>
              <a:t>Na figura a seguir você pode visualizar esses exemplos de meios físicos. Confira!</a:t>
            </a:r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2A0237A5-FF38-9DC5-6543-D2B1457EDB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7087" y="681051"/>
            <a:ext cx="14480276" cy="959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2865" marR="5080">
              <a:lnSpc>
                <a:spcPct val="107000"/>
              </a:lnSpc>
              <a:spcBef>
                <a:spcPts val="100"/>
              </a:spcBef>
            </a:pPr>
            <a:r>
              <a:rPr lang="pt-BR" b="1" spc="-15" dirty="0">
                <a:latin typeface="Montserrat ExtraBold"/>
                <a:cs typeface="Montserrat ExtraBold"/>
              </a:rPr>
              <a:t>Meio Físico </a:t>
            </a:r>
            <a:endParaRPr spc="-25" dirty="0"/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B134B518-830D-8538-33B6-A1B590E2A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3450" y="2301875"/>
            <a:ext cx="7713754" cy="704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3522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EDF6D-7F15-CB34-7157-73AD17F71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596D8E10-DE9D-1EB1-86C9-6D9F516AF4A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35259" y="0"/>
            <a:ext cx="8408120" cy="493627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C2F84EC4-C391-D707-A54C-E3C78F4CA177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34C8C25-BC61-1505-05A8-8C8C1134BC50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B7EB098-FB31-2B07-6136-1BFD77FACABC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548800A-80F1-EAE6-14AC-C036A5B103C5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6422809-7E0E-F19A-6F3C-0D57995E6BBF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212BF76-5D59-289A-6064-F551F1EC8A69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E822E55E-C1D3-DBF7-8280-31828144F321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A4D2B1B1-1C41-A790-52A2-05478022C658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5C18C770-E30A-738E-7FFD-58F823E06219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019F4703-9118-6C1F-EB92-E6F4F93C76C2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E3AD3483-7423-F099-F40C-5AA177DA9323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6908EE76-FE3B-7876-F88F-F5AF77F99296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F204B3FB-DA3F-AD06-300E-EE2FBC01E02D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4D70845F-6A1F-8D55-6D0A-868907C6BEBC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CDBE4167-317C-BB1F-9275-7796607B8F3A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D28DA512-5BF8-DC44-B90D-2AB848971C2F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896A21D1-72BF-8A09-58F2-4F855C6237C3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7B92DAB5-5A61-9DA8-F081-63D1DC49D021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B5AE38FC-2321-521C-1562-AA0D6901B1DA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42418ED4-FD18-11C2-8E94-04DEF1F994A2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36471283-3FF7-265F-C378-8163D361CCA7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4CEA7DB1-880B-9A2A-5E0B-E73C17CE9F06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89C37941-A029-F157-61FE-FDA2CEA4B9FD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21FC4034-D142-E662-9BB0-32A87EFAF91C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0C6DE473-FAE1-D2F0-4036-17FD26EBFE1B}"/>
              </a:ext>
            </a:extLst>
          </p:cNvPr>
          <p:cNvSpPr txBox="1"/>
          <p:nvPr/>
        </p:nvSpPr>
        <p:spPr>
          <a:xfrm>
            <a:off x="1189353" y="2086534"/>
            <a:ext cx="17344463" cy="740266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pt-BR" sz="4000" dirty="0"/>
              <a:t>A mensagem é a informação que precisa ser transmitida entre origem e destino. Qualquer informação que precisa ser transportada entre dispositivos finais é um exemplo de mensagem, como um e-mail, página de web, mensagens instantâneas e até mesmo jogos on-line. 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pt-BR" sz="4000" dirty="0"/>
              <a:t>Não se preocupe, pois, nos próximos capítulos, você estudará mais detalhadamente os protocolos, dispositivos e meios físicos. 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pt-BR" sz="4000" dirty="0"/>
              <a:t>Como você pôde perceber, fazem parte dos elementos de uma rede de computadores: regras, dispositivos, o meio físico e a própria mensagem que é transmitida por ela. E, falando em mensagem, existem alguns tipos de comunicação. É importante que você os conheça.</a:t>
            </a:r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D400F047-4B9D-A7D6-B137-C86818AC33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4559" y="681051"/>
            <a:ext cx="14007683" cy="959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2865" marR="5080">
              <a:lnSpc>
                <a:spcPct val="107000"/>
              </a:lnSpc>
              <a:spcBef>
                <a:spcPts val="100"/>
              </a:spcBef>
            </a:pPr>
            <a:r>
              <a:rPr lang="pt-BR" b="1" spc="-15" dirty="0">
                <a:latin typeface="Montserrat ExtraBold"/>
                <a:cs typeface="Montserrat ExtraBold"/>
              </a:rPr>
              <a:t>Mensagem</a:t>
            </a:r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7662824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364003" y="9319087"/>
            <a:ext cx="3693160" cy="942975"/>
            <a:chOff x="15364003" y="9319087"/>
            <a:chExt cx="3693160" cy="942975"/>
          </a:xfrm>
        </p:grpSpPr>
        <p:sp>
          <p:nvSpPr>
            <p:cNvPr id="3" name="object 3"/>
            <p:cNvSpPr/>
            <p:nvPr/>
          </p:nvSpPr>
          <p:spPr>
            <a:xfrm>
              <a:off x="15364066" y="9319087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364003" y="9439611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4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4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4">
                  <a:moveTo>
                    <a:pt x="198348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53"/>
                  </a:lnTo>
                  <a:close/>
                </a:path>
                <a:path w="3693159" h="700404">
                  <a:moveTo>
                    <a:pt x="198348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56"/>
                  </a:lnTo>
                  <a:close/>
                </a:path>
                <a:path w="3693159" h="700404">
                  <a:moveTo>
                    <a:pt x="198348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802"/>
                  </a:lnTo>
                  <a:close/>
                </a:path>
                <a:path w="3693159" h="700404">
                  <a:moveTo>
                    <a:pt x="908519" y="161366"/>
                  </a:moveTo>
                  <a:lnTo>
                    <a:pt x="906360" y="130302"/>
                  </a:lnTo>
                  <a:lnTo>
                    <a:pt x="905611" y="119291"/>
                  </a:lnTo>
                  <a:lnTo>
                    <a:pt x="892365" y="84518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17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19"/>
                  </a:lnTo>
                  <a:lnTo>
                    <a:pt x="452539" y="52793"/>
                  </a:lnTo>
                  <a:lnTo>
                    <a:pt x="416775" y="79565"/>
                  </a:lnTo>
                  <a:lnTo>
                    <a:pt x="386105" y="113106"/>
                  </a:lnTo>
                  <a:lnTo>
                    <a:pt x="361505" y="154025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47"/>
                  </a:lnTo>
                  <a:lnTo>
                    <a:pt x="410464" y="366712"/>
                  </a:lnTo>
                  <a:lnTo>
                    <a:pt x="460248" y="387235"/>
                  </a:lnTo>
                  <a:lnTo>
                    <a:pt x="508927" y="402196"/>
                  </a:lnTo>
                  <a:lnTo>
                    <a:pt x="594918" y="424522"/>
                  </a:lnTo>
                  <a:lnTo>
                    <a:pt x="628230" y="436435"/>
                  </a:lnTo>
                  <a:lnTo>
                    <a:pt x="652437" y="451904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901"/>
                  </a:lnTo>
                  <a:lnTo>
                    <a:pt x="622058" y="552831"/>
                  </a:lnTo>
                  <a:lnTo>
                    <a:pt x="587781" y="565391"/>
                  </a:lnTo>
                  <a:lnTo>
                    <a:pt x="553491" y="569569"/>
                  </a:lnTo>
                  <a:lnTo>
                    <a:pt x="508863" y="563206"/>
                  </a:lnTo>
                  <a:lnTo>
                    <a:pt x="477088" y="544449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101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31"/>
                  </a:lnTo>
                  <a:lnTo>
                    <a:pt x="425462" y="692277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89"/>
                  </a:lnTo>
                  <a:lnTo>
                    <a:pt x="829360" y="569569"/>
                  </a:lnTo>
                  <a:lnTo>
                    <a:pt x="848944" y="535825"/>
                  </a:lnTo>
                  <a:lnTo>
                    <a:pt x="863396" y="491413"/>
                  </a:lnTo>
                  <a:lnTo>
                    <a:pt x="869175" y="436968"/>
                  </a:lnTo>
                  <a:lnTo>
                    <a:pt x="862241" y="393585"/>
                  </a:lnTo>
                  <a:lnTo>
                    <a:pt x="844702" y="359727"/>
                  </a:lnTo>
                  <a:lnTo>
                    <a:pt x="786168" y="314401"/>
                  </a:lnTo>
                  <a:lnTo>
                    <a:pt x="749376" y="299821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18"/>
                  </a:lnTo>
                  <a:lnTo>
                    <a:pt x="566496" y="244424"/>
                  </a:lnTo>
                  <a:lnTo>
                    <a:pt x="545185" y="222923"/>
                  </a:lnTo>
                  <a:lnTo>
                    <a:pt x="541693" y="191719"/>
                  </a:lnTo>
                  <a:lnTo>
                    <a:pt x="553224" y="167982"/>
                  </a:lnTo>
                  <a:lnTo>
                    <a:pt x="574852" y="148437"/>
                  </a:lnTo>
                  <a:lnTo>
                    <a:pt x="603161" y="135178"/>
                  </a:lnTo>
                  <a:lnTo>
                    <a:pt x="634758" y="130302"/>
                  </a:lnTo>
                  <a:lnTo>
                    <a:pt x="656818" y="131686"/>
                  </a:lnTo>
                  <a:lnTo>
                    <a:pt x="701903" y="151726"/>
                  </a:lnTo>
                  <a:lnTo>
                    <a:pt x="716381" y="192938"/>
                  </a:lnTo>
                  <a:lnTo>
                    <a:pt x="713574" y="211264"/>
                  </a:lnTo>
                  <a:lnTo>
                    <a:pt x="899693" y="211264"/>
                  </a:lnTo>
                  <a:lnTo>
                    <a:pt x="908519" y="161366"/>
                  </a:lnTo>
                  <a:close/>
                </a:path>
                <a:path w="3693159" h="700404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39"/>
                  </a:lnTo>
                  <a:lnTo>
                    <a:pt x="1438135" y="685939"/>
                  </a:lnTo>
                  <a:lnTo>
                    <a:pt x="1465884" y="555612"/>
                  </a:lnTo>
                  <a:lnTo>
                    <a:pt x="1140129" y="555612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68"/>
                  </a:lnTo>
                  <a:lnTo>
                    <a:pt x="1197978" y="282968"/>
                  </a:lnTo>
                  <a:lnTo>
                    <a:pt x="1227455" y="144246"/>
                  </a:lnTo>
                  <a:lnTo>
                    <a:pt x="1553210" y="144246"/>
                  </a:lnTo>
                  <a:lnTo>
                    <a:pt x="1580972" y="13944"/>
                  </a:lnTo>
                  <a:close/>
                </a:path>
                <a:path w="3693159" h="700404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87"/>
                  </a:lnTo>
                  <a:lnTo>
                    <a:pt x="2065553" y="514692"/>
                  </a:lnTo>
                  <a:lnTo>
                    <a:pt x="1984070" y="171284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39"/>
                  </a:lnTo>
                  <a:lnTo>
                    <a:pt x="1710817" y="685939"/>
                  </a:lnTo>
                  <a:lnTo>
                    <a:pt x="1820189" y="171284"/>
                  </a:lnTo>
                  <a:lnTo>
                    <a:pt x="1822030" y="171284"/>
                  </a:lnTo>
                  <a:lnTo>
                    <a:pt x="1940687" y="685939"/>
                  </a:lnTo>
                  <a:lnTo>
                    <a:pt x="2198497" y="685939"/>
                  </a:lnTo>
                  <a:lnTo>
                    <a:pt x="2234895" y="514692"/>
                  </a:lnTo>
                  <a:lnTo>
                    <a:pt x="2341346" y="13944"/>
                  </a:lnTo>
                  <a:close/>
                </a:path>
                <a:path w="3693159" h="700404">
                  <a:moveTo>
                    <a:pt x="3024949" y="685939"/>
                  </a:moveTo>
                  <a:lnTo>
                    <a:pt x="3001048" y="554697"/>
                  </a:lnTo>
                  <a:lnTo>
                    <a:pt x="2977324" y="424408"/>
                  </a:lnTo>
                  <a:lnTo>
                    <a:pt x="2926461" y="145161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408"/>
                  </a:lnTo>
                  <a:lnTo>
                    <a:pt x="2600248" y="424408"/>
                  </a:lnTo>
                  <a:lnTo>
                    <a:pt x="2750858" y="145161"/>
                  </a:lnTo>
                  <a:lnTo>
                    <a:pt x="2753639" y="145161"/>
                  </a:lnTo>
                  <a:lnTo>
                    <a:pt x="2779877" y="424408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39"/>
                  </a:lnTo>
                  <a:lnTo>
                    <a:pt x="2453513" y="685939"/>
                  </a:lnTo>
                  <a:lnTo>
                    <a:pt x="2525153" y="554697"/>
                  </a:lnTo>
                  <a:lnTo>
                    <a:pt x="2797873" y="554697"/>
                  </a:lnTo>
                  <a:lnTo>
                    <a:pt x="2814612" y="685939"/>
                  </a:lnTo>
                  <a:lnTo>
                    <a:pt x="3024949" y="685939"/>
                  </a:lnTo>
                  <a:close/>
                </a:path>
                <a:path w="3693159" h="700404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39"/>
                  </a:lnTo>
                  <a:lnTo>
                    <a:pt x="3281819" y="685939"/>
                  </a:lnTo>
                  <a:lnTo>
                    <a:pt x="3424669" y="13944"/>
                  </a:lnTo>
                  <a:close/>
                </a:path>
                <a:path w="3693159" h="700404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4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4">
                  <a:moveTo>
                    <a:pt x="3692918" y="337553"/>
                  </a:moveTo>
                  <a:lnTo>
                    <a:pt x="3494570" y="337553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53"/>
                  </a:lnTo>
                  <a:close/>
                </a:path>
                <a:path w="3693159" h="700404">
                  <a:moveTo>
                    <a:pt x="3692918" y="175056"/>
                  </a:moveTo>
                  <a:lnTo>
                    <a:pt x="3494570" y="175056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56"/>
                  </a:lnTo>
                  <a:close/>
                </a:path>
                <a:path w="3693159" h="700404">
                  <a:moveTo>
                    <a:pt x="3692918" y="16802"/>
                  </a:moveTo>
                  <a:lnTo>
                    <a:pt x="3494570" y="16802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7957569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219340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481112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742885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004657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266428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528201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789973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957569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219340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481112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742885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004657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266428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528201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789973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7957569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219340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8481112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742885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004657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266428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528201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789973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7957569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8219340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8481112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8742885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9004657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9266428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9528201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9789973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7957569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8219340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8481112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8742885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9004657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9266428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9528201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9789973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7957569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8219340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8481112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8742885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9004657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9266428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9528201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9789973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7957569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8219340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8481112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8742885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9004657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9266428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9528201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9789973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7957569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8219340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8481112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8742885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9004657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9266428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9528201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9789973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9" name="object 69"/>
          <p:cNvGrpSpPr/>
          <p:nvPr/>
        </p:nvGrpSpPr>
        <p:grpSpPr>
          <a:xfrm>
            <a:off x="0" y="0"/>
            <a:ext cx="14314169" cy="11308715"/>
            <a:chOff x="0" y="0"/>
            <a:chExt cx="14314169" cy="11308715"/>
          </a:xfrm>
        </p:grpSpPr>
        <p:pic>
          <p:nvPicPr>
            <p:cNvPr id="70" name="object 7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4313700" cy="11308556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5395174" y="7776085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>
            <a:spLocks noGrp="1"/>
          </p:cNvSpPr>
          <p:nvPr>
            <p:ph type="title"/>
          </p:nvPr>
        </p:nvSpPr>
        <p:spPr>
          <a:xfrm>
            <a:off x="5240307" y="6437697"/>
            <a:ext cx="14576018" cy="4190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95"/>
              </a:spcBef>
            </a:pPr>
            <a:r>
              <a:rPr lang="pt-BR" sz="9050" spc="10" dirty="0">
                <a:solidFill>
                  <a:srgbClr val="FFFFFF"/>
                </a:solidFill>
              </a:rPr>
              <a:t>Tipos de Comunicação</a:t>
            </a:r>
            <a:r>
              <a:rPr lang="pt-BR" sz="9050" b="1" spc="10" dirty="0">
                <a:solidFill>
                  <a:srgbClr val="FFFFFF"/>
                </a:solidFill>
                <a:latin typeface="Montserrat ExtraBold"/>
              </a:rPr>
              <a:t> </a:t>
            </a:r>
            <a:r>
              <a:rPr lang="pt-BR" sz="9050" b="1" spc="10" dirty="0" err="1">
                <a:solidFill>
                  <a:srgbClr val="FFFFFF"/>
                </a:solidFill>
                <a:latin typeface="Montserrat ExtraBold"/>
                <a:cs typeface="Montserrat ExtraBold"/>
              </a:rPr>
              <a:t>Unicast</a:t>
            </a:r>
            <a:r>
              <a:rPr lang="pt-BR" sz="9050" b="1" spc="10" dirty="0">
                <a:solidFill>
                  <a:srgbClr val="FFFFFF"/>
                </a:solidFill>
                <a:latin typeface="Montserrat ExtraBold"/>
                <a:cs typeface="Montserrat ExtraBold"/>
              </a:rPr>
              <a:t>, </a:t>
            </a:r>
            <a:r>
              <a:rPr lang="pt-BR" sz="9050" b="1" spc="10" dirty="0" err="1">
                <a:solidFill>
                  <a:srgbClr val="FFFFFF"/>
                </a:solidFill>
                <a:latin typeface="Montserrat ExtraBold"/>
                <a:cs typeface="Montserrat ExtraBold"/>
              </a:rPr>
              <a:t>Multicast</a:t>
            </a:r>
            <a:r>
              <a:rPr lang="pt-BR" sz="9050" b="1" spc="10" dirty="0">
                <a:solidFill>
                  <a:srgbClr val="FFFFFF"/>
                </a:solidFill>
                <a:latin typeface="Montserrat ExtraBold"/>
                <a:cs typeface="Montserrat ExtraBold"/>
              </a:rPr>
              <a:t> e Broadcast</a:t>
            </a:r>
            <a:endParaRPr sz="9050" dirty="0">
              <a:latin typeface="Montserrat ExtraBold"/>
              <a:cs typeface="Montserrat ExtraBold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931847"/>
            <a:ext cx="8376920" cy="8376920"/>
            <a:chOff x="0" y="2931847"/>
            <a:chExt cx="8376920" cy="8376920"/>
          </a:xfrm>
        </p:grpSpPr>
        <p:sp>
          <p:nvSpPr>
            <p:cNvPr id="3" name="object 3"/>
            <p:cNvSpPr/>
            <p:nvPr/>
          </p:nvSpPr>
          <p:spPr>
            <a:xfrm>
              <a:off x="0" y="2931847"/>
              <a:ext cx="8376920" cy="8220075"/>
            </a:xfrm>
            <a:custGeom>
              <a:avLst/>
              <a:gdLst/>
              <a:ahLst/>
              <a:cxnLst/>
              <a:rect l="l" t="t" r="r" b="b"/>
              <a:pathLst>
                <a:path w="8376920" h="8220075">
                  <a:moveTo>
                    <a:pt x="0" y="8219645"/>
                  </a:moveTo>
                  <a:lnTo>
                    <a:pt x="8376708" y="8219645"/>
                  </a:lnTo>
                  <a:lnTo>
                    <a:pt x="8376708" y="0"/>
                  </a:lnTo>
                  <a:lnTo>
                    <a:pt x="0" y="0"/>
                  </a:lnTo>
                  <a:lnTo>
                    <a:pt x="0" y="821964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8167290"/>
              <a:ext cx="3141345" cy="3141345"/>
            </a:xfrm>
            <a:custGeom>
              <a:avLst/>
              <a:gdLst/>
              <a:ahLst/>
              <a:cxnLst/>
              <a:rect l="l" t="t" r="r" b="b"/>
              <a:pathLst>
                <a:path w="3141345" h="3141345">
                  <a:moveTo>
                    <a:pt x="3141265" y="0"/>
                  </a:moveTo>
                  <a:lnTo>
                    <a:pt x="0" y="0"/>
                  </a:lnTo>
                  <a:lnTo>
                    <a:pt x="0" y="3141265"/>
                  </a:lnTo>
                  <a:lnTo>
                    <a:pt x="3141265" y="3141265"/>
                  </a:lnTo>
                  <a:lnTo>
                    <a:pt x="3141265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5364003" y="9319087"/>
            <a:ext cx="3693160" cy="942975"/>
            <a:chOff x="15364003" y="9319087"/>
            <a:chExt cx="3693160" cy="942975"/>
          </a:xfrm>
        </p:grpSpPr>
        <p:sp>
          <p:nvSpPr>
            <p:cNvPr id="6" name="object 6"/>
            <p:cNvSpPr/>
            <p:nvPr/>
          </p:nvSpPr>
          <p:spPr>
            <a:xfrm>
              <a:off x="15364066" y="9319087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64003" y="9439611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4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4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4">
                  <a:moveTo>
                    <a:pt x="198348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53"/>
                  </a:lnTo>
                  <a:close/>
                </a:path>
                <a:path w="3693159" h="700404">
                  <a:moveTo>
                    <a:pt x="198348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56"/>
                  </a:lnTo>
                  <a:close/>
                </a:path>
                <a:path w="3693159" h="700404">
                  <a:moveTo>
                    <a:pt x="198348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802"/>
                  </a:lnTo>
                  <a:close/>
                </a:path>
                <a:path w="3693159" h="700404">
                  <a:moveTo>
                    <a:pt x="908519" y="161366"/>
                  </a:moveTo>
                  <a:lnTo>
                    <a:pt x="906360" y="130302"/>
                  </a:lnTo>
                  <a:lnTo>
                    <a:pt x="905611" y="119291"/>
                  </a:lnTo>
                  <a:lnTo>
                    <a:pt x="892365" y="84518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17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19"/>
                  </a:lnTo>
                  <a:lnTo>
                    <a:pt x="452539" y="52793"/>
                  </a:lnTo>
                  <a:lnTo>
                    <a:pt x="416775" y="79565"/>
                  </a:lnTo>
                  <a:lnTo>
                    <a:pt x="386105" y="113106"/>
                  </a:lnTo>
                  <a:lnTo>
                    <a:pt x="361505" y="154025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47"/>
                  </a:lnTo>
                  <a:lnTo>
                    <a:pt x="410464" y="366712"/>
                  </a:lnTo>
                  <a:lnTo>
                    <a:pt x="460248" y="387235"/>
                  </a:lnTo>
                  <a:lnTo>
                    <a:pt x="508927" y="402196"/>
                  </a:lnTo>
                  <a:lnTo>
                    <a:pt x="594918" y="424522"/>
                  </a:lnTo>
                  <a:lnTo>
                    <a:pt x="628230" y="436435"/>
                  </a:lnTo>
                  <a:lnTo>
                    <a:pt x="652437" y="451904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901"/>
                  </a:lnTo>
                  <a:lnTo>
                    <a:pt x="622058" y="552831"/>
                  </a:lnTo>
                  <a:lnTo>
                    <a:pt x="587781" y="565391"/>
                  </a:lnTo>
                  <a:lnTo>
                    <a:pt x="553491" y="569569"/>
                  </a:lnTo>
                  <a:lnTo>
                    <a:pt x="508863" y="563206"/>
                  </a:lnTo>
                  <a:lnTo>
                    <a:pt x="477088" y="544449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101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31"/>
                  </a:lnTo>
                  <a:lnTo>
                    <a:pt x="425462" y="692277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89"/>
                  </a:lnTo>
                  <a:lnTo>
                    <a:pt x="829360" y="569569"/>
                  </a:lnTo>
                  <a:lnTo>
                    <a:pt x="848944" y="535825"/>
                  </a:lnTo>
                  <a:lnTo>
                    <a:pt x="863396" y="491413"/>
                  </a:lnTo>
                  <a:lnTo>
                    <a:pt x="869175" y="436968"/>
                  </a:lnTo>
                  <a:lnTo>
                    <a:pt x="862241" y="393585"/>
                  </a:lnTo>
                  <a:lnTo>
                    <a:pt x="844702" y="359727"/>
                  </a:lnTo>
                  <a:lnTo>
                    <a:pt x="786168" y="314401"/>
                  </a:lnTo>
                  <a:lnTo>
                    <a:pt x="749376" y="299821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18"/>
                  </a:lnTo>
                  <a:lnTo>
                    <a:pt x="566496" y="244424"/>
                  </a:lnTo>
                  <a:lnTo>
                    <a:pt x="545185" y="222923"/>
                  </a:lnTo>
                  <a:lnTo>
                    <a:pt x="541693" y="191719"/>
                  </a:lnTo>
                  <a:lnTo>
                    <a:pt x="553224" y="167982"/>
                  </a:lnTo>
                  <a:lnTo>
                    <a:pt x="574852" y="148437"/>
                  </a:lnTo>
                  <a:lnTo>
                    <a:pt x="603161" y="135178"/>
                  </a:lnTo>
                  <a:lnTo>
                    <a:pt x="634758" y="130302"/>
                  </a:lnTo>
                  <a:lnTo>
                    <a:pt x="656818" y="131686"/>
                  </a:lnTo>
                  <a:lnTo>
                    <a:pt x="701903" y="151726"/>
                  </a:lnTo>
                  <a:lnTo>
                    <a:pt x="716381" y="192938"/>
                  </a:lnTo>
                  <a:lnTo>
                    <a:pt x="713574" y="211264"/>
                  </a:lnTo>
                  <a:lnTo>
                    <a:pt x="899693" y="211264"/>
                  </a:lnTo>
                  <a:lnTo>
                    <a:pt x="908519" y="161366"/>
                  </a:lnTo>
                  <a:close/>
                </a:path>
                <a:path w="3693159" h="700404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39"/>
                  </a:lnTo>
                  <a:lnTo>
                    <a:pt x="1438135" y="685939"/>
                  </a:lnTo>
                  <a:lnTo>
                    <a:pt x="1465884" y="555612"/>
                  </a:lnTo>
                  <a:lnTo>
                    <a:pt x="1140129" y="555612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68"/>
                  </a:lnTo>
                  <a:lnTo>
                    <a:pt x="1197978" y="282968"/>
                  </a:lnTo>
                  <a:lnTo>
                    <a:pt x="1227455" y="144246"/>
                  </a:lnTo>
                  <a:lnTo>
                    <a:pt x="1553210" y="144246"/>
                  </a:lnTo>
                  <a:lnTo>
                    <a:pt x="1580972" y="13944"/>
                  </a:lnTo>
                  <a:close/>
                </a:path>
                <a:path w="3693159" h="700404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87"/>
                  </a:lnTo>
                  <a:lnTo>
                    <a:pt x="2065553" y="514692"/>
                  </a:lnTo>
                  <a:lnTo>
                    <a:pt x="1984070" y="171284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39"/>
                  </a:lnTo>
                  <a:lnTo>
                    <a:pt x="1710817" y="685939"/>
                  </a:lnTo>
                  <a:lnTo>
                    <a:pt x="1820189" y="171284"/>
                  </a:lnTo>
                  <a:lnTo>
                    <a:pt x="1822030" y="171284"/>
                  </a:lnTo>
                  <a:lnTo>
                    <a:pt x="1940687" y="685939"/>
                  </a:lnTo>
                  <a:lnTo>
                    <a:pt x="2198497" y="685939"/>
                  </a:lnTo>
                  <a:lnTo>
                    <a:pt x="2234895" y="514692"/>
                  </a:lnTo>
                  <a:lnTo>
                    <a:pt x="2341346" y="13944"/>
                  </a:lnTo>
                  <a:close/>
                </a:path>
                <a:path w="3693159" h="700404">
                  <a:moveTo>
                    <a:pt x="3024949" y="685939"/>
                  </a:moveTo>
                  <a:lnTo>
                    <a:pt x="3001048" y="554697"/>
                  </a:lnTo>
                  <a:lnTo>
                    <a:pt x="2977324" y="424408"/>
                  </a:lnTo>
                  <a:lnTo>
                    <a:pt x="2926461" y="145161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408"/>
                  </a:lnTo>
                  <a:lnTo>
                    <a:pt x="2600248" y="424408"/>
                  </a:lnTo>
                  <a:lnTo>
                    <a:pt x="2750858" y="145161"/>
                  </a:lnTo>
                  <a:lnTo>
                    <a:pt x="2753639" y="145161"/>
                  </a:lnTo>
                  <a:lnTo>
                    <a:pt x="2779877" y="424408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39"/>
                  </a:lnTo>
                  <a:lnTo>
                    <a:pt x="2453513" y="685939"/>
                  </a:lnTo>
                  <a:lnTo>
                    <a:pt x="2525153" y="554697"/>
                  </a:lnTo>
                  <a:lnTo>
                    <a:pt x="2797873" y="554697"/>
                  </a:lnTo>
                  <a:lnTo>
                    <a:pt x="2814612" y="685939"/>
                  </a:lnTo>
                  <a:lnTo>
                    <a:pt x="3024949" y="685939"/>
                  </a:lnTo>
                  <a:close/>
                </a:path>
                <a:path w="3693159" h="700404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39"/>
                  </a:lnTo>
                  <a:lnTo>
                    <a:pt x="3281819" y="685939"/>
                  </a:lnTo>
                  <a:lnTo>
                    <a:pt x="3424669" y="13944"/>
                  </a:lnTo>
                  <a:close/>
                </a:path>
                <a:path w="3693159" h="700404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4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4">
                  <a:moveTo>
                    <a:pt x="3692918" y="337553"/>
                  </a:moveTo>
                  <a:lnTo>
                    <a:pt x="3494570" y="337553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53"/>
                  </a:lnTo>
                  <a:close/>
                </a:path>
                <a:path w="3693159" h="700404">
                  <a:moveTo>
                    <a:pt x="3692918" y="175056"/>
                  </a:moveTo>
                  <a:lnTo>
                    <a:pt x="3494570" y="175056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56"/>
                  </a:lnTo>
                  <a:close/>
                </a:path>
                <a:path w="3693159" h="700404">
                  <a:moveTo>
                    <a:pt x="3692918" y="16802"/>
                  </a:moveTo>
                  <a:lnTo>
                    <a:pt x="3494570" y="16802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1047088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47088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47088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08860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860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08860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70632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570632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570632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32405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32405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32405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094177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094177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094177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355949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355949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355949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617721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617721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617721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879493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879493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879493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004961" y="4877009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29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0966450" y="5088043"/>
            <a:ext cx="7924800" cy="374339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ts val="2870"/>
              </a:lnSpc>
              <a:spcBef>
                <a:spcPts val="2880"/>
              </a:spcBef>
            </a:pP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Uma mensagem transmitida contendo um endereço de destino </a:t>
            </a:r>
            <a:r>
              <a:rPr lang="pt-BR" sz="3200" b="1" spc="-20" dirty="0" err="1">
                <a:solidFill>
                  <a:srgbClr val="FF0000"/>
                </a:solidFill>
                <a:latin typeface="Montserrat"/>
                <a:cs typeface="Montserrat"/>
              </a:rPr>
              <a:t>Unicast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 é aquela mensagem tradicional, enviada de origem a destino conforme você viu anteriormente, ou seja, um único dispositivo de origem envia uma mensagem para outro dispositivo de destino único. Veja a representação do envio de uma mensagem </a:t>
            </a:r>
            <a:r>
              <a:rPr lang="pt-BR" sz="3200" spc="-20" dirty="0" err="1">
                <a:solidFill>
                  <a:srgbClr val="FF0000"/>
                </a:solidFill>
                <a:latin typeface="Montserrat"/>
                <a:cs typeface="Montserrat"/>
              </a:rPr>
              <a:t>Unicast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 entre o dispositivo A e o dispositivo B.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2145691" y="1020182"/>
            <a:ext cx="15812717" cy="959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2865" marR="5080">
              <a:lnSpc>
                <a:spcPct val="107000"/>
              </a:lnSpc>
              <a:spcBef>
                <a:spcPts val="100"/>
              </a:spcBef>
            </a:pPr>
            <a:r>
              <a:rPr lang="pt-BR" b="1" spc="-15" dirty="0">
                <a:latin typeface="Montserrat ExtraBold"/>
                <a:cs typeface="Montserrat ExtraBold"/>
              </a:rPr>
              <a:t>UNICAST</a:t>
            </a:r>
            <a:endParaRPr spc="-25" dirty="0"/>
          </a:p>
        </p:txBody>
      </p:sp>
      <p:sp>
        <p:nvSpPr>
          <p:cNvPr id="37" name="object 37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8" name="Imagem 37">
            <a:extLst>
              <a:ext uri="{FF2B5EF4-FFF2-40B4-BE49-F238E27FC236}">
                <a16:creationId xmlns:a16="http://schemas.microsoft.com/office/drawing/2014/main" id="{87611FD7-2945-5A64-F50C-853297A90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144" y="2922401"/>
            <a:ext cx="8848541" cy="7739702"/>
          </a:xfrm>
          <a:prstGeom prst="rect">
            <a:avLst/>
          </a:prstGeom>
        </p:spPr>
      </p:pic>
      <p:sp>
        <p:nvSpPr>
          <p:cNvPr id="39" name="CaixaDeTexto 38">
            <a:extLst>
              <a:ext uri="{FF2B5EF4-FFF2-40B4-BE49-F238E27FC236}">
                <a16:creationId xmlns:a16="http://schemas.microsoft.com/office/drawing/2014/main" id="{E18B574C-2D5F-C5C5-76E4-3C91CE1768FC}"/>
              </a:ext>
            </a:extLst>
          </p:cNvPr>
          <p:cNvSpPr txBox="1"/>
          <p:nvPr/>
        </p:nvSpPr>
        <p:spPr>
          <a:xfrm>
            <a:off x="10948008" y="4034186"/>
            <a:ext cx="701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FF0000"/>
                </a:solidFill>
                <a:latin typeface="Montserrat Light" panose="00000400000000000000" pitchFamily="2" charset="0"/>
              </a:rPr>
              <a:t>TIPOS DE COMUNICAÇÃO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4FF28-4608-5258-682E-0DAD95A8C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31496D9F-76FA-C7FE-120E-FFFA825B58C3}"/>
              </a:ext>
            </a:extLst>
          </p:cNvPr>
          <p:cNvGrpSpPr/>
          <p:nvPr/>
        </p:nvGrpSpPr>
        <p:grpSpPr>
          <a:xfrm>
            <a:off x="0" y="2931847"/>
            <a:ext cx="8376920" cy="8376920"/>
            <a:chOff x="0" y="2931847"/>
            <a:chExt cx="8376920" cy="837692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A5D81F96-CF72-D2E3-8C8C-C985940B3A90}"/>
                </a:ext>
              </a:extLst>
            </p:cNvPr>
            <p:cNvSpPr/>
            <p:nvPr/>
          </p:nvSpPr>
          <p:spPr>
            <a:xfrm>
              <a:off x="0" y="2931847"/>
              <a:ext cx="8376920" cy="8220075"/>
            </a:xfrm>
            <a:custGeom>
              <a:avLst/>
              <a:gdLst/>
              <a:ahLst/>
              <a:cxnLst/>
              <a:rect l="l" t="t" r="r" b="b"/>
              <a:pathLst>
                <a:path w="8376920" h="8220075">
                  <a:moveTo>
                    <a:pt x="0" y="8219645"/>
                  </a:moveTo>
                  <a:lnTo>
                    <a:pt x="8376708" y="8219645"/>
                  </a:lnTo>
                  <a:lnTo>
                    <a:pt x="8376708" y="0"/>
                  </a:lnTo>
                  <a:lnTo>
                    <a:pt x="0" y="0"/>
                  </a:lnTo>
                  <a:lnTo>
                    <a:pt x="0" y="821964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EA83333-DFD6-4F7A-BDD9-D81A411A1139}"/>
                </a:ext>
              </a:extLst>
            </p:cNvPr>
            <p:cNvSpPr/>
            <p:nvPr/>
          </p:nvSpPr>
          <p:spPr>
            <a:xfrm>
              <a:off x="0" y="8167290"/>
              <a:ext cx="3141345" cy="3141345"/>
            </a:xfrm>
            <a:custGeom>
              <a:avLst/>
              <a:gdLst/>
              <a:ahLst/>
              <a:cxnLst/>
              <a:rect l="l" t="t" r="r" b="b"/>
              <a:pathLst>
                <a:path w="3141345" h="3141345">
                  <a:moveTo>
                    <a:pt x="3141265" y="0"/>
                  </a:moveTo>
                  <a:lnTo>
                    <a:pt x="0" y="0"/>
                  </a:lnTo>
                  <a:lnTo>
                    <a:pt x="0" y="3141265"/>
                  </a:lnTo>
                  <a:lnTo>
                    <a:pt x="3141265" y="3141265"/>
                  </a:lnTo>
                  <a:lnTo>
                    <a:pt x="3141265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>
            <a:extLst>
              <a:ext uri="{FF2B5EF4-FFF2-40B4-BE49-F238E27FC236}">
                <a16:creationId xmlns:a16="http://schemas.microsoft.com/office/drawing/2014/main" id="{78E55ABB-6AB4-7DCE-9CCB-728C9AD0328B}"/>
              </a:ext>
            </a:extLst>
          </p:cNvPr>
          <p:cNvGrpSpPr/>
          <p:nvPr/>
        </p:nvGrpSpPr>
        <p:grpSpPr>
          <a:xfrm>
            <a:off x="15364003" y="9319087"/>
            <a:ext cx="3693160" cy="942975"/>
            <a:chOff x="15364003" y="9319087"/>
            <a:chExt cx="3693160" cy="942975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EAE6A824-00F7-CF87-B92F-C207FE0D7AC8}"/>
                </a:ext>
              </a:extLst>
            </p:cNvPr>
            <p:cNvSpPr/>
            <p:nvPr/>
          </p:nvSpPr>
          <p:spPr>
            <a:xfrm>
              <a:off x="15364066" y="9319087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AE18A133-E828-8AD3-7E5C-718D8C0CF2B0}"/>
                </a:ext>
              </a:extLst>
            </p:cNvPr>
            <p:cNvSpPr/>
            <p:nvPr/>
          </p:nvSpPr>
          <p:spPr>
            <a:xfrm>
              <a:off x="15364003" y="9439611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4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4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4">
                  <a:moveTo>
                    <a:pt x="198348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53"/>
                  </a:lnTo>
                  <a:close/>
                </a:path>
                <a:path w="3693159" h="700404">
                  <a:moveTo>
                    <a:pt x="198348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56"/>
                  </a:lnTo>
                  <a:close/>
                </a:path>
                <a:path w="3693159" h="700404">
                  <a:moveTo>
                    <a:pt x="198348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802"/>
                  </a:lnTo>
                  <a:close/>
                </a:path>
                <a:path w="3693159" h="700404">
                  <a:moveTo>
                    <a:pt x="908519" y="161366"/>
                  </a:moveTo>
                  <a:lnTo>
                    <a:pt x="906360" y="130302"/>
                  </a:lnTo>
                  <a:lnTo>
                    <a:pt x="905611" y="119291"/>
                  </a:lnTo>
                  <a:lnTo>
                    <a:pt x="892365" y="84518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17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19"/>
                  </a:lnTo>
                  <a:lnTo>
                    <a:pt x="452539" y="52793"/>
                  </a:lnTo>
                  <a:lnTo>
                    <a:pt x="416775" y="79565"/>
                  </a:lnTo>
                  <a:lnTo>
                    <a:pt x="386105" y="113106"/>
                  </a:lnTo>
                  <a:lnTo>
                    <a:pt x="361505" y="154025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47"/>
                  </a:lnTo>
                  <a:lnTo>
                    <a:pt x="410464" y="366712"/>
                  </a:lnTo>
                  <a:lnTo>
                    <a:pt x="460248" y="387235"/>
                  </a:lnTo>
                  <a:lnTo>
                    <a:pt x="508927" y="402196"/>
                  </a:lnTo>
                  <a:lnTo>
                    <a:pt x="594918" y="424522"/>
                  </a:lnTo>
                  <a:lnTo>
                    <a:pt x="628230" y="436435"/>
                  </a:lnTo>
                  <a:lnTo>
                    <a:pt x="652437" y="451904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901"/>
                  </a:lnTo>
                  <a:lnTo>
                    <a:pt x="622058" y="552831"/>
                  </a:lnTo>
                  <a:lnTo>
                    <a:pt x="587781" y="565391"/>
                  </a:lnTo>
                  <a:lnTo>
                    <a:pt x="553491" y="569569"/>
                  </a:lnTo>
                  <a:lnTo>
                    <a:pt x="508863" y="563206"/>
                  </a:lnTo>
                  <a:lnTo>
                    <a:pt x="477088" y="544449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101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31"/>
                  </a:lnTo>
                  <a:lnTo>
                    <a:pt x="425462" y="692277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89"/>
                  </a:lnTo>
                  <a:lnTo>
                    <a:pt x="829360" y="569569"/>
                  </a:lnTo>
                  <a:lnTo>
                    <a:pt x="848944" y="535825"/>
                  </a:lnTo>
                  <a:lnTo>
                    <a:pt x="863396" y="491413"/>
                  </a:lnTo>
                  <a:lnTo>
                    <a:pt x="869175" y="436968"/>
                  </a:lnTo>
                  <a:lnTo>
                    <a:pt x="862241" y="393585"/>
                  </a:lnTo>
                  <a:lnTo>
                    <a:pt x="844702" y="359727"/>
                  </a:lnTo>
                  <a:lnTo>
                    <a:pt x="786168" y="314401"/>
                  </a:lnTo>
                  <a:lnTo>
                    <a:pt x="749376" y="299821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18"/>
                  </a:lnTo>
                  <a:lnTo>
                    <a:pt x="566496" y="244424"/>
                  </a:lnTo>
                  <a:lnTo>
                    <a:pt x="545185" y="222923"/>
                  </a:lnTo>
                  <a:lnTo>
                    <a:pt x="541693" y="191719"/>
                  </a:lnTo>
                  <a:lnTo>
                    <a:pt x="553224" y="167982"/>
                  </a:lnTo>
                  <a:lnTo>
                    <a:pt x="574852" y="148437"/>
                  </a:lnTo>
                  <a:lnTo>
                    <a:pt x="603161" y="135178"/>
                  </a:lnTo>
                  <a:lnTo>
                    <a:pt x="634758" y="130302"/>
                  </a:lnTo>
                  <a:lnTo>
                    <a:pt x="656818" y="131686"/>
                  </a:lnTo>
                  <a:lnTo>
                    <a:pt x="701903" y="151726"/>
                  </a:lnTo>
                  <a:lnTo>
                    <a:pt x="716381" y="192938"/>
                  </a:lnTo>
                  <a:lnTo>
                    <a:pt x="713574" y="211264"/>
                  </a:lnTo>
                  <a:lnTo>
                    <a:pt x="899693" y="211264"/>
                  </a:lnTo>
                  <a:lnTo>
                    <a:pt x="908519" y="161366"/>
                  </a:lnTo>
                  <a:close/>
                </a:path>
                <a:path w="3693159" h="700404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39"/>
                  </a:lnTo>
                  <a:lnTo>
                    <a:pt x="1438135" y="685939"/>
                  </a:lnTo>
                  <a:lnTo>
                    <a:pt x="1465884" y="555612"/>
                  </a:lnTo>
                  <a:lnTo>
                    <a:pt x="1140129" y="555612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68"/>
                  </a:lnTo>
                  <a:lnTo>
                    <a:pt x="1197978" y="282968"/>
                  </a:lnTo>
                  <a:lnTo>
                    <a:pt x="1227455" y="144246"/>
                  </a:lnTo>
                  <a:lnTo>
                    <a:pt x="1553210" y="144246"/>
                  </a:lnTo>
                  <a:lnTo>
                    <a:pt x="1580972" y="13944"/>
                  </a:lnTo>
                  <a:close/>
                </a:path>
                <a:path w="3693159" h="700404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87"/>
                  </a:lnTo>
                  <a:lnTo>
                    <a:pt x="2065553" y="514692"/>
                  </a:lnTo>
                  <a:lnTo>
                    <a:pt x="1984070" y="171284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39"/>
                  </a:lnTo>
                  <a:lnTo>
                    <a:pt x="1710817" y="685939"/>
                  </a:lnTo>
                  <a:lnTo>
                    <a:pt x="1820189" y="171284"/>
                  </a:lnTo>
                  <a:lnTo>
                    <a:pt x="1822030" y="171284"/>
                  </a:lnTo>
                  <a:lnTo>
                    <a:pt x="1940687" y="685939"/>
                  </a:lnTo>
                  <a:lnTo>
                    <a:pt x="2198497" y="685939"/>
                  </a:lnTo>
                  <a:lnTo>
                    <a:pt x="2234895" y="514692"/>
                  </a:lnTo>
                  <a:lnTo>
                    <a:pt x="2341346" y="13944"/>
                  </a:lnTo>
                  <a:close/>
                </a:path>
                <a:path w="3693159" h="700404">
                  <a:moveTo>
                    <a:pt x="3024949" y="685939"/>
                  </a:moveTo>
                  <a:lnTo>
                    <a:pt x="3001048" y="554697"/>
                  </a:lnTo>
                  <a:lnTo>
                    <a:pt x="2977324" y="424408"/>
                  </a:lnTo>
                  <a:lnTo>
                    <a:pt x="2926461" y="145161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408"/>
                  </a:lnTo>
                  <a:lnTo>
                    <a:pt x="2600248" y="424408"/>
                  </a:lnTo>
                  <a:lnTo>
                    <a:pt x="2750858" y="145161"/>
                  </a:lnTo>
                  <a:lnTo>
                    <a:pt x="2753639" y="145161"/>
                  </a:lnTo>
                  <a:lnTo>
                    <a:pt x="2779877" y="424408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39"/>
                  </a:lnTo>
                  <a:lnTo>
                    <a:pt x="2453513" y="685939"/>
                  </a:lnTo>
                  <a:lnTo>
                    <a:pt x="2525153" y="554697"/>
                  </a:lnTo>
                  <a:lnTo>
                    <a:pt x="2797873" y="554697"/>
                  </a:lnTo>
                  <a:lnTo>
                    <a:pt x="2814612" y="685939"/>
                  </a:lnTo>
                  <a:lnTo>
                    <a:pt x="3024949" y="685939"/>
                  </a:lnTo>
                  <a:close/>
                </a:path>
                <a:path w="3693159" h="700404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39"/>
                  </a:lnTo>
                  <a:lnTo>
                    <a:pt x="3281819" y="685939"/>
                  </a:lnTo>
                  <a:lnTo>
                    <a:pt x="3424669" y="13944"/>
                  </a:lnTo>
                  <a:close/>
                </a:path>
                <a:path w="3693159" h="700404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4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4">
                  <a:moveTo>
                    <a:pt x="3692918" y="337553"/>
                  </a:moveTo>
                  <a:lnTo>
                    <a:pt x="3494570" y="337553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53"/>
                  </a:lnTo>
                  <a:close/>
                </a:path>
                <a:path w="3693159" h="700404">
                  <a:moveTo>
                    <a:pt x="3692918" y="175056"/>
                  </a:moveTo>
                  <a:lnTo>
                    <a:pt x="3494570" y="175056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56"/>
                  </a:lnTo>
                  <a:close/>
                </a:path>
                <a:path w="3693159" h="700404">
                  <a:moveTo>
                    <a:pt x="3692918" y="16802"/>
                  </a:moveTo>
                  <a:lnTo>
                    <a:pt x="3494570" y="16802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24AF5247-9821-60F3-7AF1-22A0A44C22E3}"/>
              </a:ext>
            </a:extLst>
          </p:cNvPr>
          <p:cNvSpPr/>
          <p:nvPr/>
        </p:nvSpPr>
        <p:spPr>
          <a:xfrm>
            <a:off x="1047088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ADB92E8C-47BE-3279-9752-29463191CEF8}"/>
              </a:ext>
            </a:extLst>
          </p:cNvPr>
          <p:cNvSpPr/>
          <p:nvPr/>
        </p:nvSpPr>
        <p:spPr>
          <a:xfrm>
            <a:off x="1047088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4A2C0A04-5B30-AC85-0584-7CD2E2B992C2}"/>
              </a:ext>
            </a:extLst>
          </p:cNvPr>
          <p:cNvSpPr/>
          <p:nvPr/>
        </p:nvSpPr>
        <p:spPr>
          <a:xfrm>
            <a:off x="1047088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FECE4EC3-3853-F7F0-DD42-10F40DF2D741}"/>
              </a:ext>
            </a:extLst>
          </p:cNvPr>
          <p:cNvSpPr/>
          <p:nvPr/>
        </p:nvSpPr>
        <p:spPr>
          <a:xfrm>
            <a:off x="1308860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967BDB33-836F-62BC-F8FA-99A8B10ED108}"/>
              </a:ext>
            </a:extLst>
          </p:cNvPr>
          <p:cNvSpPr/>
          <p:nvPr/>
        </p:nvSpPr>
        <p:spPr>
          <a:xfrm>
            <a:off x="1308860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F13E28F1-2AE8-EF25-E24E-F89E1DCB014E}"/>
              </a:ext>
            </a:extLst>
          </p:cNvPr>
          <p:cNvSpPr/>
          <p:nvPr/>
        </p:nvSpPr>
        <p:spPr>
          <a:xfrm>
            <a:off x="1308860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C39A4C88-87DD-0483-0AD0-8783C99951F9}"/>
              </a:ext>
            </a:extLst>
          </p:cNvPr>
          <p:cNvSpPr/>
          <p:nvPr/>
        </p:nvSpPr>
        <p:spPr>
          <a:xfrm>
            <a:off x="1570632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349CB9B-F6CF-20C8-EAF8-2F39FAD88102}"/>
              </a:ext>
            </a:extLst>
          </p:cNvPr>
          <p:cNvSpPr/>
          <p:nvPr/>
        </p:nvSpPr>
        <p:spPr>
          <a:xfrm>
            <a:off x="1570632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C53F0223-B8B1-457E-A2E0-FBEE6A19FFC9}"/>
              </a:ext>
            </a:extLst>
          </p:cNvPr>
          <p:cNvSpPr/>
          <p:nvPr/>
        </p:nvSpPr>
        <p:spPr>
          <a:xfrm>
            <a:off x="1570632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6C3F4D6A-C3DD-C4E9-EBF7-A09387102F31}"/>
              </a:ext>
            </a:extLst>
          </p:cNvPr>
          <p:cNvSpPr/>
          <p:nvPr/>
        </p:nvSpPr>
        <p:spPr>
          <a:xfrm>
            <a:off x="1832405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26BA6DA8-89CC-EFD4-99D0-CF6EAFF367BD}"/>
              </a:ext>
            </a:extLst>
          </p:cNvPr>
          <p:cNvSpPr/>
          <p:nvPr/>
        </p:nvSpPr>
        <p:spPr>
          <a:xfrm>
            <a:off x="1832405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2E1572E5-7ED9-2297-C9E0-4499C239DB16}"/>
              </a:ext>
            </a:extLst>
          </p:cNvPr>
          <p:cNvSpPr/>
          <p:nvPr/>
        </p:nvSpPr>
        <p:spPr>
          <a:xfrm>
            <a:off x="1832405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7E76912D-689C-C9C1-4D86-B5A042607B46}"/>
              </a:ext>
            </a:extLst>
          </p:cNvPr>
          <p:cNvSpPr/>
          <p:nvPr/>
        </p:nvSpPr>
        <p:spPr>
          <a:xfrm>
            <a:off x="2094177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DB8063F2-5E7B-F933-B4A8-CE102C31BE20}"/>
              </a:ext>
            </a:extLst>
          </p:cNvPr>
          <p:cNvSpPr/>
          <p:nvPr/>
        </p:nvSpPr>
        <p:spPr>
          <a:xfrm>
            <a:off x="2094177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8E5860D5-26A0-D808-237F-B6D66D0747B9}"/>
              </a:ext>
            </a:extLst>
          </p:cNvPr>
          <p:cNvSpPr/>
          <p:nvPr/>
        </p:nvSpPr>
        <p:spPr>
          <a:xfrm>
            <a:off x="2094177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6EEFBC4B-C396-5CF7-65E8-E5FD85D2C3E5}"/>
              </a:ext>
            </a:extLst>
          </p:cNvPr>
          <p:cNvSpPr/>
          <p:nvPr/>
        </p:nvSpPr>
        <p:spPr>
          <a:xfrm>
            <a:off x="2355949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E3376C9F-FCAE-7BF3-D032-D53CD5598094}"/>
              </a:ext>
            </a:extLst>
          </p:cNvPr>
          <p:cNvSpPr/>
          <p:nvPr/>
        </p:nvSpPr>
        <p:spPr>
          <a:xfrm>
            <a:off x="2355949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699D31CB-BBFC-05D3-47D0-52C9C3B282BE}"/>
              </a:ext>
            </a:extLst>
          </p:cNvPr>
          <p:cNvSpPr/>
          <p:nvPr/>
        </p:nvSpPr>
        <p:spPr>
          <a:xfrm>
            <a:off x="2355949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2B0C755B-18C6-8336-BB4A-C6B074EC04F0}"/>
              </a:ext>
            </a:extLst>
          </p:cNvPr>
          <p:cNvSpPr/>
          <p:nvPr/>
        </p:nvSpPr>
        <p:spPr>
          <a:xfrm>
            <a:off x="2617721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137DF418-E79B-A4ED-C89E-0B678E41632B}"/>
              </a:ext>
            </a:extLst>
          </p:cNvPr>
          <p:cNvSpPr/>
          <p:nvPr/>
        </p:nvSpPr>
        <p:spPr>
          <a:xfrm>
            <a:off x="2617721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597383AE-84FE-9DD0-792C-21B729BDB3C0}"/>
              </a:ext>
            </a:extLst>
          </p:cNvPr>
          <p:cNvSpPr/>
          <p:nvPr/>
        </p:nvSpPr>
        <p:spPr>
          <a:xfrm>
            <a:off x="2617721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C7351FD0-65DE-9293-FDF6-48751FE25309}"/>
              </a:ext>
            </a:extLst>
          </p:cNvPr>
          <p:cNvSpPr/>
          <p:nvPr/>
        </p:nvSpPr>
        <p:spPr>
          <a:xfrm>
            <a:off x="2879493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602E7E5D-755C-0CDB-3BAA-D5B9F2F79D9D}"/>
              </a:ext>
            </a:extLst>
          </p:cNvPr>
          <p:cNvSpPr/>
          <p:nvPr/>
        </p:nvSpPr>
        <p:spPr>
          <a:xfrm>
            <a:off x="2879493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862E4D8F-A6BE-39BD-D8A6-F780F8B493D7}"/>
              </a:ext>
            </a:extLst>
          </p:cNvPr>
          <p:cNvSpPr/>
          <p:nvPr/>
        </p:nvSpPr>
        <p:spPr>
          <a:xfrm>
            <a:off x="2879493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9D280C73-BAC4-377A-D68A-8331C16F2D3F}"/>
              </a:ext>
            </a:extLst>
          </p:cNvPr>
          <p:cNvSpPr/>
          <p:nvPr/>
        </p:nvSpPr>
        <p:spPr>
          <a:xfrm>
            <a:off x="9004961" y="4877009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29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9591E7AD-F96A-B6AF-702B-F2059A7919DD}"/>
              </a:ext>
            </a:extLst>
          </p:cNvPr>
          <p:cNvSpPr txBox="1"/>
          <p:nvPr/>
        </p:nvSpPr>
        <p:spPr>
          <a:xfrm>
            <a:off x="10966450" y="5088043"/>
            <a:ext cx="7924800" cy="374339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ts val="2870"/>
              </a:lnSpc>
              <a:spcBef>
                <a:spcPts val="2880"/>
              </a:spcBef>
            </a:pP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Uma mensagem transmitida contendo um endereço de destino </a:t>
            </a:r>
            <a:r>
              <a:rPr lang="pt-BR" sz="3200" b="1" spc="-20" dirty="0" err="1">
                <a:solidFill>
                  <a:srgbClr val="FF0000"/>
                </a:solidFill>
                <a:latin typeface="Montserrat"/>
                <a:cs typeface="Montserrat"/>
              </a:rPr>
              <a:t>Unicast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 é aquela mensagem tradicional, enviada de origem a destino conforme você viu anteriormente, ou seja, um único dispositivo de origem envia uma mensagem para outro dispositivo de destino único. Veja a representação do envio de uma mensagem </a:t>
            </a:r>
            <a:r>
              <a:rPr lang="pt-BR" sz="3200" spc="-20" dirty="0" err="1">
                <a:solidFill>
                  <a:srgbClr val="FF0000"/>
                </a:solidFill>
                <a:latin typeface="Montserrat"/>
                <a:cs typeface="Montserrat"/>
              </a:rPr>
              <a:t>Unicast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 entre o dispositivo A e o dispositivo B.</a:t>
            </a:r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D104AF2A-A355-DA29-5104-A4307B9834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45691" y="1020182"/>
            <a:ext cx="15812717" cy="959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2865" marR="5080">
              <a:lnSpc>
                <a:spcPct val="107000"/>
              </a:lnSpc>
              <a:spcBef>
                <a:spcPts val="100"/>
              </a:spcBef>
            </a:pPr>
            <a:r>
              <a:rPr lang="pt-BR" b="1" spc="-15" dirty="0">
                <a:latin typeface="Montserrat ExtraBold"/>
                <a:cs typeface="Montserrat ExtraBold"/>
              </a:rPr>
              <a:t>UNICAST</a:t>
            </a:r>
            <a:endParaRPr spc="-25" dirty="0"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8FC22118-EDB2-2B73-3598-2992460DC970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8" name="Imagem 37">
            <a:extLst>
              <a:ext uri="{FF2B5EF4-FFF2-40B4-BE49-F238E27FC236}">
                <a16:creationId xmlns:a16="http://schemas.microsoft.com/office/drawing/2014/main" id="{A6BB1758-5EC4-71E3-9CBA-7E39285A7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144" y="2922401"/>
            <a:ext cx="8848541" cy="7739702"/>
          </a:xfrm>
          <a:prstGeom prst="rect">
            <a:avLst/>
          </a:prstGeom>
        </p:spPr>
      </p:pic>
      <p:sp>
        <p:nvSpPr>
          <p:cNvPr id="39" name="CaixaDeTexto 38">
            <a:extLst>
              <a:ext uri="{FF2B5EF4-FFF2-40B4-BE49-F238E27FC236}">
                <a16:creationId xmlns:a16="http://schemas.microsoft.com/office/drawing/2014/main" id="{8F74E11E-CF92-806F-C726-52612032965E}"/>
              </a:ext>
            </a:extLst>
          </p:cNvPr>
          <p:cNvSpPr txBox="1"/>
          <p:nvPr/>
        </p:nvSpPr>
        <p:spPr>
          <a:xfrm>
            <a:off x="10948008" y="4034186"/>
            <a:ext cx="701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FF0000"/>
                </a:solidFill>
                <a:latin typeface="Montserrat Light" panose="00000400000000000000" pitchFamily="2" charset="0"/>
              </a:rPr>
              <a:t>TIPOS DE COMUNICAÇÃO</a:t>
            </a:r>
          </a:p>
        </p:txBody>
      </p:sp>
    </p:spTree>
    <p:extLst>
      <p:ext uri="{BB962C8B-B14F-4D97-AF65-F5344CB8AC3E}">
        <p14:creationId xmlns:p14="http://schemas.microsoft.com/office/powerpoint/2010/main" val="19289388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DCC54-83FC-5C4B-2ECF-D825C9873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34B20C0-F171-C838-0665-73831A6D2450}"/>
              </a:ext>
            </a:extLst>
          </p:cNvPr>
          <p:cNvGrpSpPr/>
          <p:nvPr/>
        </p:nvGrpSpPr>
        <p:grpSpPr>
          <a:xfrm>
            <a:off x="0" y="2931847"/>
            <a:ext cx="8376920" cy="8376920"/>
            <a:chOff x="0" y="2931847"/>
            <a:chExt cx="8376920" cy="837692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BB635596-B5C3-21BE-2E2B-EDF2418B0191}"/>
                </a:ext>
              </a:extLst>
            </p:cNvPr>
            <p:cNvSpPr/>
            <p:nvPr/>
          </p:nvSpPr>
          <p:spPr>
            <a:xfrm>
              <a:off x="0" y="2931847"/>
              <a:ext cx="8376920" cy="8220075"/>
            </a:xfrm>
            <a:custGeom>
              <a:avLst/>
              <a:gdLst/>
              <a:ahLst/>
              <a:cxnLst/>
              <a:rect l="l" t="t" r="r" b="b"/>
              <a:pathLst>
                <a:path w="8376920" h="8220075">
                  <a:moveTo>
                    <a:pt x="0" y="8219645"/>
                  </a:moveTo>
                  <a:lnTo>
                    <a:pt x="8376708" y="8219645"/>
                  </a:lnTo>
                  <a:lnTo>
                    <a:pt x="8376708" y="0"/>
                  </a:lnTo>
                  <a:lnTo>
                    <a:pt x="0" y="0"/>
                  </a:lnTo>
                  <a:lnTo>
                    <a:pt x="0" y="821964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2E4D285-A098-E470-C25C-19121ED3B762}"/>
                </a:ext>
              </a:extLst>
            </p:cNvPr>
            <p:cNvSpPr/>
            <p:nvPr/>
          </p:nvSpPr>
          <p:spPr>
            <a:xfrm>
              <a:off x="0" y="8167290"/>
              <a:ext cx="3141345" cy="3141345"/>
            </a:xfrm>
            <a:custGeom>
              <a:avLst/>
              <a:gdLst/>
              <a:ahLst/>
              <a:cxnLst/>
              <a:rect l="l" t="t" r="r" b="b"/>
              <a:pathLst>
                <a:path w="3141345" h="3141345">
                  <a:moveTo>
                    <a:pt x="3141265" y="0"/>
                  </a:moveTo>
                  <a:lnTo>
                    <a:pt x="0" y="0"/>
                  </a:lnTo>
                  <a:lnTo>
                    <a:pt x="0" y="3141265"/>
                  </a:lnTo>
                  <a:lnTo>
                    <a:pt x="3141265" y="3141265"/>
                  </a:lnTo>
                  <a:lnTo>
                    <a:pt x="3141265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>
            <a:extLst>
              <a:ext uri="{FF2B5EF4-FFF2-40B4-BE49-F238E27FC236}">
                <a16:creationId xmlns:a16="http://schemas.microsoft.com/office/drawing/2014/main" id="{65499F84-954D-2B78-303E-B4C91B11D012}"/>
              </a:ext>
            </a:extLst>
          </p:cNvPr>
          <p:cNvGrpSpPr/>
          <p:nvPr/>
        </p:nvGrpSpPr>
        <p:grpSpPr>
          <a:xfrm>
            <a:off x="15364003" y="9319087"/>
            <a:ext cx="3693160" cy="942975"/>
            <a:chOff x="15364003" y="9319087"/>
            <a:chExt cx="3693160" cy="942975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42498F70-516C-03A4-22C2-3AEA7C5FDDC5}"/>
                </a:ext>
              </a:extLst>
            </p:cNvPr>
            <p:cNvSpPr/>
            <p:nvPr/>
          </p:nvSpPr>
          <p:spPr>
            <a:xfrm>
              <a:off x="15364066" y="9319087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8CEBC636-C6B9-F40B-8051-08F4C76C2E6A}"/>
                </a:ext>
              </a:extLst>
            </p:cNvPr>
            <p:cNvSpPr/>
            <p:nvPr/>
          </p:nvSpPr>
          <p:spPr>
            <a:xfrm>
              <a:off x="15364003" y="9439611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4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4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4">
                  <a:moveTo>
                    <a:pt x="198348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53"/>
                  </a:lnTo>
                  <a:close/>
                </a:path>
                <a:path w="3693159" h="700404">
                  <a:moveTo>
                    <a:pt x="198348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56"/>
                  </a:lnTo>
                  <a:close/>
                </a:path>
                <a:path w="3693159" h="700404">
                  <a:moveTo>
                    <a:pt x="198348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802"/>
                  </a:lnTo>
                  <a:close/>
                </a:path>
                <a:path w="3693159" h="700404">
                  <a:moveTo>
                    <a:pt x="908519" y="161366"/>
                  </a:moveTo>
                  <a:lnTo>
                    <a:pt x="906360" y="130302"/>
                  </a:lnTo>
                  <a:lnTo>
                    <a:pt x="905611" y="119291"/>
                  </a:lnTo>
                  <a:lnTo>
                    <a:pt x="892365" y="84518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17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19"/>
                  </a:lnTo>
                  <a:lnTo>
                    <a:pt x="452539" y="52793"/>
                  </a:lnTo>
                  <a:lnTo>
                    <a:pt x="416775" y="79565"/>
                  </a:lnTo>
                  <a:lnTo>
                    <a:pt x="386105" y="113106"/>
                  </a:lnTo>
                  <a:lnTo>
                    <a:pt x="361505" y="154025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47"/>
                  </a:lnTo>
                  <a:lnTo>
                    <a:pt x="410464" y="366712"/>
                  </a:lnTo>
                  <a:lnTo>
                    <a:pt x="460248" y="387235"/>
                  </a:lnTo>
                  <a:lnTo>
                    <a:pt x="508927" y="402196"/>
                  </a:lnTo>
                  <a:lnTo>
                    <a:pt x="594918" y="424522"/>
                  </a:lnTo>
                  <a:lnTo>
                    <a:pt x="628230" y="436435"/>
                  </a:lnTo>
                  <a:lnTo>
                    <a:pt x="652437" y="451904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901"/>
                  </a:lnTo>
                  <a:lnTo>
                    <a:pt x="622058" y="552831"/>
                  </a:lnTo>
                  <a:lnTo>
                    <a:pt x="587781" y="565391"/>
                  </a:lnTo>
                  <a:lnTo>
                    <a:pt x="553491" y="569569"/>
                  </a:lnTo>
                  <a:lnTo>
                    <a:pt x="508863" y="563206"/>
                  </a:lnTo>
                  <a:lnTo>
                    <a:pt x="477088" y="544449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101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31"/>
                  </a:lnTo>
                  <a:lnTo>
                    <a:pt x="425462" y="692277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89"/>
                  </a:lnTo>
                  <a:lnTo>
                    <a:pt x="829360" y="569569"/>
                  </a:lnTo>
                  <a:lnTo>
                    <a:pt x="848944" y="535825"/>
                  </a:lnTo>
                  <a:lnTo>
                    <a:pt x="863396" y="491413"/>
                  </a:lnTo>
                  <a:lnTo>
                    <a:pt x="869175" y="436968"/>
                  </a:lnTo>
                  <a:lnTo>
                    <a:pt x="862241" y="393585"/>
                  </a:lnTo>
                  <a:lnTo>
                    <a:pt x="844702" y="359727"/>
                  </a:lnTo>
                  <a:lnTo>
                    <a:pt x="786168" y="314401"/>
                  </a:lnTo>
                  <a:lnTo>
                    <a:pt x="749376" y="299821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18"/>
                  </a:lnTo>
                  <a:lnTo>
                    <a:pt x="566496" y="244424"/>
                  </a:lnTo>
                  <a:lnTo>
                    <a:pt x="545185" y="222923"/>
                  </a:lnTo>
                  <a:lnTo>
                    <a:pt x="541693" y="191719"/>
                  </a:lnTo>
                  <a:lnTo>
                    <a:pt x="553224" y="167982"/>
                  </a:lnTo>
                  <a:lnTo>
                    <a:pt x="574852" y="148437"/>
                  </a:lnTo>
                  <a:lnTo>
                    <a:pt x="603161" y="135178"/>
                  </a:lnTo>
                  <a:lnTo>
                    <a:pt x="634758" y="130302"/>
                  </a:lnTo>
                  <a:lnTo>
                    <a:pt x="656818" y="131686"/>
                  </a:lnTo>
                  <a:lnTo>
                    <a:pt x="701903" y="151726"/>
                  </a:lnTo>
                  <a:lnTo>
                    <a:pt x="716381" y="192938"/>
                  </a:lnTo>
                  <a:lnTo>
                    <a:pt x="713574" y="211264"/>
                  </a:lnTo>
                  <a:lnTo>
                    <a:pt x="899693" y="211264"/>
                  </a:lnTo>
                  <a:lnTo>
                    <a:pt x="908519" y="161366"/>
                  </a:lnTo>
                  <a:close/>
                </a:path>
                <a:path w="3693159" h="700404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39"/>
                  </a:lnTo>
                  <a:lnTo>
                    <a:pt x="1438135" y="685939"/>
                  </a:lnTo>
                  <a:lnTo>
                    <a:pt x="1465884" y="555612"/>
                  </a:lnTo>
                  <a:lnTo>
                    <a:pt x="1140129" y="555612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68"/>
                  </a:lnTo>
                  <a:lnTo>
                    <a:pt x="1197978" y="282968"/>
                  </a:lnTo>
                  <a:lnTo>
                    <a:pt x="1227455" y="144246"/>
                  </a:lnTo>
                  <a:lnTo>
                    <a:pt x="1553210" y="144246"/>
                  </a:lnTo>
                  <a:lnTo>
                    <a:pt x="1580972" y="13944"/>
                  </a:lnTo>
                  <a:close/>
                </a:path>
                <a:path w="3693159" h="700404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87"/>
                  </a:lnTo>
                  <a:lnTo>
                    <a:pt x="2065553" y="514692"/>
                  </a:lnTo>
                  <a:lnTo>
                    <a:pt x="1984070" y="171284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39"/>
                  </a:lnTo>
                  <a:lnTo>
                    <a:pt x="1710817" y="685939"/>
                  </a:lnTo>
                  <a:lnTo>
                    <a:pt x="1820189" y="171284"/>
                  </a:lnTo>
                  <a:lnTo>
                    <a:pt x="1822030" y="171284"/>
                  </a:lnTo>
                  <a:lnTo>
                    <a:pt x="1940687" y="685939"/>
                  </a:lnTo>
                  <a:lnTo>
                    <a:pt x="2198497" y="685939"/>
                  </a:lnTo>
                  <a:lnTo>
                    <a:pt x="2234895" y="514692"/>
                  </a:lnTo>
                  <a:lnTo>
                    <a:pt x="2341346" y="13944"/>
                  </a:lnTo>
                  <a:close/>
                </a:path>
                <a:path w="3693159" h="700404">
                  <a:moveTo>
                    <a:pt x="3024949" y="685939"/>
                  </a:moveTo>
                  <a:lnTo>
                    <a:pt x="3001048" y="554697"/>
                  </a:lnTo>
                  <a:lnTo>
                    <a:pt x="2977324" y="424408"/>
                  </a:lnTo>
                  <a:lnTo>
                    <a:pt x="2926461" y="145161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408"/>
                  </a:lnTo>
                  <a:lnTo>
                    <a:pt x="2600248" y="424408"/>
                  </a:lnTo>
                  <a:lnTo>
                    <a:pt x="2750858" y="145161"/>
                  </a:lnTo>
                  <a:lnTo>
                    <a:pt x="2753639" y="145161"/>
                  </a:lnTo>
                  <a:lnTo>
                    <a:pt x="2779877" y="424408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39"/>
                  </a:lnTo>
                  <a:lnTo>
                    <a:pt x="2453513" y="685939"/>
                  </a:lnTo>
                  <a:lnTo>
                    <a:pt x="2525153" y="554697"/>
                  </a:lnTo>
                  <a:lnTo>
                    <a:pt x="2797873" y="554697"/>
                  </a:lnTo>
                  <a:lnTo>
                    <a:pt x="2814612" y="685939"/>
                  </a:lnTo>
                  <a:lnTo>
                    <a:pt x="3024949" y="685939"/>
                  </a:lnTo>
                  <a:close/>
                </a:path>
                <a:path w="3693159" h="700404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39"/>
                  </a:lnTo>
                  <a:lnTo>
                    <a:pt x="3281819" y="685939"/>
                  </a:lnTo>
                  <a:lnTo>
                    <a:pt x="3424669" y="13944"/>
                  </a:lnTo>
                  <a:close/>
                </a:path>
                <a:path w="3693159" h="700404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4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4">
                  <a:moveTo>
                    <a:pt x="3692918" y="337553"/>
                  </a:moveTo>
                  <a:lnTo>
                    <a:pt x="3494570" y="337553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53"/>
                  </a:lnTo>
                  <a:close/>
                </a:path>
                <a:path w="3693159" h="700404">
                  <a:moveTo>
                    <a:pt x="3692918" y="175056"/>
                  </a:moveTo>
                  <a:lnTo>
                    <a:pt x="3494570" y="175056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56"/>
                  </a:lnTo>
                  <a:close/>
                </a:path>
                <a:path w="3693159" h="700404">
                  <a:moveTo>
                    <a:pt x="3692918" y="16802"/>
                  </a:moveTo>
                  <a:lnTo>
                    <a:pt x="3494570" y="16802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B320468B-0F32-3334-6503-D8DECDD2F12E}"/>
              </a:ext>
            </a:extLst>
          </p:cNvPr>
          <p:cNvSpPr/>
          <p:nvPr/>
        </p:nvSpPr>
        <p:spPr>
          <a:xfrm>
            <a:off x="1047088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74D2AEE2-AAB4-E024-8B77-1C5F362B9C7B}"/>
              </a:ext>
            </a:extLst>
          </p:cNvPr>
          <p:cNvSpPr/>
          <p:nvPr/>
        </p:nvSpPr>
        <p:spPr>
          <a:xfrm>
            <a:off x="1047088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17A1C9E2-3F5B-9525-D835-5085F68B9E56}"/>
              </a:ext>
            </a:extLst>
          </p:cNvPr>
          <p:cNvSpPr/>
          <p:nvPr/>
        </p:nvSpPr>
        <p:spPr>
          <a:xfrm>
            <a:off x="1047088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34040F09-0E95-5E66-1289-6AAD5C505061}"/>
              </a:ext>
            </a:extLst>
          </p:cNvPr>
          <p:cNvSpPr/>
          <p:nvPr/>
        </p:nvSpPr>
        <p:spPr>
          <a:xfrm>
            <a:off x="1308860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2F5B8423-E2A1-7254-21A8-3236EA8E5C9A}"/>
              </a:ext>
            </a:extLst>
          </p:cNvPr>
          <p:cNvSpPr/>
          <p:nvPr/>
        </p:nvSpPr>
        <p:spPr>
          <a:xfrm>
            <a:off x="1308860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B0D755CE-CEE8-B24E-3EE7-DEC31E8279CA}"/>
              </a:ext>
            </a:extLst>
          </p:cNvPr>
          <p:cNvSpPr/>
          <p:nvPr/>
        </p:nvSpPr>
        <p:spPr>
          <a:xfrm>
            <a:off x="1308860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BB4420EF-AEAB-EA22-85CF-F7F52F852914}"/>
              </a:ext>
            </a:extLst>
          </p:cNvPr>
          <p:cNvSpPr/>
          <p:nvPr/>
        </p:nvSpPr>
        <p:spPr>
          <a:xfrm>
            <a:off x="1570632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584E7357-1D6B-2E23-6E8F-EBCF3C031B3E}"/>
              </a:ext>
            </a:extLst>
          </p:cNvPr>
          <p:cNvSpPr/>
          <p:nvPr/>
        </p:nvSpPr>
        <p:spPr>
          <a:xfrm>
            <a:off x="1570632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D39F5086-B76E-CEE7-2EB5-76EBFDF7489A}"/>
              </a:ext>
            </a:extLst>
          </p:cNvPr>
          <p:cNvSpPr/>
          <p:nvPr/>
        </p:nvSpPr>
        <p:spPr>
          <a:xfrm>
            <a:off x="1570632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86535E4B-D407-1F78-FE0C-74E8B9378AFB}"/>
              </a:ext>
            </a:extLst>
          </p:cNvPr>
          <p:cNvSpPr/>
          <p:nvPr/>
        </p:nvSpPr>
        <p:spPr>
          <a:xfrm>
            <a:off x="1832405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E5057E9C-447E-8AF1-A324-F93D2ED69554}"/>
              </a:ext>
            </a:extLst>
          </p:cNvPr>
          <p:cNvSpPr/>
          <p:nvPr/>
        </p:nvSpPr>
        <p:spPr>
          <a:xfrm>
            <a:off x="1832405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84B770C5-6C85-C528-F147-4209F2C726EC}"/>
              </a:ext>
            </a:extLst>
          </p:cNvPr>
          <p:cNvSpPr/>
          <p:nvPr/>
        </p:nvSpPr>
        <p:spPr>
          <a:xfrm>
            <a:off x="1832405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FFAFE8BF-A3B4-0BD0-8D0F-440E45E891F3}"/>
              </a:ext>
            </a:extLst>
          </p:cNvPr>
          <p:cNvSpPr/>
          <p:nvPr/>
        </p:nvSpPr>
        <p:spPr>
          <a:xfrm>
            <a:off x="2094177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AE232850-D9E6-5723-F03F-502C3871C91F}"/>
              </a:ext>
            </a:extLst>
          </p:cNvPr>
          <p:cNvSpPr/>
          <p:nvPr/>
        </p:nvSpPr>
        <p:spPr>
          <a:xfrm>
            <a:off x="2094177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F26D374F-D1E7-E2CC-55BA-7ECA18368AD4}"/>
              </a:ext>
            </a:extLst>
          </p:cNvPr>
          <p:cNvSpPr/>
          <p:nvPr/>
        </p:nvSpPr>
        <p:spPr>
          <a:xfrm>
            <a:off x="2094177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C1597EE2-B972-EFCE-D745-3118C6A27FAC}"/>
              </a:ext>
            </a:extLst>
          </p:cNvPr>
          <p:cNvSpPr/>
          <p:nvPr/>
        </p:nvSpPr>
        <p:spPr>
          <a:xfrm>
            <a:off x="2355949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FE056C4D-A133-ABBC-FE09-A08DEFDACF0A}"/>
              </a:ext>
            </a:extLst>
          </p:cNvPr>
          <p:cNvSpPr/>
          <p:nvPr/>
        </p:nvSpPr>
        <p:spPr>
          <a:xfrm>
            <a:off x="2355949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9D6C2FB8-BD88-EE1A-D460-243F0AC86E12}"/>
              </a:ext>
            </a:extLst>
          </p:cNvPr>
          <p:cNvSpPr/>
          <p:nvPr/>
        </p:nvSpPr>
        <p:spPr>
          <a:xfrm>
            <a:off x="2355949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0E1756BC-3D33-05B3-B40E-92585342429D}"/>
              </a:ext>
            </a:extLst>
          </p:cNvPr>
          <p:cNvSpPr/>
          <p:nvPr/>
        </p:nvSpPr>
        <p:spPr>
          <a:xfrm>
            <a:off x="2617721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436D2ECF-9CEF-87D2-83F0-81EA7927BE2A}"/>
              </a:ext>
            </a:extLst>
          </p:cNvPr>
          <p:cNvSpPr/>
          <p:nvPr/>
        </p:nvSpPr>
        <p:spPr>
          <a:xfrm>
            <a:off x="2617721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47856663-BF43-9AF2-5AB6-B1BA5FA02EA8}"/>
              </a:ext>
            </a:extLst>
          </p:cNvPr>
          <p:cNvSpPr/>
          <p:nvPr/>
        </p:nvSpPr>
        <p:spPr>
          <a:xfrm>
            <a:off x="2617721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926D8239-0C5F-8417-18D6-7C2D16FF4CC3}"/>
              </a:ext>
            </a:extLst>
          </p:cNvPr>
          <p:cNvSpPr/>
          <p:nvPr/>
        </p:nvSpPr>
        <p:spPr>
          <a:xfrm>
            <a:off x="2879493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2CBD0CDB-3B85-8399-54C1-3401D7796259}"/>
              </a:ext>
            </a:extLst>
          </p:cNvPr>
          <p:cNvSpPr/>
          <p:nvPr/>
        </p:nvSpPr>
        <p:spPr>
          <a:xfrm>
            <a:off x="2879493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7082080E-E588-1AA1-6AC3-C5FF0F8C1A6C}"/>
              </a:ext>
            </a:extLst>
          </p:cNvPr>
          <p:cNvSpPr/>
          <p:nvPr/>
        </p:nvSpPr>
        <p:spPr>
          <a:xfrm>
            <a:off x="2879493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0D7EEC52-CB15-096F-096F-976B5FFE4F16}"/>
              </a:ext>
            </a:extLst>
          </p:cNvPr>
          <p:cNvSpPr/>
          <p:nvPr/>
        </p:nvSpPr>
        <p:spPr>
          <a:xfrm>
            <a:off x="9004961" y="4877009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29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D61FB315-A345-3B8E-9270-EB54FC1CD54F}"/>
              </a:ext>
            </a:extLst>
          </p:cNvPr>
          <p:cNvSpPr txBox="1"/>
          <p:nvPr/>
        </p:nvSpPr>
        <p:spPr>
          <a:xfrm>
            <a:off x="10966450" y="5088043"/>
            <a:ext cx="7924800" cy="371806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ts val="2870"/>
              </a:lnSpc>
              <a:spcBef>
                <a:spcPts val="2880"/>
              </a:spcBef>
            </a:pP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Uma mensagem em </a:t>
            </a:r>
            <a:r>
              <a:rPr lang="pt-BR" sz="2400" spc="-20" dirty="0" err="1">
                <a:solidFill>
                  <a:srgbClr val="4D4D4D"/>
                </a:solidFill>
                <a:latin typeface="Montserrat"/>
                <a:cs typeface="Montserrat"/>
              </a:rPr>
              <a:t>Multicast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 é utilizada quando uma mensagem precisa ser transmitida para um determinado grupo de dispositivos de destino dentro de uma rede, ou seja, a mensagem não será recebida por um único dispositivo ou todos os dispositivos naquela rede mas sim, para um grupo específico. Veja um exemplo de uma mensagem </a:t>
            </a:r>
            <a:r>
              <a:rPr lang="pt-BR" sz="2400" spc="-20" dirty="0" err="1">
                <a:solidFill>
                  <a:srgbClr val="4D4D4D"/>
                </a:solidFill>
                <a:latin typeface="Montserrat"/>
                <a:cs typeface="Montserrat"/>
              </a:rPr>
              <a:t>Multicast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 onde o dispositivo A envia uma mensagem em </a:t>
            </a:r>
            <a:r>
              <a:rPr lang="pt-BR" sz="2400" spc="-20" dirty="0" err="1">
                <a:solidFill>
                  <a:srgbClr val="4D4D4D"/>
                </a:solidFill>
                <a:latin typeface="Montserrat"/>
                <a:cs typeface="Montserrat"/>
              </a:rPr>
              <a:t>Multicast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 para o grupo a que pertencem os dispositivos C e D.</a:t>
            </a:r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188FCF47-B99E-2F6F-6770-B831BC2DDA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45691" y="1020182"/>
            <a:ext cx="15812717" cy="959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2865" marR="5080">
              <a:lnSpc>
                <a:spcPct val="107000"/>
              </a:lnSpc>
              <a:spcBef>
                <a:spcPts val="100"/>
              </a:spcBef>
            </a:pPr>
            <a:r>
              <a:rPr lang="pt-BR" b="1" spc="-15" dirty="0">
                <a:latin typeface="Montserrat ExtraBold"/>
                <a:cs typeface="Montserrat ExtraBold"/>
              </a:rPr>
              <a:t>MULTICAST</a:t>
            </a:r>
            <a:endParaRPr spc="-25" dirty="0"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48F37D5C-CDE7-A440-8528-B67C477E86D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FF3C48F7-C89D-29BE-0BC4-AEC0CA1CD475}"/>
              </a:ext>
            </a:extLst>
          </p:cNvPr>
          <p:cNvSpPr txBox="1"/>
          <p:nvPr/>
        </p:nvSpPr>
        <p:spPr>
          <a:xfrm>
            <a:off x="10948008" y="4034186"/>
            <a:ext cx="701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FF0000"/>
                </a:solidFill>
                <a:latin typeface="Montserrat Light" panose="00000400000000000000" pitchFamily="2" charset="0"/>
              </a:rPr>
              <a:t>TIPOS DE COMUNICAÇÃO</a:t>
            </a:r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A0F0A586-5674-8797-43E0-8D2DF1054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088" y="2934130"/>
            <a:ext cx="9218466" cy="622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7521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AA0F2-3097-AC98-C71A-0CFE27CCB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BB16DF80-5E4D-72B5-562F-A6412FF236E2}"/>
              </a:ext>
            </a:extLst>
          </p:cNvPr>
          <p:cNvGrpSpPr/>
          <p:nvPr/>
        </p:nvGrpSpPr>
        <p:grpSpPr>
          <a:xfrm>
            <a:off x="0" y="2931847"/>
            <a:ext cx="8376920" cy="8376920"/>
            <a:chOff x="0" y="2931847"/>
            <a:chExt cx="8376920" cy="837692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0EB0704F-BA5D-F4D8-FEDC-DDD19D7F9A7F}"/>
                </a:ext>
              </a:extLst>
            </p:cNvPr>
            <p:cNvSpPr/>
            <p:nvPr/>
          </p:nvSpPr>
          <p:spPr>
            <a:xfrm>
              <a:off x="0" y="2931847"/>
              <a:ext cx="8376920" cy="8220075"/>
            </a:xfrm>
            <a:custGeom>
              <a:avLst/>
              <a:gdLst/>
              <a:ahLst/>
              <a:cxnLst/>
              <a:rect l="l" t="t" r="r" b="b"/>
              <a:pathLst>
                <a:path w="8376920" h="8220075">
                  <a:moveTo>
                    <a:pt x="0" y="8219645"/>
                  </a:moveTo>
                  <a:lnTo>
                    <a:pt x="8376708" y="8219645"/>
                  </a:lnTo>
                  <a:lnTo>
                    <a:pt x="8376708" y="0"/>
                  </a:lnTo>
                  <a:lnTo>
                    <a:pt x="0" y="0"/>
                  </a:lnTo>
                  <a:lnTo>
                    <a:pt x="0" y="821964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B5EB7D6-3AE5-AD56-356B-80C097DAC481}"/>
                </a:ext>
              </a:extLst>
            </p:cNvPr>
            <p:cNvSpPr/>
            <p:nvPr/>
          </p:nvSpPr>
          <p:spPr>
            <a:xfrm>
              <a:off x="0" y="8167290"/>
              <a:ext cx="3141345" cy="3141345"/>
            </a:xfrm>
            <a:custGeom>
              <a:avLst/>
              <a:gdLst/>
              <a:ahLst/>
              <a:cxnLst/>
              <a:rect l="l" t="t" r="r" b="b"/>
              <a:pathLst>
                <a:path w="3141345" h="3141345">
                  <a:moveTo>
                    <a:pt x="3141265" y="0"/>
                  </a:moveTo>
                  <a:lnTo>
                    <a:pt x="0" y="0"/>
                  </a:lnTo>
                  <a:lnTo>
                    <a:pt x="0" y="3141265"/>
                  </a:lnTo>
                  <a:lnTo>
                    <a:pt x="3141265" y="3141265"/>
                  </a:lnTo>
                  <a:lnTo>
                    <a:pt x="3141265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>
            <a:extLst>
              <a:ext uri="{FF2B5EF4-FFF2-40B4-BE49-F238E27FC236}">
                <a16:creationId xmlns:a16="http://schemas.microsoft.com/office/drawing/2014/main" id="{F2FB21DE-6379-46D2-B61A-E8E31C19029F}"/>
              </a:ext>
            </a:extLst>
          </p:cNvPr>
          <p:cNvGrpSpPr/>
          <p:nvPr/>
        </p:nvGrpSpPr>
        <p:grpSpPr>
          <a:xfrm>
            <a:off x="15364003" y="9319087"/>
            <a:ext cx="3693160" cy="942975"/>
            <a:chOff x="15364003" y="9319087"/>
            <a:chExt cx="3693160" cy="942975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BDA55706-2028-A0D7-E76F-8A026DF79517}"/>
                </a:ext>
              </a:extLst>
            </p:cNvPr>
            <p:cNvSpPr/>
            <p:nvPr/>
          </p:nvSpPr>
          <p:spPr>
            <a:xfrm>
              <a:off x="15364066" y="9319087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C1CC3BC0-24F0-0E35-F9C8-F30575D95F07}"/>
                </a:ext>
              </a:extLst>
            </p:cNvPr>
            <p:cNvSpPr/>
            <p:nvPr/>
          </p:nvSpPr>
          <p:spPr>
            <a:xfrm>
              <a:off x="15364003" y="9439611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4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4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4">
                  <a:moveTo>
                    <a:pt x="198348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53"/>
                  </a:lnTo>
                  <a:close/>
                </a:path>
                <a:path w="3693159" h="700404">
                  <a:moveTo>
                    <a:pt x="198348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56"/>
                  </a:lnTo>
                  <a:close/>
                </a:path>
                <a:path w="3693159" h="700404">
                  <a:moveTo>
                    <a:pt x="198348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802"/>
                  </a:lnTo>
                  <a:close/>
                </a:path>
                <a:path w="3693159" h="700404">
                  <a:moveTo>
                    <a:pt x="908519" y="161366"/>
                  </a:moveTo>
                  <a:lnTo>
                    <a:pt x="906360" y="130302"/>
                  </a:lnTo>
                  <a:lnTo>
                    <a:pt x="905611" y="119291"/>
                  </a:lnTo>
                  <a:lnTo>
                    <a:pt x="892365" y="84518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17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19"/>
                  </a:lnTo>
                  <a:lnTo>
                    <a:pt x="452539" y="52793"/>
                  </a:lnTo>
                  <a:lnTo>
                    <a:pt x="416775" y="79565"/>
                  </a:lnTo>
                  <a:lnTo>
                    <a:pt x="386105" y="113106"/>
                  </a:lnTo>
                  <a:lnTo>
                    <a:pt x="361505" y="154025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47"/>
                  </a:lnTo>
                  <a:lnTo>
                    <a:pt x="410464" y="366712"/>
                  </a:lnTo>
                  <a:lnTo>
                    <a:pt x="460248" y="387235"/>
                  </a:lnTo>
                  <a:lnTo>
                    <a:pt x="508927" y="402196"/>
                  </a:lnTo>
                  <a:lnTo>
                    <a:pt x="594918" y="424522"/>
                  </a:lnTo>
                  <a:lnTo>
                    <a:pt x="628230" y="436435"/>
                  </a:lnTo>
                  <a:lnTo>
                    <a:pt x="652437" y="451904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901"/>
                  </a:lnTo>
                  <a:lnTo>
                    <a:pt x="622058" y="552831"/>
                  </a:lnTo>
                  <a:lnTo>
                    <a:pt x="587781" y="565391"/>
                  </a:lnTo>
                  <a:lnTo>
                    <a:pt x="553491" y="569569"/>
                  </a:lnTo>
                  <a:lnTo>
                    <a:pt x="508863" y="563206"/>
                  </a:lnTo>
                  <a:lnTo>
                    <a:pt x="477088" y="544449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101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31"/>
                  </a:lnTo>
                  <a:lnTo>
                    <a:pt x="425462" y="692277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89"/>
                  </a:lnTo>
                  <a:lnTo>
                    <a:pt x="829360" y="569569"/>
                  </a:lnTo>
                  <a:lnTo>
                    <a:pt x="848944" y="535825"/>
                  </a:lnTo>
                  <a:lnTo>
                    <a:pt x="863396" y="491413"/>
                  </a:lnTo>
                  <a:lnTo>
                    <a:pt x="869175" y="436968"/>
                  </a:lnTo>
                  <a:lnTo>
                    <a:pt x="862241" y="393585"/>
                  </a:lnTo>
                  <a:lnTo>
                    <a:pt x="844702" y="359727"/>
                  </a:lnTo>
                  <a:lnTo>
                    <a:pt x="786168" y="314401"/>
                  </a:lnTo>
                  <a:lnTo>
                    <a:pt x="749376" y="299821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18"/>
                  </a:lnTo>
                  <a:lnTo>
                    <a:pt x="566496" y="244424"/>
                  </a:lnTo>
                  <a:lnTo>
                    <a:pt x="545185" y="222923"/>
                  </a:lnTo>
                  <a:lnTo>
                    <a:pt x="541693" y="191719"/>
                  </a:lnTo>
                  <a:lnTo>
                    <a:pt x="553224" y="167982"/>
                  </a:lnTo>
                  <a:lnTo>
                    <a:pt x="574852" y="148437"/>
                  </a:lnTo>
                  <a:lnTo>
                    <a:pt x="603161" y="135178"/>
                  </a:lnTo>
                  <a:lnTo>
                    <a:pt x="634758" y="130302"/>
                  </a:lnTo>
                  <a:lnTo>
                    <a:pt x="656818" y="131686"/>
                  </a:lnTo>
                  <a:lnTo>
                    <a:pt x="701903" y="151726"/>
                  </a:lnTo>
                  <a:lnTo>
                    <a:pt x="716381" y="192938"/>
                  </a:lnTo>
                  <a:lnTo>
                    <a:pt x="713574" y="211264"/>
                  </a:lnTo>
                  <a:lnTo>
                    <a:pt x="899693" y="211264"/>
                  </a:lnTo>
                  <a:lnTo>
                    <a:pt x="908519" y="161366"/>
                  </a:lnTo>
                  <a:close/>
                </a:path>
                <a:path w="3693159" h="700404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39"/>
                  </a:lnTo>
                  <a:lnTo>
                    <a:pt x="1438135" y="685939"/>
                  </a:lnTo>
                  <a:lnTo>
                    <a:pt x="1465884" y="555612"/>
                  </a:lnTo>
                  <a:lnTo>
                    <a:pt x="1140129" y="555612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68"/>
                  </a:lnTo>
                  <a:lnTo>
                    <a:pt x="1197978" y="282968"/>
                  </a:lnTo>
                  <a:lnTo>
                    <a:pt x="1227455" y="144246"/>
                  </a:lnTo>
                  <a:lnTo>
                    <a:pt x="1553210" y="144246"/>
                  </a:lnTo>
                  <a:lnTo>
                    <a:pt x="1580972" y="13944"/>
                  </a:lnTo>
                  <a:close/>
                </a:path>
                <a:path w="3693159" h="700404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87"/>
                  </a:lnTo>
                  <a:lnTo>
                    <a:pt x="2065553" y="514692"/>
                  </a:lnTo>
                  <a:lnTo>
                    <a:pt x="1984070" y="171284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39"/>
                  </a:lnTo>
                  <a:lnTo>
                    <a:pt x="1710817" y="685939"/>
                  </a:lnTo>
                  <a:lnTo>
                    <a:pt x="1820189" y="171284"/>
                  </a:lnTo>
                  <a:lnTo>
                    <a:pt x="1822030" y="171284"/>
                  </a:lnTo>
                  <a:lnTo>
                    <a:pt x="1940687" y="685939"/>
                  </a:lnTo>
                  <a:lnTo>
                    <a:pt x="2198497" y="685939"/>
                  </a:lnTo>
                  <a:lnTo>
                    <a:pt x="2234895" y="514692"/>
                  </a:lnTo>
                  <a:lnTo>
                    <a:pt x="2341346" y="13944"/>
                  </a:lnTo>
                  <a:close/>
                </a:path>
                <a:path w="3693159" h="700404">
                  <a:moveTo>
                    <a:pt x="3024949" y="685939"/>
                  </a:moveTo>
                  <a:lnTo>
                    <a:pt x="3001048" y="554697"/>
                  </a:lnTo>
                  <a:lnTo>
                    <a:pt x="2977324" y="424408"/>
                  </a:lnTo>
                  <a:lnTo>
                    <a:pt x="2926461" y="145161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408"/>
                  </a:lnTo>
                  <a:lnTo>
                    <a:pt x="2600248" y="424408"/>
                  </a:lnTo>
                  <a:lnTo>
                    <a:pt x="2750858" y="145161"/>
                  </a:lnTo>
                  <a:lnTo>
                    <a:pt x="2753639" y="145161"/>
                  </a:lnTo>
                  <a:lnTo>
                    <a:pt x="2779877" y="424408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39"/>
                  </a:lnTo>
                  <a:lnTo>
                    <a:pt x="2453513" y="685939"/>
                  </a:lnTo>
                  <a:lnTo>
                    <a:pt x="2525153" y="554697"/>
                  </a:lnTo>
                  <a:lnTo>
                    <a:pt x="2797873" y="554697"/>
                  </a:lnTo>
                  <a:lnTo>
                    <a:pt x="2814612" y="685939"/>
                  </a:lnTo>
                  <a:lnTo>
                    <a:pt x="3024949" y="685939"/>
                  </a:lnTo>
                  <a:close/>
                </a:path>
                <a:path w="3693159" h="700404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39"/>
                  </a:lnTo>
                  <a:lnTo>
                    <a:pt x="3281819" y="685939"/>
                  </a:lnTo>
                  <a:lnTo>
                    <a:pt x="3424669" y="13944"/>
                  </a:lnTo>
                  <a:close/>
                </a:path>
                <a:path w="3693159" h="700404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4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4">
                  <a:moveTo>
                    <a:pt x="3692918" y="337553"/>
                  </a:moveTo>
                  <a:lnTo>
                    <a:pt x="3494570" y="337553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53"/>
                  </a:lnTo>
                  <a:close/>
                </a:path>
                <a:path w="3693159" h="700404">
                  <a:moveTo>
                    <a:pt x="3692918" y="175056"/>
                  </a:moveTo>
                  <a:lnTo>
                    <a:pt x="3494570" y="175056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56"/>
                  </a:lnTo>
                  <a:close/>
                </a:path>
                <a:path w="3693159" h="700404">
                  <a:moveTo>
                    <a:pt x="3692918" y="16802"/>
                  </a:moveTo>
                  <a:lnTo>
                    <a:pt x="3494570" y="16802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04A740F-8980-E5EC-9C95-C691ABEF62FE}"/>
              </a:ext>
            </a:extLst>
          </p:cNvPr>
          <p:cNvSpPr/>
          <p:nvPr/>
        </p:nvSpPr>
        <p:spPr>
          <a:xfrm>
            <a:off x="1047088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3CD6800F-8955-24FA-FDE0-32991727C577}"/>
              </a:ext>
            </a:extLst>
          </p:cNvPr>
          <p:cNvSpPr/>
          <p:nvPr/>
        </p:nvSpPr>
        <p:spPr>
          <a:xfrm>
            <a:off x="1047088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49408974-DC41-35D2-4484-B3215E54023B}"/>
              </a:ext>
            </a:extLst>
          </p:cNvPr>
          <p:cNvSpPr/>
          <p:nvPr/>
        </p:nvSpPr>
        <p:spPr>
          <a:xfrm>
            <a:off x="1047088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FAA47766-8719-A8E6-58FB-A6F578381218}"/>
              </a:ext>
            </a:extLst>
          </p:cNvPr>
          <p:cNvSpPr/>
          <p:nvPr/>
        </p:nvSpPr>
        <p:spPr>
          <a:xfrm>
            <a:off x="1308860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961497E1-C594-0B9C-2DC6-89F003207055}"/>
              </a:ext>
            </a:extLst>
          </p:cNvPr>
          <p:cNvSpPr/>
          <p:nvPr/>
        </p:nvSpPr>
        <p:spPr>
          <a:xfrm>
            <a:off x="1308860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B91FCEE6-8E27-E701-D3D2-8544E19C953B}"/>
              </a:ext>
            </a:extLst>
          </p:cNvPr>
          <p:cNvSpPr/>
          <p:nvPr/>
        </p:nvSpPr>
        <p:spPr>
          <a:xfrm>
            <a:off x="1308860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8DBB6FCD-1DD0-FDF8-07C2-C05C59122F31}"/>
              </a:ext>
            </a:extLst>
          </p:cNvPr>
          <p:cNvSpPr/>
          <p:nvPr/>
        </p:nvSpPr>
        <p:spPr>
          <a:xfrm>
            <a:off x="1570632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DA4F302-794A-0A11-C5F3-FE5ED3CC1FCA}"/>
              </a:ext>
            </a:extLst>
          </p:cNvPr>
          <p:cNvSpPr/>
          <p:nvPr/>
        </p:nvSpPr>
        <p:spPr>
          <a:xfrm>
            <a:off x="1570632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2FF984DF-691D-050B-1C7F-2EC8F08C63A7}"/>
              </a:ext>
            </a:extLst>
          </p:cNvPr>
          <p:cNvSpPr/>
          <p:nvPr/>
        </p:nvSpPr>
        <p:spPr>
          <a:xfrm>
            <a:off x="1570632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0947E487-313E-E4E6-365B-00AA44F4D062}"/>
              </a:ext>
            </a:extLst>
          </p:cNvPr>
          <p:cNvSpPr/>
          <p:nvPr/>
        </p:nvSpPr>
        <p:spPr>
          <a:xfrm>
            <a:off x="1832405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FF2C0402-C03A-83EA-CA7E-5597DECBBBA7}"/>
              </a:ext>
            </a:extLst>
          </p:cNvPr>
          <p:cNvSpPr/>
          <p:nvPr/>
        </p:nvSpPr>
        <p:spPr>
          <a:xfrm>
            <a:off x="1832405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225BCDD3-51C5-E399-D240-E7DDE421437D}"/>
              </a:ext>
            </a:extLst>
          </p:cNvPr>
          <p:cNvSpPr/>
          <p:nvPr/>
        </p:nvSpPr>
        <p:spPr>
          <a:xfrm>
            <a:off x="1832405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F4097971-40E4-AE6E-B063-C389796B26BF}"/>
              </a:ext>
            </a:extLst>
          </p:cNvPr>
          <p:cNvSpPr/>
          <p:nvPr/>
        </p:nvSpPr>
        <p:spPr>
          <a:xfrm>
            <a:off x="2094177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401F4C7D-5543-1BB8-35DF-CA9B777AB860}"/>
              </a:ext>
            </a:extLst>
          </p:cNvPr>
          <p:cNvSpPr/>
          <p:nvPr/>
        </p:nvSpPr>
        <p:spPr>
          <a:xfrm>
            <a:off x="2094177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E576D38E-C8D2-A6F4-74CD-482B5476002D}"/>
              </a:ext>
            </a:extLst>
          </p:cNvPr>
          <p:cNvSpPr/>
          <p:nvPr/>
        </p:nvSpPr>
        <p:spPr>
          <a:xfrm>
            <a:off x="2094177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A9A1E6FF-4E70-D7EB-5916-C40E7B3A9A3B}"/>
              </a:ext>
            </a:extLst>
          </p:cNvPr>
          <p:cNvSpPr/>
          <p:nvPr/>
        </p:nvSpPr>
        <p:spPr>
          <a:xfrm>
            <a:off x="2355949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CDF50B98-5CD2-BF41-CB35-7AB02DC7C84F}"/>
              </a:ext>
            </a:extLst>
          </p:cNvPr>
          <p:cNvSpPr/>
          <p:nvPr/>
        </p:nvSpPr>
        <p:spPr>
          <a:xfrm>
            <a:off x="2355949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7B3BD7DC-F006-0FA8-BE0C-02A5B38B7C1D}"/>
              </a:ext>
            </a:extLst>
          </p:cNvPr>
          <p:cNvSpPr/>
          <p:nvPr/>
        </p:nvSpPr>
        <p:spPr>
          <a:xfrm>
            <a:off x="2355949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2174CCE6-B991-704D-C19C-6D283C5ABDD7}"/>
              </a:ext>
            </a:extLst>
          </p:cNvPr>
          <p:cNvSpPr/>
          <p:nvPr/>
        </p:nvSpPr>
        <p:spPr>
          <a:xfrm>
            <a:off x="2617721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E9DE2E47-A032-0B78-57C8-A4F0374C2FD3}"/>
              </a:ext>
            </a:extLst>
          </p:cNvPr>
          <p:cNvSpPr/>
          <p:nvPr/>
        </p:nvSpPr>
        <p:spPr>
          <a:xfrm>
            <a:off x="2617721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1960B58A-07B3-CB91-4544-9ECCDC046CE6}"/>
              </a:ext>
            </a:extLst>
          </p:cNvPr>
          <p:cNvSpPr/>
          <p:nvPr/>
        </p:nvSpPr>
        <p:spPr>
          <a:xfrm>
            <a:off x="2617721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989002A5-710F-C089-8E83-1EA2FB3FF06C}"/>
              </a:ext>
            </a:extLst>
          </p:cNvPr>
          <p:cNvSpPr/>
          <p:nvPr/>
        </p:nvSpPr>
        <p:spPr>
          <a:xfrm>
            <a:off x="2879493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F9D6A6B5-D49A-2B70-39BF-14A19F9A1C97}"/>
              </a:ext>
            </a:extLst>
          </p:cNvPr>
          <p:cNvSpPr/>
          <p:nvPr/>
        </p:nvSpPr>
        <p:spPr>
          <a:xfrm>
            <a:off x="2879493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80658918-7801-2B56-9EE5-20D857BDE265}"/>
              </a:ext>
            </a:extLst>
          </p:cNvPr>
          <p:cNvSpPr/>
          <p:nvPr/>
        </p:nvSpPr>
        <p:spPr>
          <a:xfrm>
            <a:off x="2879493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4E23F6B7-C07A-A704-1578-85B7B6F6CD45}"/>
              </a:ext>
            </a:extLst>
          </p:cNvPr>
          <p:cNvSpPr txBox="1"/>
          <p:nvPr/>
        </p:nvSpPr>
        <p:spPr>
          <a:xfrm>
            <a:off x="10966450" y="5088043"/>
            <a:ext cx="7924800" cy="334617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ts val="2870"/>
              </a:lnSpc>
              <a:spcBef>
                <a:spcPts val="2880"/>
              </a:spcBef>
            </a:pP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Uma mensagem em Broadcast é utilizada quando uma informação precisa ser transmitida para todos os dispositivos dentro de uma determinada rede ou </a:t>
            </a:r>
            <a:r>
              <a:rPr lang="pt-BR" sz="2400" spc="-20" dirty="0" err="1">
                <a:solidFill>
                  <a:srgbClr val="4D4D4D"/>
                </a:solidFill>
                <a:latin typeface="Montserrat"/>
                <a:cs typeface="Montserrat"/>
              </a:rPr>
              <a:t>sub-rede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, quando um dispositivo de origem não conhece o endereço MAC do dispositivo de destino, ele emite um Broadcast de camada 2 chamado de solicitação ARP ou ARP </a:t>
            </a:r>
            <a:r>
              <a:rPr lang="pt-BR" sz="2400" spc="-20" dirty="0" err="1">
                <a:solidFill>
                  <a:srgbClr val="4D4D4D"/>
                </a:solidFill>
                <a:latin typeface="Montserrat"/>
                <a:cs typeface="Montserrat"/>
              </a:rPr>
              <a:t>Request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. Veja, na figura a seguir, a demonstração de uma mensagem em Broadcast sendo enviada do dispositivo A</a:t>
            </a:r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B98AE8A6-2257-D4DD-82CA-C6FBDDB1F7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45691" y="1020182"/>
            <a:ext cx="15812717" cy="959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2865" marR="5080">
              <a:lnSpc>
                <a:spcPct val="107000"/>
              </a:lnSpc>
              <a:spcBef>
                <a:spcPts val="100"/>
              </a:spcBef>
            </a:pPr>
            <a:r>
              <a:rPr lang="pt-BR" b="1" spc="-15" dirty="0">
                <a:latin typeface="Montserrat ExtraBold"/>
                <a:cs typeface="Montserrat ExtraBold"/>
              </a:rPr>
              <a:t>BROADCAST</a:t>
            </a:r>
            <a:endParaRPr spc="-25" dirty="0"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764D80A3-6B17-AE5D-9AAE-C791EB9B331E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C470C25F-51EC-DD2C-804B-8DC6AFC50BC5}"/>
              </a:ext>
            </a:extLst>
          </p:cNvPr>
          <p:cNvSpPr txBox="1"/>
          <p:nvPr/>
        </p:nvSpPr>
        <p:spPr>
          <a:xfrm>
            <a:off x="10948008" y="4034186"/>
            <a:ext cx="701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FF0000"/>
                </a:solidFill>
                <a:latin typeface="Montserrat Light" panose="00000400000000000000" pitchFamily="2" charset="0"/>
              </a:rPr>
              <a:t>TIPOS DE COMUNICAÇÃO</a:t>
            </a:r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473777D9-C1EB-93C9-8CAE-B8047D399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576" y="2869041"/>
            <a:ext cx="9346369" cy="8329845"/>
          </a:xfrm>
          <a:prstGeom prst="rect">
            <a:avLst/>
          </a:prstGeom>
        </p:spPr>
      </p:pic>
      <p:sp>
        <p:nvSpPr>
          <p:cNvPr id="34" name="object 34">
            <a:extLst>
              <a:ext uri="{FF2B5EF4-FFF2-40B4-BE49-F238E27FC236}">
                <a16:creationId xmlns:a16="http://schemas.microsoft.com/office/drawing/2014/main" id="{F0D2D3B9-47D7-B1D0-FB35-E5D82584EB22}"/>
              </a:ext>
            </a:extLst>
          </p:cNvPr>
          <p:cNvSpPr/>
          <p:nvPr/>
        </p:nvSpPr>
        <p:spPr>
          <a:xfrm>
            <a:off x="9004961" y="4877009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29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00301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556"/>
            <a:chOff x="0" y="0"/>
            <a:chExt cx="20104100" cy="11308556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12068" y="4985450"/>
              <a:ext cx="5242560" cy="1337945"/>
            </a:xfrm>
            <a:custGeom>
              <a:avLst/>
              <a:gdLst/>
              <a:ahLst/>
              <a:cxnLst/>
              <a:rect l="l" t="t" r="r" b="b"/>
              <a:pathLst>
                <a:path w="5242559" h="1337945">
                  <a:moveTo>
                    <a:pt x="5242028" y="0"/>
                  </a:moveTo>
                  <a:lnTo>
                    <a:pt x="0" y="0"/>
                  </a:lnTo>
                  <a:lnTo>
                    <a:pt x="0" y="1337655"/>
                  </a:lnTo>
                  <a:lnTo>
                    <a:pt x="5242028" y="1337655"/>
                  </a:lnTo>
                  <a:lnTo>
                    <a:pt x="5242028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11983" y="5156523"/>
              <a:ext cx="5242560" cy="993775"/>
            </a:xfrm>
            <a:custGeom>
              <a:avLst/>
              <a:gdLst/>
              <a:ahLst/>
              <a:cxnLst/>
              <a:rect l="l" t="t" r="r" b="b"/>
              <a:pathLst>
                <a:path w="5242559" h="993775">
                  <a:moveTo>
                    <a:pt x="281571" y="938250"/>
                  </a:moveTo>
                  <a:lnTo>
                    <a:pt x="0" y="938250"/>
                  </a:lnTo>
                  <a:lnTo>
                    <a:pt x="0" y="973455"/>
                  </a:lnTo>
                  <a:lnTo>
                    <a:pt x="281571" y="973455"/>
                  </a:lnTo>
                  <a:lnTo>
                    <a:pt x="281571" y="938250"/>
                  </a:lnTo>
                  <a:close/>
                </a:path>
                <a:path w="5242559" h="993775">
                  <a:moveTo>
                    <a:pt x="281571" y="712901"/>
                  </a:moveTo>
                  <a:lnTo>
                    <a:pt x="0" y="712901"/>
                  </a:lnTo>
                  <a:lnTo>
                    <a:pt x="0" y="748106"/>
                  </a:lnTo>
                  <a:lnTo>
                    <a:pt x="281571" y="748106"/>
                  </a:lnTo>
                  <a:lnTo>
                    <a:pt x="281571" y="712901"/>
                  </a:lnTo>
                  <a:close/>
                </a:path>
                <a:path w="5242559" h="993775">
                  <a:moveTo>
                    <a:pt x="281571" y="479120"/>
                  </a:moveTo>
                  <a:lnTo>
                    <a:pt x="0" y="479120"/>
                  </a:lnTo>
                  <a:lnTo>
                    <a:pt x="0" y="514324"/>
                  </a:lnTo>
                  <a:lnTo>
                    <a:pt x="281571" y="514324"/>
                  </a:lnTo>
                  <a:lnTo>
                    <a:pt x="281571" y="479120"/>
                  </a:lnTo>
                  <a:close/>
                </a:path>
                <a:path w="5242559" h="993775">
                  <a:moveTo>
                    <a:pt x="281571" y="248475"/>
                  </a:moveTo>
                  <a:lnTo>
                    <a:pt x="0" y="248475"/>
                  </a:lnTo>
                  <a:lnTo>
                    <a:pt x="0" y="283730"/>
                  </a:lnTo>
                  <a:lnTo>
                    <a:pt x="281571" y="283730"/>
                  </a:lnTo>
                  <a:lnTo>
                    <a:pt x="281571" y="248475"/>
                  </a:lnTo>
                  <a:close/>
                </a:path>
                <a:path w="5242559" h="993775">
                  <a:moveTo>
                    <a:pt x="281571" y="23812"/>
                  </a:moveTo>
                  <a:lnTo>
                    <a:pt x="0" y="23812"/>
                  </a:lnTo>
                  <a:lnTo>
                    <a:pt x="0" y="59016"/>
                  </a:lnTo>
                  <a:lnTo>
                    <a:pt x="281571" y="59016"/>
                  </a:lnTo>
                  <a:lnTo>
                    <a:pt x="281571" y="23812"/>
                  </a:lnTo>
                  <a:close/>
                </a:path>
                <a:path w="5242559" h="993775">
                  <a:moveTo>
                    <a:pt x="1289888" y="204787"/>
                  </a:moveTo>
                  <a:lnTo>
                    <a:pt x="1287195" y="184924"/>
                  </a:lnTo>
                  <a:lnTo>
                    <a:pt x="1284528" y="165150"/>
                  </a:lnTo>
                  <a:lnTo>
                    <a:pt x="1272222" y="130467"/>
                  </a:lnTo>
                  <a:lnTo>
                    <a:pt x="1229385" y="74917"/>
                  </a:lnTo>
                  <a:lnTo>
                    <a:pt x="1166685" y="36169"/>
                  </a:lnTo>
                  <a:lnTo>
                    <a:pt x="1129525" y="22491"/>
                  </a:lnTo>
                  <a:lnTo>
                    <a:pt x="1089393" y="12280"/>
                  </a:lnTo>
                  <a:lnTo>
                    <a:pt x="1046924" y="5295"/>
                  </a:lnTo>
                  <a:lnTo>
                    <a:pt x="1002792" y="1282"/>
                  </a:lnTo>
                  <a:lnTo>
                    <a:pt x="957656" y="0"/>
                  </a:lnTo>
                  <a:lnTo>
                    <a:pt x="911479" y="1143"/>
                  </a:lnTo>
                  <a:lnTo>
                    <a:pt x="865327" y="4775"/>
                  </a:lnTo>
                  <a:lnTo>
                    <a:pt x="819670" y="11163"/>
                  </a:lnTo>
                  <a:lnTo>
                    <a:pt x="774928" y="20586"/>
                  </a:lnTo>
                  <a:lnTo>
                    <a:pt x="731558" y="33324"/>
                  </a:lnTo>
                  <a:lnTo>
                    <a:pt x="690016" y="49669"/>
                  </a:lnTo>
                  <a:lnTo>
                    <a:pt x="650760" y="69875"/>
                  </a:lnTo>
                  <a:lnTo>
                    <a:pt x="614222" y="94221"/>
                  </a:lnTo>
                  <a:lnTo>
                    <a:pt x="580872" y="123012"/>
                  </a:lnTo>
                  <a:lnTo>
                    <a:pt x="551141" y="156489"/>
                  </a:lnTo>
                  <a:lnTo>
                    <a:pt x="525487" y="194970"/>
                  </a:lnTo>
                  <a:lnTo>
                    <a:pt x="504355" y="238696"/>
                  </a:lnTo>
                  <a:lnTo>
                    <a:pt x="488200" y="287972"/>
                  </a:lnTo>
                  <a:lnTo>
                    <a:pt x="481558" y="338035"/>
                  </a:lnTo>
                  <a:lnTo>
                    <a:pt x="483577" y="384644"/>
                  </a:lnTo>
                  <a:lnTo>
                    <a:pt x="494474" y="427012"/>
                  </a:lnTo>
                  <a:lnTo>
                    <a:pt x="514477" y="464312"/>
                  </a:lnTo>
                  <a:lnTo>
                    <a:pt x="543801" y="495744"/>
                  </a:lnTo>
                  <a:lnTo>
                    <a:pt x="582663" y="520509"/>
                  </a:lnTo>
                  <a:lnTo>
                    <a:pt x="634098" y="542620"/>
                  </a:lnTo>
                  <a:lnTo>
                    <a:pt x="685101" y="560095"/>
                  </a:lnTo>
                  <a:lnTo>
                    <a:pt x="734580" y="574154"/>
                  </a:lnTo>
                  <a:lnTo>
                    <a:pt x="824623" y="597027"/>
                  </a:lnTo>
                  <a:lnTo>
                    <a:pt x="863003" y="608342"/>
                  </a:lnTo>
                  <a:lnTo>
                    <a:pt x="895477" y="621220"/>
                  </a:lnTo>
                  <a:lnTo>
                    <a:pt x="920978" y="636917"/>
                  </a:lnTo>
                  <a:lnTo>
                    <a:pt x="938403" y="656678"/>
                  </a:lnTo>
                  <a:lnTo>
                    <a:pt x="946658" y="681748"/>
                  </a:lnTo>
                  <a:lnTo>
                    <a:pt x="944651" y="713359"/>
                  </a:lnTo>
                  <a:lnTo>
                    <a:pt x="922705" y="754976"/>
                  </a:lnTo>
                  <a:lnTo>
                    <a:pt x="882992" y="784707"/>
                  </a:lnTo>
                  <a:lnTo>
                    <a:pt x="834351" y="802538"/>
                  </a:lnTo>
                  <a:lnTo>
                    <a:pt x="785672" y="808482"/>
                  </a:lnTo>
                  <a:lnTo>
                    <a:pt x="733640" y="802678"/>
                  </a:lnTo>
                  <a:lnTo>
                    <a:pt x="692861" y="785520"/>
                  </a:lnTo>
                  <a:lnTo>
                    <a:pt x="665060" y="757402"/>
                  </a:lnTo>
                  <a:lnTo>
                    <a:pt x="651979" y="718680"/>
                  </a:lnTo>
                  <a:lnTo>
                    <a:pt x="655332" y="669772"/>
                  </a:lnTo>
                  <a:lnTo>
                    <a:pt x="391109" y="669772"/>
                  </a:lnTo>
                  <a:lnTo>
                    <a:pt x="383362" y="726135"/>
                  </a:lnTo>
                  <a:lnTo>
                    <a:pt x="383374" y="775970"/>
                  </a:lnTo>
                  <a:lnTo>
                    <a:pt x="390588" y="819632"/>
                  </a:lnTo>
                  <a:lnTo>
                    <a:pt x="404507" y="857453"/>
                  </a:lnTo>
                  <a:lnTo>
                    <a:pt x="450291" y="917028"/>
                  </a:lnTo>
                  <a:lnTo>
                    <a:pt x="481114" y="939482"/>
                  </a:lnTo>
                  <a:lnTo>
                    <a:pt x="516521" y="957503"/>
                  </a:lnTo>
                  <a:lnTo>
                    <a:pt x="555980" y="971473"/>
                  </a:lnTo>
                  <a:lnTo>
                    <a:pt x="598970" y="981722"/>
                  </a:lnTo>
                  <a:lnTo>
                    <a:pt x="644969" y="988606"/>
                  </a:lnTo>
                  <a:lnTo>
                    <a:pt x="693445" y="992466"/>
                  </a:lnTo>
                  <a:lnTo>
                    <a:pt x="743877" y="993686"/>
                  </a:lnTo>
                  <a:lnTo>
                    <a:pt x="794664" y="991984"/>
                  </a:lnTo>
                  <a:lnTo>
                    <a:pt x="844905" y="986878"/>
                  </a:lnTo>
                  <a:lnTo>
                    <a:pt x="894105" y="978331"/>
                  </a:lnTo>
                  <a:lnTo>
                    <a:pt x="941819" y="966304"/>
                  </a:lnTo>
                  <a:lnTo>
                    <a:pt x="987564" y="950798"/>
                  </a:lnTo>
                  <a:lnTo>
                    <a:pt x="1030846" y="931760"/>
                  </a:lnTo>
                  <a:lnTo>
                    <a:pt x="1071219" y="909167"/>
                  </a:lnTo>
                  <a:lnTo>
                    <a:pt x="1108189" y="883005"/>
                  </a:lnTo>
                  <a:lnTo>
                    <a:pt x="1141298" y="853224"/>
                  </a:lnTo>
                  <a:lnTo>
                    <a:pt x="1170063" y="819823"/>
                  </a:lnTo>
                  <a:lnTo>
                    <a:pt x="1194015" y="782751"/>
                  </a:lnTo>
                  <a:lnTo>
                    <a:pt x="1212672" y="741984"/>
                  </a:lnTo>
                  <a:lnTo>
                    <a:pt x="1225575" y="697509"/>
                  </a:lnTo>
                  <a:lnTo>
                    <a:pt x="1233309" y="642226"/>
                  </a:lnTo>
                  <a:lnTo>
                    <a:pt x="1231950" y="594804"/>
                  </a:lnTo>
                  <a:lnTo>
                    <a:pt x="1222514" y="554507"/>
                  </a:lnTo>
                  <a:lnTo>
                    <a:pt x="1183284" y="492379"/>
                  </a:lnTo>
                  <a:lnTo>
                    <a:pt x="1123530" y="449999"/>
                  </a:lnTo>
                  <a:lnTo>
                    <a:pt x="1088415" y="434390"/>
                  </a:lnTo>
                  <a:lnTo>
                    <a:pt x="1051115" y="421538"/>
                  </a:lnTo>
                  <a:lnTo>
                    <a:pt x="1012647" y="410718"/>
                  </a:lnTo>
                  <a:lnTo>
                    <a:pt x="936078" y="392214"/>
                  </a:lnTo>
                  <a:lnTo>
                    <a:pt x="899960" y="383082"/>
                  </a:lnTo>
                  <a:lnTo>
                    <a:pt x="849528" y="367804"/>
                  </a:lnTo>
                  <a:lnTo>
                    <a:pt x="804138" y="346938"/>
                  </a:lnTo>
                  <a:lnTo>
                    <a:pt x="773887" y="316407"/>
                  </a:lnTo>
                  <a:lnTo>
                    <a:pt x="768934" y="272110"/>
                  </a:lnTo>
                  <a:lnTo>
                    <a:pt x="785317" y="238429"/>
                  </a:lnTo>
                  <a:lnTo>
                    <a:pt x="816013" y="210680"/>
                  </a:lnTo>
                  <a:lnTo>
                    <a:pt x="856195" y="191858"/>
                  </a:lnTo>
                  <a:lnTo>
                    <a:pt x="901052" y="184924"/>
                  </a:lnTo>
                  <a:lnTo>
                    <a:pt x="932332" y="186893"/>
                  </a:lnTo>
                  <a:lnTo>
                    <a:pt x="980084" y="202222"/>
                  </a:lnTo>
                  <a:lnTo>
                    <a:pt x="1008494" y="231711"/>
                  </a:lnTo>
                  <a:lnTo>
                    <a:pt x="1016889" y="273837"/>
                  </a:lnTo>
                  <a:lnTo>
                    <a:pt x="1012901" y="299847"/>
                  </a:lnTo>
                  <a:lnTo>
                    <a:pt x="1277099" y="299847"/>
                  </a:lnTo>
                  <a:lnTo>
                    <a:pt x="1287627" y="249605"/>
                  </a:lnTo>
                  <a:lnTo>
                    <a:pt x="1289888" y="204787"/>
                  </a:lnTo>
                  <a:close/>
                </a:path>
                <a:path w="5242559" h="993775">
                  <a:moveTo>
                    <a:pt x="2244153" y="19761"/>
                  </a:moveTo>
                  <a:lnTo>
                    <a:pt x="1517561" y="19761"/>
                  </a:lnTo>
                  <a:lnTo>
                    <a:pt x="1314792" y="973645"/>
                  </a:lnTo>
                  <a:lnTo>
                    <a:pt x="2041398" y="973645"/>
                  </a:lnTo>
                  <a:lnTo>
                    <a:pt x="2080793" y="788670"/>
                  </a:lnTo>
                  <a:lnTo>
                    <a:pt x="1618399" y="788670"/>
                  </a:lnTo>
                  <a:lnTo>
                    <a:pt x="1661350" y="586536"/>
                  </a:lnTo>
                  <a:lnTo>
                    <a:pt x="2086737" y="586536"/>
                  </a:lnTo>
                  <a:lnTo>
                    <a:pt x="2125903" y="401612"/>
                  </a:lnTo>
                  <a:lnTo>
                    <a:pt x="1700504" y="401612"/>
                  </a:lnTo>
                  <a:lnTo>
                    <a:pt x="1742351" y="204736"/>
                  </a:lnTo>
                  <a:lnTo>
                    <a:pt x="2204758" y="204736"/>
                  </a:lnTo>
                  <a:lnTo>
                    <a:pt x="2244153" y="19761"/>
                  </a:lnTo>
                  <a:close/>
                </a:path>
                <a:path w="5242559" h="993775">
                  <a:moveTo>
                    <a:pt x="3323475" y="19761"/>
                  </a:moveTo>
                  <a:lnTo>
                    <a:pt x="3085681" y="19761"/>
                  </a:lnTo>
                  <a:lnTo>
                    <a:pt x="2935084" y="727875"/>
                  </a:lnTo>
                  <a:lnTo>
                    <a:pt x="2931998" y="730554"/>
                  </a:lnTo>
                  <a:lnTo>
                    <a:pt x="2816326" y="243078"/>
                  </a:lnTo>
                  <a:lnTo>
                    <a:pt x="2763329" y="19761"/>
                  </a:lnTo>
                  <a:lnTo>
                    <a:pt x="2393416" y="19761"/>
                  </a:lnTo>
                  <a:lnTo>
                    <a:pt x="2190648" y="973645"/>
                  </a:lnTo>
                  <a:lnTo>
                    <a:pt x="2428443" y="973645"/>
                  </a:lnTo>
                  <a:lnTo>
                    <a:pt x="2583700" y="243078"/>
                  </a:lnTo>
                  <a:lnTo>
                    <a:pt x="2586329" y="243078"/>
                  </a:lnTo>
                  <a:lnTo>
                    <a:pt x="2754757" y="973645"/>
                  </a:lnTo>
                  <a:lnTo>
                    <a:pt x="3120707" y="973645"/>
                  </a:lnTo>
                  <a:lnTo>
                    <a:pt x="3172383" y="730554"/>
                  </a:lnTo>
                  <a:lnTo>
                    <a:pt x="3323475" y="19761"/>
                  </a:lnTo>
                  <a:close/>
                </a:path>
                <a:path w="5242559" h="993775">
                  <a:moveTo>
                    <a:pt x="4293857" y="973645"/>
                  </a:moveTo>
                  <a:lnTo>
                    <a:pt x="4259923" y="787361"/>
                  </a:lnTo>
                  <a:lnTo>
                    <a:pt x="4226242" y="602399"/>
                  </a:lnTo>
                  <a:lnTo>
                    <a:pt x="4154043" y="206019"/>
                  </a:lnTo>
                  <a:lnTo>
                    <a:pt x="4120121" y="19761"/>
                  </a:lnTo>
                  <a:lnTo>
                    <a:pt x="3945966" y="19761"/>
                  </a:lnTo>
                  <a:lnTo>
                    <a:pt x="3945966" y="602399"/>
                  </a:lnTo>
                  <a:lnTo>
                    <a:pt x="3690988" y="602399"/>
                  </a:lnTo>
                  <a:lnTo>
                    <a:pt x="3904780" y="206019"/>
                  </a:lnTo>
                  <a:lnTo>
                    <a:pt x="3908729" y="206019"/>
                  </a:lnTo>
                  <a:lnTo>
                    <a:pt x="3945966" y="602399"/>
                  </a:lnTo>
                  <a:lnTo>
                    <a:pt x="3945966" y="19761"/>
                  </a:lnTo>
                  <a:lnTo>
                    <a:pt x="3797770" y="19761"/>
                  </a:lnTo>
                  <a:lnTo>
                    <a:pt x="3218446" y="973645"/>
                  </a:lnTo>
                  <a:lnTo>
                    <a:pt x="3482695" y="973645"/>
                  </a:lnTo>
                  <a:lnTo>
                    <a:pt x="3584397" y="787361"/>
                  </a:lnTo>
                  <a:lnTo>
                    <a:pt x="3971506" y="787361"/>
                  </a:lnTo>
                  <a:lnTo>
                    <a:pt x="3995280" y="973645"/>
                  </a:lnTo>
                  <a:lnTo>
                    <a:pt x="4293857" y="973645"/>
                  </a:lnTo>
                  <a:close/>
                </a:path>
                <a:path w="5242559" h="993775">
                  <a:moveTo>
                    <a:pt x="4861230" y="19761"/>
                  </a:moveTo>
                  <a:lnTo>
                    <a:pt x="4597044" y="19761"/>
                  </a:lnTo>
                  <a:lnTo>
                    <a:pt x="4394225" y="973645"/>
                  </a:lnTo>
                  <a:lnTo>
                    <a:pt x="4658461" y="973645"/>
                  </a:lnTo>
                  <a:lnTo>
                    <a:pt x="4861230" y="19761"/>
                  </a:lnTo>
                  <a:close/>
                </a:path>
                <a:path w="5242559" h="993775">
                  <a:moveTo>
                    <a:pt x="5242026" y="938250"/>
                  </a:moveTo>
                  <a:lnTo>
                    <a:pt x="4960455" y="938250"/>
                  </a:lnTo>
                  <a:lnTo>
                    <a:pt x="4960455" y="973455"/>
                  </a:lnTo>
                  <a:lnTo>
                    <a:pt x="5242026" y="973455"/>
                  </a:lnTo>
                  <a:lnTo>
                    <a:pt x="5242026" y="938250"/>
                  </a:lnTo>
                  <a:close/>
                </a:path>
                <a:path w="5242559" h="993775">
                  <a:moveTo>
                    <a:pt x="5242026" y="712901"/>
                  </a:moveTo>
                  <a:lnTo>
                    <a:pt x="4960455" y="712901"/>
                  </a:lnTo>
                  <a:lnTo>
                    <a:pt x="4960455" y="748106"/>
                  </a:lnTo>
                  <a:lnTo>
                    <a:pt x="5242026" y="748106"/>
                  </a:lnTo>
                  <a:lnTo>
                    <a:pt x="5242026" y="712901"/>
                  </a:lnTo>
                  <a:close/>
                </a:path>
                <a:path w="5242559" h="993775">
                  <a:moveTo>
                    <a:pt x="5242026" y="479120"/>
                  </a:moveTo>
                  <a:lnTo>
                    <a:pt x="4960455" y="479120"/>
                  </a:lnTo>
                  <a:lnTo>
                    <a:pt x="4960455" y="514324"/>
                  </a:lnTo>
                  <a:lnTo>
                    <a:pt x="5242026" y="514324"/>
                  </a:lnTo>
                  <a:lnTo>
                    <a:pt x="5242026" y="479120"/>
                  </a:lnTo>
                  <a:close/>
                </a:path>
                <a:path w="5242559" h="993775">
                  <a:moveTo>
                    <a:pt x="5242026" y="248475"/>
                  </a:moveTo>
                  <a:lnTo>
                    <a:pt x="4960455" y="248475"/>
                  </a:lnTo>
                  <a:lnTo>
                    <a:pt x="4960455" y="283730"/>
                  </a:lnTo>
                  <a:lnTo>
                    <a:pt x="5242026" y="283730"/>
                  </a:lnTo>
                  <a:lnTo>
                    <a:pt x="5242026" y="248475"/>
                  </a:lnTo>
                  <a:close/>
                </a:path>
                <a:path w="5242559" h="993775">
                  <a:moveTo>
                    <a:pt x="5242026" y="23812"/>
                  </a:moveTo>
                  <a:lnTo>
                    <a:pt x="4960455" y="23812"/>
                  </a:lnTo>
                  <a:lnTo>
                    <a:pt x="4960455" y="59016"/>
                  </a:lnTo>
                  <a:lnTo>
                    <a:pt x="5242026" y="59016"/>
                  </a:lnTo>
                  <a:lnTo>
                    <a:pt x="5242026" y="238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235576" y="4635933"/>
            <a:ext cx="51149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solidFill>
                  <a:srgbClr val="FFFFFF"/>
                </a:solidFill>
              </a:rPr>
              <a:t>DEPARTAMENTO</a:t>
            </a:r>
            <a:r>
              <a:rPr sz="2800" spc="-5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REGIONAL</a:t>
            </a:r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10231201" y="5107290"/>
            <a:ext cx="6974205" cy="1459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ts val="3270"/>
              </a:lnSpc>
              <a:spcBef>
                <a:spcPts val="100"/>
              </a:spcBef>
            </a:pPr>
            <a:r>
              <a:rPr sz="2800" b="1" dirty="0">
                <a:solidFill>
                  <a:srgbClr val="FFFFFF"/>
                </a:solidFill>
                <a:latin typeface="Montserrat ExtraBold"/>
                <a:cs typeface="Montserrat ExtraBold"/>
              </a:rPr>
              <a:t>DE</a:t>
            </a:r>
            <a:r>
              <a:rPr sz="2800" b="1" spc="-30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Montserrat ExtraBold"/>
                <a:cs typeface="Montserrat ExtraBold"/>
              </a:rPr>
              <a:t>SÃO</a:t>
            </a:r>
            <a:r>
              <a:rPr sz="2800" b="1" spc="-25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2800" b="1" spc="-40" dirty="0">
                <a:solidFill>
                  <a:srgbClr val="FFFFFF"/>
                </a:solidFill>
                <a:latin typeface="Montserrat ExtraBold"/>
                <a:cs typeface="Montserrat ExtraBold"/>
              </a:rPr>
              <a:t>PAULO</a:t>
            </a:r>
            <a:endParaRPr sz="2800">
              <a:latin typeface="Montserrat ExtraBold"/>
              <a:cs typeface="Montserrat ExtraBold"/>
            </a:endParaRPr>
          </a:p>
          <a:p>
            <a:pPr marL="12700">
              <a:lnSpc>
                <a:spcPts val="8009"/>
              </a:lnSpc>
            </a:pPr>
            <a:r>
              <a:rPr sz="6750" spc="-25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ww</a:t>
            </a:r>
            <a:r>
              <a:rPr sz="6750" spc="-22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w</a:t>
            </a:r>
            <a:r>
              <a:rPr sz="675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.s</a:t>
            </a:r>
            <a:r>
              <a:rPr sz="6750" spc="-10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p</a:t>
            </a:r>
            <a:r>
              <a:rPr sz="6750" spc="5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.senai.br</a:t>
            </a:r>
            <a:endParaRPr sz="6750">
              <a:latin typeface="Montserrat"/>
              <a:cs typeface="Montserra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4154076"/>
            <a:ext cx="20104100" cy="7154545"/>
            <a:chOff x="0" y="4154076"/>
            <a:chExt cx="20104100" cy="7154545"/>
          </a:xfrm>
        </p:grpSpPr>
        <p:sp>
          <p:nvSpPr>
            <p:cNvPr id="9" name="object 9"/>
            <p:cNvSpPr/>
            <p:nvPr/>
          </p:nvSpPr>
          <p:spPr>
            <a:xfrm>
              <a:off x="9201187" y="4154076"/>
              <a:ext cx="0" cy="3001010"/>
            </a:xfrm>
            <a:custGeom>
              <a:avLst/>
              <a:gdLst/>
              <a:ahLst/>
              <a:cxnLst/>
              <a:rect l="l" t="t" r="r" b="b"/>
              <a:pathLst>
                <a:path h="3001009">
                  <a:moveTo>
                    <a:pt x="0" y="3000400"/>
                  </a:moveTo>
                  <a:lnTo>
                    <a:pt x="0" y="0"/>
                  </a:lnTo>
                </a:path>
              </a:pathLst>
            </a:custGeom>
            <a:ln w="2783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C1C1FFBC5B64943BE6D3064162973C9" ma:contentTypeVersion="13" ma:contentTypeDescription="Crie um novo documento." ma:contentTypeScope="" ma:versionID="40fa6b34c81f3a289ccbc7b1e1965271">
  <xsd:schema xmlns:xsd="http://www.w3.org/2001/XMLSchema" xmlns:xs="http://www.w3.org/2001/XMLSchema" xmlns:p="http://schemas.microsoft.com/office/2006/metadata/properties" xmlns:ns2="2bd5af90-2c43-4f56-be08-340e2f91aafd" xmlns:ns3="b9c37b37-d0ad-42a5-892e-3cb8fae6311e" targetNamespace="http://schemas.microsoft.com/office/2006/metadata/properties" ma:root="true" ma:fieldsID="8fc80ff9e100d70d9cbefb719233993e" ns2:_="" ns3:_="">
    <xsd:import namespace="2bd5af90-2c43-4f56-be08-340e2f91aafd"/>
    <xsd:import namespace="b9c37b37-d0ad-42a5-892e-3cb8fae631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d5af90-2c43-4f56-be08-340e2f91aa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c37b37-d0ad-42a5-892e-3cb8fae6311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F35E67-04E6-4922-B19E-6681FBF95D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AA42D19-56A1-4D0B-AB84-67451006DC5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DE43EA8-E4F7-4FB4-A903-CFCDB99F07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d5af90-2c43-4f56-be08-340e2f91aafd"/>
    <ds:schemaRef ds:uri="b9c37b37-d0ad-42a5-892e-3cb8fae631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</TotalTime>
  <Words>1332</Words>
  <Application>Microsoft Office PowerPoint</Application>
  <PresentationFormat>Personalizar</PresentationFormat>
  <Paragraphs>68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9" baseType="lpstr">
      <vt:lpstr>Arial</vt:lpstr>
      <vt:lpstr>Montserrat Light</vt:lpstr>
      <vt:lpstr>Montserrat ExtraBold</vt:lpstr>
      <vt:lpstr>Montserrat</vt:lpstr>
      <vt:lpstr>Calibri</vt:lpstr>
      <vt:lpstr>Office Theme</vt:lpstr>
      <vt:lpstr>Apresentação do PowerPoint</vt:lpstr>
      <vt:lpstr>Apresentação do PowerPoint</vt:lpstr>
      <vt:lpstr>REDE DE UNIDADES  SENAI - SP</vt:lpstr>
      <vt:lpstr>Arquitetura de Redes com IOT Reflexos e Tendências</vt:lpstr>
      <vt:lpstr>Por que falar sobre IOT? </vt:lpstr>
      <vt:lpstr>IoT Internet das Coisas</vt:lpstr>
      <vt:lpstr>Evolução e aplicabilidade</vt:lpstr>
      <vt:lpstr>Evolução e aplicabilidade</vt:lpstr>
      <vt:lpstr>Apresentação do PowerPoint</vt:lpstr>
      <vt:lpstr>Evolução</vt:lpstr>
      <vt:lpstr>Redes</vt:lpstr>
      <vt:lpstr>Redes</vt:lpstr>
      <vt:lpstr>Regras</vt:lpstr>
      <vt:lpstr>Dispositivos</vt:lpstr>
      <vt:lpstr>Drepresentação Gráfica DISPOSITIVOS</vt:lpstr>
      <vt:lpstr>Meio Físico </vt:lpstr>
      <vt:lpstr>Mensagem</vt:lpstr>
      <vt:lpstr>Tipos de Comunicação Unicast, Multicast e Broadcast</vt:lpstr>
      <vt:lpstr>UNICAST</vt:lpstr>
      <vt:lpstr>UNICAST</vt:lpstr>
      <vt:lpstr>MULTICAST</vt:lpstr>
      <vt:lpstr>BROADCAST</vt:lpstr>
      <vt:lpstr>DEPARTAMENTO REGIONAL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template_ppt_senaisp</dc:title>
  <dc:creator>carlos</dc:creator>
  <cp:lastModifiedBy>Wellington Fabio de Oliveira Martins</cp:lastModifiedBy>
  <cp:revision>33</cp:revision>
  <dcterms:created xsi:type="dcterms:W3CDTF">2021-08-24T16:20:14Z</dcterms:created>
  <dcterms:modified xsi:type="dcterms:W3CDTF">2026-03-31T12:35:57Z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2021-08-24T00:00:00Z</vt:filetime>
  </property>
  <property fmtid="{D5CDD505-2E9C-101B-9397-08002B2CF9AE}" pid="3" name="Creator">
    <vt:lpwstr>Adobe Illustrator 25.2 (Windows)</vt:lpwstr>
  </property>
  <property fmtid="{D5CDD505-2E9C-101B-9397-08002B2CF9AE}" pid="4" name="LastSaved">
    <vt:filetime>2021-08-24T00:00:00Z</vt:filetime>
  </property>
  <property fmtid="{D5CDD505-2E9C-101B-9397-08002B2CF9AE}" pid="5" name="ContentTypeId">
    <vt:lpwstr>0x0101001C1C1FFBC5B64943BE6D3064162973C9</vt:lpwstr>
  </property>
</Properties>
</file>