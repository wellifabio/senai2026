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sldIdLst>
    <p:sldId id="256" r:id="rId5"/>
    <p:sldId id="257" r:id="rId6"/>
    <p:sldId id="258" r:id="rId7"/>
    <p:sldId id="259" r:id="rId8"/>
    <p:sldId id="260" r:id="rId9"/>
    <p:sldId id="261" r:id="rId10"/>
    <p:sldId id="263" r:id="rId11"/>
    <p:sldId id="264" r:id="rId12"/>
    <p:sldId id="265" r:id="rId13"/>
    <p:sldId id="266" r:id="rId14"/>
    <p:sldId id="267" r:id="rId15"/>
    <p:sldId id="268" r:id="rId16"/>
    <p:sldId id="269" r:id="rId17"/>
    <p:sldId id="274" r:id="rId18"/>
    <p:sldId id="275" r:id="rId19"/>
    <p:sldId id="276" r:id="rId20"/>
    <p:sldId id="278" r:id="rId21"/>
    <p:sldId id="279" r:id="rId22"/>
    <p:sldId id="280" r:id="rId23"/>
    <p:sldId id="281" r:id="rId24"/>
    <p:sldId id="282" r:id="rId25"/>
    <p:sldId id="277" r:id="rId26"/>
  </p:sldIdLst>
  <p:sldSz cx="20104100" cy="11309350"/>
  <p:notesSz cx="20104100" cy="11309350"/>
  <p:embeddedFontLst>
    <p:embeddedFont>
      <p:font typeface="Montserrat" panose="020F0502020204030204" pitchFamily="2" charset="0"/>
      <p:regular r:id="rId27"/>
      <p:bold r:id="rId28"/>
      <p:italic r:id="rId29"/>
      <p:boldItalic r:id="rId30"/>
    </p:embeddedFont>
    <p:embeddedFont>
      <p:font typeface="Montserrat ExtraBold" panose="020F0502020204030204" pitchFamily="2" charset="0"/>
      <p:bold r:id="rId31"/>
      <p:boldItalic r:id="rId32"/>
    </p:embeddedFont>
    <p:embeddedFont>
      <p:font typeface="Montserrat Light" panose="020F0502020204030204" pitchFamily="2" charset="0"/>
      <p:regular r:id="rId33"/>
      <p:italic r:id="rId34"/>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E3ABB-C11A-BBD9-2802-532C104E159E}" v="1" dt="2022-01-25T14:55:06.476"/>
    <p1510:client id="{67B79760-9B19-EA06-B321-81BE3DC8DF22}" v="11" dt="2022-01-28T13:28:15.146"/>
    <p1510:client id="{E26C3A5A-D7F9-6D2D-9C24-7E05DE01AA21}" v="11" dt="2021-11-30T01:30:03.168"/>
    <p1510:client id="{E274CB7D-D5F6-CB88-97F7-1F9BAF23F222}" v="10" dt="2021-11-30T01:31:45.183"/>
    <p1510:client id="{E997C4D9-1869-CBC7-0693-58570764A1CA}" v="16" dt="2022-08-15T19:44:12.365"/>
    <p1510:client id="{F9CA789C-FA2B-ABC1-4746-E0D93CC19689}" v="1" dt="2022-01-26T14:38:05.24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821"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s Miguel Leal da Silva" userId="S::lucas.msilva@sp.senai.br::5c40faec-5f1f-47e9-a958-68edb761d629" providerId="AD" clId="Web-{E26C3A5A-D7F9-6D2D-9C24-7E05DE01AA21}"/>
    <pc:docChg chg="modSld">
      <pc:chgData name="Lucas Miguel Leal da Silva" userId="S::lucas.msilva@sp.senai.br::5c40faec-5f1f-47e9-a958-68edb761d629" providerId="AD" clId="Web-{E26C3A5A-D7F9-6D2D-9C24-7E05DE01AA21}" dt="2021-11-30T01:30:03.168" v="10" actId="1076"/>
      <pc:docMkLst>
        <pc:docMk/>
      </pc:docMkLst>
      <pc:sldChg chg="modSp">
        <pc:chgData name="Lucas Miguel Leal da Silva" userId="S::lucas.msilva@sp.senai.br::5c40faec-5f1f-47e9-a958-68edb761d629" providerId="AD" clId="Web-{E26C3A5A-D7F9-6D2D-9C24-7E05DE01AA21}" dt="2021-11-30T01:25:45.023" v="3" actId="1076"/>
        <pc:sldMkLst>
          <pc:docMk/>
          <pc:sldMk cId="0" sldId="256"/>
        </pc:sldMkLst>
        <pc:spChg chg="mod">
          <ac:chgData name="Lucas Miguel Leal da Silva" userId="S::lucas.msilva@sp.senai.br::5c40faec-5f1f-47e9-a958-68edb761d629" providerId="AD" clId="Web-{E26C3A5A-D7F9-6D2D-9C24-7E05DE01AA21}" dt="2021-11-30T01:25:45.023" v="3" actId="1076"/>
          <ac:spMkLst>
            <pc:docMk/>
            <pc:sldMk cId="0" sldId="256"/>
            <ac:spMk id="4" creationId="{00000000-0000-0000-0000-000000000000}"/>
          </ac:spMkLst>
        </pc:spChg>
        <pc:spChg chg="mod">
          <ac:chgData name="Lucas Miguel Leal da Silva" userId="S::lucas.msilva@sp.senai.br::5c40faec-5f1f-47e9-a958-68edb761d629" providerId="AD" clId="Web-{E26C3A5A-D7F9-6D2D-9C24-7E05DE01AA21}" dt="2021-11-30T01:10:29.601" v="1" actId="1076"/>
          <ac:spMkLst>
            <pc:docMk/>
            <pc:sldMk cId="0" sldId="256"/>
            <ac:spMk id="5" creationId="{00000000-0000-0000-0000-000000000000}"/>
          </ac:spMkLst>
        </pc:spChg>
      </pc:sldChg>
      <pc:sldChg chg="modSp">
        <pc:chgData name="Lucas Miguel Leal da Silva" userId="S::lucas.msilva@sp.senai.br::5c40faec-5f1f-47e9-a958-68edb761d629" providerId="AD" clId="Web-{E26C3A5A-D7F9-6D2D-9C24-7E05DE01AA21}" dt="2021-11-30T01:29:48.168" v="5" actId="1076"/>
        <pc:sldMkLst>
          <pc:docMk/>
          <pc:sldMk cId="0" sldId="257"/>
        </pc:sldMkLst>
        <pc:spChg chg="mod">
          <ac:chgData name="Lucas Miguel Leal da Silva" userId="S::lucas.msilva@sp.senai.br::5c40faec-5f1f-47e9-a958-68edb761d629" providerId="AD" clId="Web-{E26C3A5A-D7F9-6D2D-9C24-7E05DE01AA21}" dt="2021-11-30T01:29:48.168" v="5" actId="1076"/>
          <ac:spMkLst>
            <pc:docMk/>
            <pc:sldMk cId="0" sldId="257"/>
            <ac:spMk id="71" creationId="{00000000-0000-0000-0000-000000000000}"/>
          </ac:spMkLst>
        </pc:spChg>
        <pc:grpChg chg="mod">
          <ac:chgData name="Lucas Miguel Leal da Silva" userId="S::lucas.msilva@sp.senai.br::5c40faec-5f1f-47e9-a958-68edb761d629" providerId="AD" clId="Web-{E26C3A5A-D7F9-6D2D-9C24-7E05DE01AA21}" dt="2021-11-30T01:26:18.805" v="4" actId="1076"/>
          <ac:grpSpMkLst>
            <pc:docMk/>
            <pc:sldMk cId="0" sldId="257"/>
            <ac:grpSpMk id="4" creationId="{00000000-0000-0000-0000-000000000000}"/>
          </ac:grpSpMkLst>
        </pc:grpChg>
      </pc:sldChg>
      <pc:sldChg chg="modSp">
        <pc:chgData name="Lucas Miguel Leal da Silva" userId="S::lucas.msilva@sp.senai.br::5c40faec-5f1f-47e9-a958-68edb761d629" providerId="AD" clId="Web-{E26C3A5A-D7F9-6D2D-9C24-7E05DE01AA21}" dt="2021-11-30T01:30:03.168" v="10" actId="1076"/>
        <pc:sldMkLst>
          <pc:docMk/>
          <pc:sldMk cId="0" sldId="258"/>
        </pc:sldMkLst>
        <pc:spChg chg="mod">
          <ac:chgData name="Lucas Miguel Leal da Silva" userId="S::lucas.msilva@sp.senai.br::5c40faec-5f1f-47e9-a958-68edb761d629" providerId="AD" clId="Web-{E26C3A5A-D7F9-6D2D-9C24-7E05DE01AA21}" dt="2021-11-30T01:30:03.168" v="10" actId="1076"/>
          <ac:spMkLst>
            <pc:docMk/>
            <pc:sldMk cId="0" sldId="258"/>
            <ac:spMk id="68" creationId="{00000000-0000-0000-0000-000000000000}"/>
          </ac:spMkLst>
        </pc:spChg>
        <pc:grpChg chg="mod">
          <ac:chgData name="Lucas Miguel Leal da Silva" userId="S::lucas.msilva@sp.senai.br::5c40faec-5f1f-47e9-a958-68edb761d629" providerId="AD" clId="Web-{E26C3A5A-D7F9-6D2D-9C24-7E05DE01AA21}" dt="2021-11-30T01:29:51.324" v="6" actId="1076"/>
          <ac:grpSpMkLst>
            <pc:docMk/>
            <pc:sldMk cId="0" sldId="258"/>
            <ac:grpSpMk id="66" creationId="{00000000-0000-0000-0000-000000000000}"/>
          </ac:grpSpMkLst>
        </pc:grpChg>
      </pc:sldChg>
    </pc:docChg>
  </pc:docChgLst>
  <pc:docChgLst>
    <pc:chgData name="Lucas Miguel Leal da Silva" userId="S::lucas.msilva@sp.senai.br::5c40faec-5f1f-47e9-a958-68edb761d629" providerId="AD" clId="Web-{E274CB7D-D5F6-CB88-97F7-1F9BAF23F222}"/>
    <pc:docChg chg="modSld">
      <pc:chgData name="Lucas Miguel Leal da Silva" userId="S::lucas.msilva@sp.senai.br::5c40faec-5f1f-47e9-a958-68edb761d629" providerId="AD" clId="Web-{E274CB7D-D5F6-CB88-97F7-1F9BAF23F222}" dt="2021-11-30T01:31:45.183" v="9"/>
      <pc:docMkLst>
        <pc:docMk/>
      </pc:docMkLst>
      <pc:sldChg chg="addSp delSp modSp">
        <pc:chgData name="Lucas Miguel Leal da Silva" userId="S::lucas.msilva@sp.senai.br::5c40faec-5f1f-47e9-a958-68edb761d629" providerId="AD" clId="Web-{E274CB7D-D5F6-CB88-97F7-1F9BAF23F222}" dt="2021-11-30T01:31:45.183" v="9"/>
        <pc:sldMkLst>
          <pc:docMk/>
          <pc:sldMk cId="0" sldId="257"/>
        </pc:sldMkLst>
        <pc:spChg chg="del mod">
          <ac:chgData name="Lucas Miguel Leal da Silva" userId="S::lucas.msilva@sp.senai.br::5c40faec-5f1f-47e9-a958-68edb761d629" providerId="AD" clId="Web-{E274CB7D-D5F6-CB88-97F7-1F9BAF23F222}" dt="2021-11-30T01:31:37.698" v="7"/>
          <ac:spMkLst>
            <pc:docMk/>
            <pc:sldMk cId="0" sldId="257"/>
            <ac:spMk id="71" creationId="{00000000-0000-0000-0000-000000000000}"/>
          </ac:spMkLst>
        </pc:spChg>
        <pc:spChg chg="add mod">
          <ac:chgData name="Lucas Miguel Leal da Silva" userId="S::lucas.msilva@sp.senai.br::5c40faec-5f1f-47e9-a958-68edb761d629" providerId="AD" clId="Web-{E274CB7D-D5F6-CB88-97F7-1F9BAF23F222}" dt="2021-11-30T01:31:42.995" v="8"/>
          <ac:spMkLst>
            <pc:docMk/>
            <pc:sldMk cId="0" sldId="257"/>
            <ac:spMk id="77" creationId="{1A8410D5-09A9-4E9A-8324-AE05DD12526F}"/>
          </ac:spMkLst>
        </pc:spChg>
        <pc:spChg chg="add del mod">
          <ac:chgData name="Lucas Miguel Leal da Silva" userId="S::lucas.msilva@sp.senai.br::5c40faec-5f1f-47e9-a958-68edb761d629" providerId="AD" clId="Web-{E274CB7D-D5F6-CB88-97F7-1F9BAF23F222}" dt="2021-11-30T01:31:45.183" v="9"/>
          <ac:spMkLst>
            <pc:docMk/>
            <pc:sldMk cId="0" sldId="257"/>
            <ac:spMk id="79" creationId="{F8D9D440-CCAE-4CA4-875F-AD08D54F116D}"/>
          </ac:spMkLst>
        </pc:spChg>
        <pc:grpChg chg="del mod">
          <ac:chgData name="Lucas Miguel Leal da Silva" userId="S::lucas.msilva@sp.senai.br::5c40faec-5f1f-47e9-a958-68edb761d629" providerId="AD" clId="Web-{E274CB7D-D5F6-CB88-97F7-1F9BAF23F222}" dt="2021-11-30T01:31:06.979" v="2"/>
          <ac:grpSpMkLst>
            <pc:docMk/>
            <pc:sldMk cId="0" sldId="257"/>
            <ac:grpSpMk id="4" creationId="{00000000-0000-0000-0000-000000000000}"/>
          </ac:grpSpMkLst>
        </pc:grpChg>
        <pc:grpChg chg="add">
          <ac:chgData name="Lucas Miguel Leal da Silva" userId="S::lucas.msilva@sp.senai.br::5c40faec-5f1f-47e9-a958-68edb761d629" providerId="AD" clId="Web-{E274CB7D-D5F6-CB88-97F7-1F9BAF23F222}" dt="2021-11-30T01:31:20.510" v="5"/>
          <ac:grpSpMkLst>
            <pc:docMk/>
            <pc:sldMk cId="0" sldId="257"/>
            <ac:grpSpMk id="75" creationId="{0BCB4BF7-1C02-4670-98EB-A548B299ADD0}"/>
          </ac:grpSpMkLst>
        </pc:grpChg>
      </pc:sldChg>
      <pc:sldChg chg="addSp delSp">
        <pc:chgData name="Lucas Miguel Leal da Silva" userId="S::lucas.msilva@sp.senai.br::5c40faec-5f1f-47e9-a958-68edb761d629" providerId="AD" clId="Web-{E274CB7D-D5F6-CB88-97F7-1F9BAF23F222}" dt="2021-11-30T01:31:18.042" v="4"/>
        <pc:sldMkLst>
          <pc:docMk/>
          <pc:sldMk cId="0" sldId="258"/>
        </pc:sldMkLst>
        <pc:grpChg chg="del">
          <ac:chgData name="Lucas Miguel Leal da Silva" userId="S::lucas.msilva@sp.senai.br::5c40faec-5f1f-47e9-a958-68edb761d629" providerId="AD" clId="Web-{E274CB7D-D5F6-CB88-97F7-1F9BAF23F222}" dt="2021-11-30T01:31:18.042" v="4"/>
          <ac:grpSpMkLst>
            <pc:docMk/>
            <pc:sldMk cId="0" sldId="258"/>
            <ac:grpSpMk id="66" creationId="{00000000-0000-0000-0000-000000000000}"/>
          </ac:grpSpMkLst>
        </pc:grpChg>
        <pc:grpChg chg="add">
          <ac:chgData name="Lucas Miguel Leal da Silva" userId="S::lucas.msilva@sp.senai.br::5c40faec-5f1f-47e9-a958-68edb761d629" providerId="AD" clId="Web-{E274CB7D-D5F6-CB88-97F7-1F9BAF23F222}" dt="2021-11-30T01:31:14.854" v="3"/>
          <ac:grpSpMkLst>
            <pc:docMk/>
            <pc:sldMk cId="0" sldId="258"/>
            <ac:grpSpMk id="75" creationId="{28DCA77A-25D6-4AC8-926C-CA966CB46EF3}"/>
          </ac:grpSpMkLst>
        </pc:grpChg>
      </pc:sldChg>
    </pc:docChg>
  </pc:docChgLst>
  <pc:docChgLst>
    <pc:chgData name="Aruana Marcondes" userId="S::aruana.marcondes@sp.senai.br::3b5ba883-9796-4925-87dd-7395c5a849ef" providerId="AD" clId="Web-{F9CA789C-FA2B-ABC1-4746-E0D93CC19689}"/>
    <pc:docChg chg="modSld">
      <pc:chgData name="Aruana Marcondes" userId="S::aruana.marcondes@sp.senai.br::3b5ba883-9796-4925-87dd-7395c5a849ef" providerId="AD" clId="Web-{F9CA789C-FA2B-ABC1-4746-E0D93CC19689}" dt="2022-01-26T14:38:05.244" v="0"/>
      <pc:docMkLst>
        <pc:docMk/>
      </pc:docMkLst>
      <pc:sldChg chg="delSp">
        <pc:chgData name="Aruana Marcondes" userId="S::aruana.marcondes@sp.senai.br::3b5ba883-9796-4925-87dd-7395c5a849ef" providerId="AD" clId="Web-{F9CA789C-FA2B-ABC1-4746-E0D93CC19689}" dt="2022-01-26T14:38:05.244" v="0"/>
        <pc:sldMkLst>
          <pc:docMk/>
          <pc:sldMk cId="0" sldId="258"/>
        </pc:sldMkLst>
        <pc:picChg chg="del">
          <ac:chgData name="Aruana Marcondes" userId="S::aruana.marcondes@sp.senai.br::3b5ba883-9796-4925-87dd-7395c5a849ef" providerId="AD" clId="Web-{F9CA789C-FA2B-ABC1-4746-E0D93CC19689}" dt="2022-01-26T14:38:05.244" v="0"/>
          <ac:picMkLst>
            <pc:docMk/>
            <pc:sldMk cId="0" sldId="258"/>
            <ac:picMk id="66" creationId="{06106D5E-0E16-4805-AB25-BF77A3F07626}"/>
          </ac:picMkLst>
        </pc:picChg>
      </pc:sldChg>
    </pc:docChg>
  </pc:docChgLst>
  <pc:docChgLst>
    <pc:chgData name="Aruana Marcondes" userId="S::aruana.marcondes@sp.senai.br::3b5ba883-9796-4925-87dd-7395c5a849ef" providerId="AD" clId="Web-{280E3ABB-C11A-BBD9-2802-532C104E159E}"/>
    <pc:docChg chg="modSld">
      <pc:chgData name="Aruana Marcondes" userId="S::aruana.marcondes@sp.senai.br::3b5ba883-9796-4925-87dd-7395c5a849ef" providerId="AD" clId="Web-{280E3ABB-C11A-BBD9-2802-532C104E159E}" dt="2022-01-25T14:55:06.476" v="0"/>
      <pc:docMkLst>
        <pc:docMk/>
      </pc:docMkLst>
      <pc:sldChg chg="addSp modSp">
        <pc:chgData name="Aruana Marcondes" userId="S::aruana.marcondes@sp.senai.br::3b5ba883-9796-4925-87dd-7395c5a849ef" providerId="AD" clId="Web-{280E3ABB-C11A-BBD9-2802-532C104E159E}" dt="2022-01-25T14:55:06.476" v="0"/>
        <pc:sldMkLst>
          <pc:docMk/>
          <pc:sldMk cId="0" sldId="258"/>
        </pc:sldMkLst>
        <pc:picChg chg="add mod">
          <ac:chgData name="Aruana Marcondes" userId="S::aruana.marcondes@sp.senai.br::3b5ba883-9796-4925-87dd-7395c5a849ef" providerId="AD" clId="Web-{280E3ABB-C11A-BBD9-2802-532C104E159E}" dt="2022-01-25T14:55:06.476" v="0"/>
          <ac:picMkLst>
            <pc:docMk/>
            <pc:sldMk cId="0" sldId="258"/>
            <ac:picMk id="66" creationId="{06106D5E-0E16-4805-AB25-BF77A3F07626}"/>
          </ac:picMkLst>
        </pc:picChg>
      </pc:sldChg>
    </pc:docChg>
  </pc:docChgLst>
  <pc:docChgLst>
    <pc:chgData name="Adelia Bianca Magi de Moura" userId="S::adelia.moura@sp.senai.br::1d064294-64c6-4623-8dcc-126153f5c19e" providerId="AD" clId="Web-{E997C4D9-1869-CBC7-0693-58570764A1CA}"/>
    <pc:docChg chg="modSld">
      <pc:chgData name="Adelia Bianca Magi de Moura" userId="S::adelia.moura@sp.senai.br::1d064294-64c6-4623-8dcc-126153f5c19e" providerId="AD" clId="Web-{E997C4D9-1869-CBC7-0693-58570764A1CA}" dt="2022-08-15T19:44:12.365" v="15" actId="1076"/>
      <pc:docMkLst>
        <pc:docMk/>
      </pc:docMkLst>
      <pc:sldChg chg="addSp delSp modSp">
        <pc:chgData name="Adelia Bianca Magi de Moura" userId="S::adelia.moura@sp.senai.br::1d064294-64c6-4623-8dcc-126153f5c19e" providerId="AD" clId="Web-{E997C4D9-1869-CBC7-0693-58570764A1CA}" dt="2022-08-15T19:44:12.365" v="15" actId="1076"/>
        <pc:sldMkLst>
          <pc:docMk/>
          <pc:sldMk cId="0" sldId="277"/>
        </pc:sldMkLst>
        <pc:spChg chg="add del">
          <ac:chgData name="Adelia Bianca Magi de Moura" userId="S::adelia.moura@sp.senai.br::1d064294-64c6-4623-8dcc-126153f5c19e" providerId="AD" clId="Web-{E997C4D9-1869-CBC7-0693-58570764A1CA}" dt="2022-08-15T19:44:00.364" v="11"/>
          <ac:spMkLst>
            <pc:docMk/>
            <pc:sldMk cId="0" sldId="277"/>
            <ac:spMk id="4" creationId="{00000000-0000-0000-0000-000000000000}"/>
          </ac:spMkLst>
        </pc:spChg>
        <pc:spChg chg="mod">
          <ac:chgData name="Adelia Bianca Magi de Moura" userId="S::adelia.moura@sp.senai.br::1d064294-64c6-4623-8dcc-126153f5c19e" providerId="AD" clId="Web-{E997C4D9-1869-CBC7-0693-58570764A1CA}" dt="2022-08-15T19:44:12.365" v="15" actId="1076"/>
          <ac:spMkLst>
            <pc:docMk/>
            <pc:sldMk cId="0" sldId="277"/>
            <ac:spMk id="5" creationId="{00000000-0000-0000-0000-000000000000}"/>
          </ac:spMkLst>
        </pc:spChg>
        <pc:grpChg chg="mod">
          <ac:chgData name="Adelia Bianca Magi de Moura" userId="S::adelia.moura@sp.senai.br::1d064294-64c6-4623-8dcc-126153f5c19e" providerId="AD" clId="Web-{E997C4D9-1869-CBC7-0693-58570764A1CA}" dt="2022-08-15T19:44:06.521" v="13" actId="1076"/>
          <ac:grpSpMkLst>
            <pc:docMk/>
            <pc:sldMk cId="0" sldId="277"/>
            <ac:grpSpMk id="2" creationId="{00000000-0000-0000-0000-000000000000}"/>
          </ac:grpSpMkLst>
        </pc:grpChg>
        <pc:grpChg chg="mod">
          <ac:chgData name="Adelia Bianca Magi de Moura" userId="S::adelia.moura@sp.senai.br::1d064294-64c6-4623-8dcc-126153f5c19e" providerId="AD" clId="Web-{E997C4D9-1869-CBC7-0693-58570764A1CA}" dt="2022-08-15T19:43:38.489" v="10" actId="1076"/>
          <ac:grpSpMkLst>
            <pc:docMk/>
            <pc:sldMk cId="0" sldId="277"/>
            <ac:grpSpMk id="8" creationId="{00000000-0000-0000-0000-000000000000}"/>
          </ac:grpSpMkLst>
        </pc:grpChg>
      </pc:sldChg>
    </pc:docChg>
  </pc:docChgLst>
  <pc:docChgLst>
    <pc:chgData name="Luciana Seguin E Seguin" userId="S::luciana.seguin@sp.senai.br::c06bbc8a-9dca-427a-8349-4d2edc3ff980" providerId="AD" clId="Web-{67B79760-9B19-EA06-B321-81BE3DC8DF22}"/>
    <pc:docChg chg="modSld">
      <pc:chgData name="Luciana Seguin E Seguin" userId="S::luciana.seguin@sp.senai.br::c06bbc8a-9dca-427a-8349-4d2edc3ff980" providerId="AD" clId="Web-{67B79760-9B19-EA06-B321-81BE3DC8DF22}" dt="2022-01-28T13:28:15.146" v="5" actId="20577"/>
      <pc:docMkLst>
        <pc:docMk/>
      </pc:docMkLst>
      <pc:sldChg chg="modSp">
        <pc:chgData name="Luciana Seguin E Seguin" userId="S::luciana.seguin@sp.senai.br::c06bbc8a-9dca-427a-8349-4d2edc3ff980" providerId="AD" clId="Web-{67B79760-9B19-EA06-B321-81BE3DC8DF22}" dt="2022-01-28T13:27:58.270" v="2" actId="20577"/>
        <pc:sldMkLst>
          <pc:docMk/>
          <pc:sldMk cId="0" sldId="261"/>
        </pc:sldMkLst>
        <pc:spChg chg="mod">
          <ac:chgData name="Luciana Seguin E Seguin" userId="S::luciana.seguin@sp.senai.br::c06bbc8a-9dca-427a-8349-4d2edc3ff980" providerId="AD" clId="Web-{67B79760-9B19-EA06-B321-81BE3DC8DF22}" dt="2022-01-28T13:27:58.270" v="2" actId="20577"/>
          <ac:spMkLst>
            <pc:docMk/>
            <pc:sldMk cId="0" sldId="261"/>
            <ac:spMk id="15" creationId="{00000000-0000-0000-0000-000000000000}"/>
          </ac:spMkLst>
        </pc:spChg>
      </pc:sldChg>
      <pc:sldChg chg="modSp">
        <pc:chgData name="Luciana Seguin E Seguin" userId="S::luciana.seguin@sp.senai.br::c06bbc8a-9dca-427a-8349-4d2edc3ff980" providerId="AD" clId="Web-{67B79760-9B19-EA06-B321-81BE3DC8DF22}" dt="2022-01-28T13:28:15.146" v="5" actId="20577"/>
        <pc:sldMkLst>
          <pc:docMk/>
          <pc:sldMk cId="0" sldId="270"/>
        </pc:sldMkLst>
        <pc:spChg chg="mod">
          <ac:chgData name="Luciana Seguin E Seguin" userId="S::luciana.seguin@sp.senai.br::c06bbc8a-9dca-427a-8349-4d2edc3ff980" providerId="AD" clId="Web-{67B79760-9B19-EA06-B321-81BE3DC8DF22}" dt="2022-01-28T13:28:15.146" v="5" actId="20577"/>
          <ac:spMkLst>
            <pc:docMk/>
            <pc:sldMk cId="0" sldId="270"/>
            <ac:spMk id="7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p:txBody>
          <a:bodyPr lIns="0" tIns="0" rIns="0" bIns="0"/>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052050" y="0"/>
            <a:ext cx="10052050" cy="11151870"/>
          </a:xfrm>
          <a:custGeom>
            <a:avLst/>
            <a:gdLst/>
            <a:ahLst/>
            <a:cxnLst/>
            <a:rect l="l" t="t" r="r" b="b"/>
            <a:pathLst>
              <a:path w="10052050" h="11151870">
                <a:moveTo>
                  <a:pt x="0" y="11151492"/>
                </a:moveTo>
                <a:lnTo>
                  <a:pt x="10052039" y="11151492"/>
                </a:lnTo>
                <a:lnTo>
                  <a:pt x="10052039" y="0"/>
                </a:lnTo>
                <a:lnTo>
                  <a:pt x="0" y="0"/>
                </a:lnTo>
                <a:lnTo>
                  <a:pt x="0" y="11151492"/>
                </a:lnTo>
                <a:close/>
              </a:path>
            </a:pathLst>
          </a:custGeom>
          <a:solidFill>
            <a:srgbClr val="1A1A1A"/>
          </a:solidFill>
        </p:spPr>
        <p:txBody>
          <a:bodyPr wrap="square" lIns="0" tIns="0" rIns="0" bIns="0" rtlCol="0"/>
          <a:lstStyle/>
          <a:p>
            <a:endParaRPr/>
          </a:p>
        </p:txBody>
      </p:sp>
      <p:sp>
        <p:nvSpPr>
          <p:cNvPr id="17" name="bg object 17"/>
          <p:cNvSpPr/>
          <p:nvPr/>
        </p:nvSpPr>
        <p:spPr>
          <a:xfrm>
            <a:off x="1047151" y="9319087"/>
            <a:ext cx="3693160" cy="942975"/>
          </a:xfrm>
          <a:custGeom>
            <a:avLst/>
            <a:gdLst/>
            <a:ahLst/>
            <a:cxnLst/>
            <a:rect l="l" t="t" r="r" b="b"/>
            <a:pathLst>
              <a:path w="3693160"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18" name="bg object 18"/>
          <p:cNvSpPr/>
          <p:nvPr/>
        </p:nvSpPr>
        <p:spPr>
          <a:xfrm>
            <a:off x="1047076" y="9439611"/>
            <a:ext cx="3693160" cy="700405"/>
          </a:xfrm>
          <a:custGeom>
            <a:avLst/>
            <a:gdLst/>
            <a:ahLst/>
            <a:cxnLst/>
            <a:rect l="l" t="t" r="r" b="b"/>
            <a:pathLst>
              <a:path w="3693160" h="700404">
                <a:moveTo>
                  <a:pt x="198361" y="660984"/>
                </a:moveTo>
                <a:lnTo>
                  <a:pt x="0" y="660984"/>
                </a:lnTo>
                <a:lnTo>
                  <a:pt x="0" y="685812"/>
                </a:lnTo>
                <a:lnTo>
                  <a:pt x="198361" y="685812"/>
                </a:lnTo>
                <a:lnTo>
                  <a:pt x="198361" y="660984"/>
                </a:lnTo>
                <a:close/>
              </a:path>
              <a:path w="3693160" h="700404">
                <a:moveTo>
                  <a:pt x="198361" y="502246"/>
                </a:moveTo>
                <a:lnTo>
                  <a:pt x="0" y="502246"/>
                </a:lnTo>
                <a:lnTo>
                  <a:pt x="0" y="527050"/>
                </a:lnTo>
                <a:lnTo>
                  <a:pt x="198361" y="527050"/>
                </a:lnTo>
                <a:lnTo>
                  <a:pt x="198361" y="502246"/>
                </a:lnTo>
                <a:close/>
              </a:path>
              <a:path w="3693160" h="700404">
                <a:moveTo>
                  <a:pt x="198361" y="337553"/>
                </a:moveTo>
                <a:lnTo>
                  <a:pt x="0" y="337553"/>
                </a:lnTo>
                <a:lnTo>
                  <a:pt x="0" y="362356"/>
                </a:lnTo>
                <a:lnTo>
                  <a:pt x="198361" y="362356"/>
                </a:lnTo>
                <a:lnTo>
                  <a:pt x="198361" y="337553"/>
                </a:lnTo>
                <a:close/>
              </a:path>
              <a:path w="3693160" h="700404">
                <a:moveTo>
                  <a:pt x="198361" y="175056"/>
                </a:moveTo>
                <a:lnTo>
                  <a:pt x="0" y="175056"/>
                </a:lnTo>
                <a:lnTo>
                  <a:pt x="0" y="199898"/>
                </a:lnTo>
                <a:lnTo>
                  <a:pt x="198361" y="199898"/>
                </a:lnTo>
                <a:lnTo>
                  <a:pt x="198361" y="175056"/>
                </a:lnTo>
                <a:close/>
              </a:path>
              <a:path w="3693160" h="700404">
                <a:moveTo>
                  <a:pt x="198361" y="16802"/>
                </a:moveTo>
                <a:lnTo>
                  <a:pt x="0" y="16802"/>
                </a:lnTo>
                <a:lnTo>
                  <a:pt x="0" y="41592"/>
                </a:lnTo>
                <a:lnTo>
                  <a:pt x="198361" y="41592"/>
                </a:lnTo>
                <a:lnTo>
                  <a:pt x="198361" y="16802"/>
                </a:lnTo>
                <a:close/>
              </a:path>
              <a:path w="3693160" h="700404">
                <a:moveTo>
                  <a:pt x="908532" y="161366"/>
                </a:moveTo>
                <a:lnTo>
                  <a:pt x="905624" y="119291"/>
                </a:lnTo>
                <a:lnTo>
                  <a:pt x="870216" y="56515"/>
                </a:lnTo>
                <a:lnTo>
                  <a:pt x="804735" y="18783"/>
                </a:lnTo>
                <a:lnTo>
                  <a:pt x="764209" y="8001"/>
                </a:lnTo>
                <a:lnTo>
                  <a:pt x="720382" y="1917"/>
                </a:lnTo>
                <a:lnTo>
                  <a:pt x="674649" y="0"/>
                </a:lnTo>
                <a:lnTo>
                  <a:pt x="627659" y="1714"/>
                </a:lnTo>
                <a:lnTo>
                  <a:pt x="580986" y="7264"/>
                </a:lnTo>
                <a:lnTo>
                  <a:pt x="535622" y="17233"/>
                </a:lnTo>
                <a:lnTo>
                  <a:pt x="492493" y="32219"/>
                </a:lnTo>
                <a:lnTo>
                  <a:pt x="452564" y="52793"/>
                </a:lnTo>
                <a:lnTo>
                  <a:pt x="416788" y="79565"/>
                </a:lnTo>
                <a:lnTo>
                  <a:pt x="386118" y="113106"/>
                </a:lnTo>
                <a:lnTo>
                  <a:pt x="361518" y="154025"/>
                </a:lnTo>
                <a:lnTo>
                  <a:pt x="343941" y="202895"/>
                </a:lnTo>
                <a:lnTo>
                  <a:pt x="339204" y="254914"/>
                </a:lnTo>
                <a:lnTo>
                  <a:pt x="348361" y="300837"/>
                </a:lnTo>
                <a:lnTo>
                  <a:pt x="371944" y="338747"/>
                </a:lnTo>
                <a:lnTo>
                  <a:pt x="410476" y="366712"/>
                </a:lnTo>
                <a:lnTo>
                  <a:pt x="460273" y="387235"/>
                </a:lnTo>
                <a:lnTo>
                  <a:pt x="508939" y="402196"/>
                </a:lnTo>
                <a:lnTo>
                  <a:pt x="594944" y="424522"/>
                </a:lnTo>
                <a:lnTo>
                  <a:pt x="628256" y="436435"/>
                </a:lnTo>
                <a:lnTo>
                  <a:pt x="652462" y="451904"/>
                </a:lnTo>
                <a:lnTo>
                  <a:pt x="665543" y="473189"/>
                </a:lnTo>
                <a:lnTo>
                  <a:pt x="665505" y="502577"/>
                </a:lnTo>
                <a:lnTo>
                  <a:pt x="650049" y="531901"/>
                </a:lnTo>
                <a:lnTo>
                  <a:pt x="622071" y="552831"/>
                </a:lnTo>
                <a:lnTo>
                  <a:pt x="587806" y="565391"/>
                </a:lnTo>
                <a:lnTo>
                  <a:pt x="553504" y="569569"/>
                </a:lnTo>
                <a:lnTo>
                  <a:pt x="508876" y="563206"/>
                </a:lnTo>
                <a:lnTo>
                  <a:pt x="477113" y="544449"/>
                </a:lnTo>
                <a:lnTo>
                  <a:pt x="460578" y="513829"/>
                </a:lnTo>
                <a:lnTo>
                  <a:pt x="461683" y="471868"/>
                </a:lnTo>
                <a:lnTo>
                  <a:pt x="275539" y="471868"/>
                </a:lnTo>
                <a:lnTo>
                  <a:pt x="269443" y="527735"/>
                </a:lnTo>
                <a:lnTo>
                  <a:pt x="274370" y="574230"/>
                </a:lnTo>
                <a:lnTo>
                  <a:pt x="289229" y="612101"/>
                </a:lnTo>
                <a:lnTo>
                  <a:pt x="312877" y="642086"/>
                </a:lnTo>
                <a:lnTo>
                  <a:pt x="344220" y="664946"/>
                </a:lnTo>
                <a:lnTo>
                  <a:pt x="382117" y="681431"/>
                </a:lnTo>
                <a:lnTo>
                  <a:pt x="425475" y="692277"/>
                </a:lnTo>
                <a:lnTo>
                  <a:pt x="473151" y="698233"/>
                </a:lnTo>
                <a:lnTo>
                  <a:pt x="524052" y="700049"/>
                </a:lnTo>
                <a:lnTo>
                  <a:pt x="575627" y="697547"/>
                </a:lnTo>
                <a:lnTo>
                  <a:pt x="626084" y="690016"/>
                </a:lnTo>
                <a:lnTo>
                  <a:pt x="674420" y="677392"/>
                </a:lnTo>
                <a:lnTo>
                  <a:pt x="719620" y="659612"/>
                </a:lnTo>
                <a:lnTo>
                  <a:pt x="760679" y="636625"/>
                </a:lnTo>
                <a:lnTo>
                  <a:pt x="796582" y="608368"/>
                </a:lnTo>
                <a:lnTo>
                  <a:pt x="826350" y="574789"/>
                </a:lnTo>
                <a:lnTo>
                  <a:pt x="829373" y="569569"/>
                </a:lnTo>
                <a:lnTo>
                  <a:pt x="848956" y="535825"/>
                </a:lnTo>
                <a:lnTo>
                  <a:pt x="863409" y="491413"/>
                </a:lnTo>
                <a:lnTo>
                  <a:pt x="869188" y="436968"/>
                </a:lnTo>
                <a:lnTo>
                  <a:pt x="862253" y="393585"/>
                </a:lnTo>
                <a:lnTo>
                  <a:pt x="844715" y="359727"/>
                </a:lnTo>
                <a:lnTo>
                  <a:pt x="786193" y="314401"/>
                </a:lnTo>
                <a:lnTo>
                  <a:pt x="749401" y="299821"/>
                </a:lnTo>
                <a:lnTo>
                  <a:pt x="710374" y="288569"/>
                </a:lnTo>
                <a:lnTo>
                  <a:pt x="634009" y="269887"/>
                </a:lnTo>
                <a:lnTo>
                  <a:pt x="598487" y="259118"/>
                </a:lnTo>
                <a:lnTo>
                  <a:pt x="566508" y="244424"/>
                </a:lnTo>
                <a:lnTo>
                  <a:pt x="545211" y="222923"/>
                </a:lnTo>
                <a:lnTo>
                  <a:pt x="541718" y="191719"/>
                </a:lnTo>
                <a:lnTo>
                  <a:pt x="553250" y="167982"/>
                </a:lnTo>
                <a:lnTo>
                  <a:pt x="574865" y="148437"/>
                </a:lnTo>
                <a:lnTo>
                  <a:pt x="603186" y="135178"/>
                </a:lnTo>
                <a:lnTo>
                  <a:pt x="634784" y="130302"/>
                </a:lnTo>
                <a:lnTo>
                  <a:pt x="656831" y="131686"/>
                </a:lnTo>
                <a:lnTo>
                  <a:pt x="701929" y="151726"/>
                </a:lnTo>
                <a:lnTo>
                  <a:pt x="716407" y="192938"/>
                </a:lnTo>
                <a:lnTo>
                  <a:pt x="713600" y="211264"/>
                </a:lnTo>
                <a:lnTo>
                  <a:pt x="899718" y="211264"/>
                </a:lnTo>
                <a:lnTo>
                  <a:pt x="908532" y="161366"/>
                </a:lnTo>
                <a:close/>
              </a:path>
              <a:path w="3693160" h="700404">
                <a:moveTo>
                  <a:pt x="1580984" y="13944"/>
                </a:moveTo>
                <a:lnTo>
                  <a:pt x="1069111" y="13944"/>
                </a:lnTo>
                <a:lnTo>
                  <a:pt x="926261" y="685939"/>
                </a:lnTo>
                <a:lnTo>
                  <a:pt x="1438148" y="685939"/>
                </a:lnTo>
                <a:lnTo>
                  <a:pt x="1465910" y="555612"/>
                </a:lnTo>
                <a:lnTo>
                  <a:pt x="1140142" y="555612"/>
                </a:lnTo>
                <a:lnTo>
                  <a:pt x="1170393" y="413207"/>
                </a:lnTo>
                <a:lnTo>
                  <a:pt x="1470088" y="413207"/>
                </a:lnTo>
                <a:lnTo>
                  <a:pt x="1497685" y="282968"/>
                </a:lnTo>
                <a:lnTo>
                  <a:pt x="1198003" y="282968"/>
                </a:lnTo>
                <a:lnTo>
                  <a:pt x="1227467" y="144246"/>
                </a:lnTo>
                <a:lnTo>
                  <a:pt x="1553235" y="144246"/>
                </a:lnTo>
                <a:lnTo>
                  <a:pt x="1580984" y="13944"/>
                </a:lnTo>
                <a:close/>
              </a:path>
              <a:path w="3693160" h="700404">
                <a:moveTo>
                  <a:pt x="2341372" y="13944"/>
                </a:moveTo>
                <a:lnTo>
                  <a:pt x="2173846" y="13944"/>
                </a:lnTo>
                <a:lnTo>
                  <a:pt x="2067737" y="512787"/>
                </a:lnTo>
                <a:lnTo>
                  <a:pt x="2065578" y="514692"/>
                </a:lnTo>
                <a:lnTo>
                  <a:pt x="1984082" y="171284"/>
                </a:lnTo>
                <a:lnTo>
                  <a:pt x="1946744" y="13944"/>
                </a:lnTo>
                <a:lnTo>
                  <a:pt x="1686153" y="13944"/>
                </a:lnTo>
                <a:lnTo>
                  <a:pt x="1543291" y="685939"/>
                </a:lnTo>
                <a:lnTo>
                  <a:pt x="1710829" y="685939"/>
                </a:lnTo>
                <a:lnTo>
                  <a:pt x="1820202" y="171284"/>
                </a:lnTo>
                <a:lnTo>
                  <a:pt x="1822056" y="171284"/>
                </a:lnTo>
                <a:lnTo>
                  <a:pt x="1940699" y="685939"/>
                </a:lnTo>
                <a:lnTo>
                  <a:pt x="2198522" y="685939"/>
                </a:lnTo>
                <a:lnTo>
                  <a:pt x="2234920" y="514692"/>
                </a:lnTo>
                <a:lnTo>
                  <a:pt x="2341372" y="13944"/>
                </a:lnTo>
                <a:close/>
              </a:path>
              <a:path w="3693160" h="700404">
                <a:moveTo>
                  <a:pt x="3024975" y="685939"/>
                </a:moveTo>
                <a:lnTo>
                  <a:pt x="3001073" y="554697"/>
                </a:lnTo>
                <a:lnTo>
                  <a:pt x="2977350" y="424408"/>
                </a:lnTo>
                <a:lnTo>
                  <a:pt x="2926486" y="145161"/>
                </a:lnTo>
                <a:lnTo>
                  <a:pt x="2902585" y="13944"/>
                </a:lnTo>
                <a:lnTo>
                  <a:pt x="2779890" y="13944"/>
                </a:lnTo>
                <a:lnTo>
                  <a:pt x="2779890" y="424408"/>
                </a:lnTo>
                <a:lnTo>
                  <a:pt x="2600274" y="424408"/>
                </a:lnTo>
                <a:lnTo>
                  <a:pt x="2750870" y="145161"/>
                </a:lnTo>
                <a:lnTo>
                  <a:pt x="2753652" y="145161"/>
                </a:lnTo>
                <a:lnTo>
                  <a:pt x="2779890" y="424408"/>
                </a:lnTo>
                <a:lnTo>
                  <a:pt x="2779890" y="13944"/>
                </a:lnTo>
                <a:lnTo>
                  <a:pt x="2675496" y="13944"/>
                </a:lnTo>
                <a:lnTo>
                  <a:pt x="2267356" y="685939"/>
                </a:lnTo>
                <a:lnTo>
                  <a:pt x="2453525" y="685939"/>
                </a:lnTo>
                <a:lnTo>
                  <a:pt x="2525179" y="554697"/>
                </a:lnTo>
                <a:lnTo>
                  <a:pt x="2797886" y="554697"/>
                </a:lnTo>
                <a:lnTo>
                  <a:pt x="2814637" y="685939"/>
                </a:lnTo>
                <a:lnTo>
                  <a:pt x="3024975" y="685939"/>
                </a:lnTo>
                <a:close/>
              </a:path>
              <a:path w="3693160" h="700404">
                <a:moveTo>
                  <a:pt x="3424682" y="13944"/>
                </a:moveTo>
                <a:lnTo>
                  <a:pt x="3238550" y="13944"/>
                </a:lnTo>
                <a:lnTo>
                  <a:pt x="3095675" y="685939"/>
                </a:lnTo>
                <a:lnTo>
                  <a:pt x="3281845" y="685939"/>
                </a:lnTo>
                <a:lnTo>
                  <a:pt x="3424682" y="13944"/>
                </a:lnTo>
                <a:close/>
              </a:path>
              <a:path w="3693160" h="700404">
                <a:moveTo>
                  <a:pt x="3692931" y="660984"/>
                </a:moveTo>
                <a:lnTo>
                  <a:pt x="3494582" y="660984"/>
                </a:lnTo>
                <a:lnTo>
                  <a:pt x="3494582" y="685812"/>
                </a:lnTo>
                <a:lnTo>
                  <a:pt x="3692931" y="685812"/>
                </a:lnTo>
                <a:lnTo>
                  <a:pt x="3692931" y="660984"/>
                </a:lnTo>
                <a:close/>
              </a:path>
              <a:path w="3693160" h="700404">
                <a:moveTo>
                  <a:pt x="3692931" y="502246"/>
                </a:moveTo>
                <a:lnTo>
                  <a:pt x="3494582" y="502246"/>
                </a:lnTo>
                <a:lnTo>
                  <a:pt x="3494582" y="527050"/>
                </a:lnTo>
                <a:lnTo>
                  <a:pt x="3692931" y="527050"/>
                </a:lnTo>
                <a:lnTo>
                  <a:pt x="3692931" y="502246"/>
                </a:lnTo>
                <a:close/>
              </a:path>
              <a:path w="3693160" h="700404">
                <a:moveTo>
                  <a:pt x="3692931" y="337553"/>
                </a:moveTo>
                <a:lnTo>
                  <a:pt x="3494582" y="337553"/>
                </a:lnTo>
                <a:lnTo>
                  <a:pt x="3494582" y="362356"/>
                </a:lnTo>
                <a:lnTo>
                  <a:pt x="3692931" y="362356"/>
                </a:lnTo>
                <a:lnTo>
                  <a:pt x="3692931" y="337553"/>
                </a:lnTo>
                <a:close/>
              </a:path>
              <a:path w="3693160" h="700404">
                <a:moveTo>
                  <a:pt x="3692931" y="175056"/>
                </a:moveTo>
                <a:lnTo>
                  <a:pt x="3494582" y="175056"/>
                </a:lnTo>
                <a:lnTo>
                  <a:pt x="3494582" y="199898"/>
                </a:lnTo>
                <a:lnTo>
                  <a:pt x="3692931" y="199898"/>
                </a:lnTo>
                <a:lnTo>
                  <a:pt x="3692931" y="175056"/>
                </a:lnTo>
                <a:close/>
              </a:path>
              <a:path w="3693160" h="700404">
                <a:moveTo>
                  <a:pt x="3692931" y="16802"/>
                </a:moveTo>
                <a:lnTo>
                  <a:pt x="3494582" y="16802"/>
                </a:lnTo>
                <a:lnTo>
                  <a:pt x="3494582" y="41592"/>
                </a:lnTo>
                <a:lnTo>
                  <a:pt x="3692931" y="41592"/>
                </a:lnTo>
                <a:lnTo>
                  <a:pt x="3692931" y="16802"/>
                </a:lnTo>
                <a:close/>
              </a:path>
            </a:pathLst>
          </a:custGeom>
          <a:solidFill>
            <a:srgbClr val="FFFFFF"/>
          </a:solidFill>
        </p:spPr>
        <p:txBody>
          <a:bodyPr wrap="square" lIns="0" tIns="0" rIns="0" bIns="0" rtlCol="0"/>
          <a:lstStyle/>
          <a:p>
            <a:endParaRPr/>
          </a:p>
        </p:txBody>
      </p:sp>
      <p:sp>
        <p:nvSpPr>
          <p:cNvPr id="19" name="bg object 1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9014353" y="1057130"/>
            <a:ext cx="3245974" cy="2722419"/>
          </a:xfrm>
          <a:prstGeom prst="rect">
            <a:avLst/>
          </a:prstGeom>
        </p:spPr>
      </p:pic>
      <p:pic>
        <p:nvPicPr>
          <p:cNvPr id="21" name="bg object 21"/>
          <p:cNvPicPr/>
          <p:nvPr/>
        </p:nvPicPr>
        <p:blipFill>
          <a:blip r:embed="rId2" cstate="print"/>
          <a:stretch>
            <a:fillRect/>
          </a:stretch>
        </p:blipFill>
        <p:spPr>
          <a:xfrm>
            <a:off x="9014353" y="4303094"/>
            <a:ext cx="3245974" cy="2722430"/>
          </a:xfrm>
          <a:prstGeom prst="rect">
            <a:avLst/>
          </a:prstGeom>
        </p:spPr>
      </p:pic>
      <p:pic>
        <p:nvPicPr>
          <p:cNvPr id="22" name="bg object 22"/>
          <p:cNvPicPr/>
          <p:nvPr/>
        </p:nvPicPr>
        <p:blipFill>
          <a:blip r:embed="rId2" cstate="print"/>
          <a:stretch>
            <a:fillRect/>
          </a:stretch>
        </p:blipFill>
        <p:spPr>
          <a:xfrm>
            <a:off x="9014353" y="7549068"/>
            <a:ext cx="3245974" cy="2722430"/>
          </a:xfrm>
          <a:prstGeom prst="rect">
            <a:avLst/>
          </a:prstGeom>
        </p:spPr>
      </p:pic>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45691" y="1020182"/>
            <a:ext cx="15812717" cy="3010535"/>
          </a:xfrm>
          <a:prstGeom prst="rect">
            <a:avLst/>
          </a:prstGeom>
        </p:spPr>
        <p:txBody>
          <a:bodyPr wrap="square" lIns="0" tIns="0" rIns="0" bIns="0">
            <a:spAutoFit/>
          </a:bodyPr>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a:xfrm>
            <a:off x="8756861" y="2375171"/>
            <a:ext cx="10305415" cy="5227320"/>
          </a:xfrm>
          <a:prstGeom prst="rect">
            <a:avLst/>
          </a:prstGeom>
        </p:spPr>
        <p:txBody>
          <a:bodyPr wrap="square" lIns="0" tIns="0" rIns="0" bIns="0">
            <a:spAutoFit/>
          </a:bodyPr>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sp.senai.br/" TargetMode="External"/><Relationship Id="rId2" Type="http://schemas.openxmlformats.org/officeDocument/2006/relationships/image" Target="../media/image2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972"/>
            <a:chOff x="0" y="0"/>
            <a:chExt cx="20104100" cy="11308972"/>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6806190" y="4825978"/>
              <a:ext cx="6492240" cy="1656714"/>
            </a:xfrm>
            <a:custGeom>
              <a:avLst/>
              <a:gdLst/>
              <a:ahLst/>
              <a:cxnLst/>
              <a:rect l="l" t="t" r="r" b="b"/>
              <a:pathLst>
                <a:path w="6492240" h="1656714">
                  <a:moveTo>
                    <a:pt x="6491833" y="0"/>
                  </a:moveTo>
                  <a:lnTo>
                    <a:pt x="0" y="0"/>
                  </a:lnTo>
                  <a:lnTo>
                    <a:pt x="0" y="1656609"/>
                  </a:lnTo>
                  <a:lnTo>
                    <a:pt x="6491833" y="1656609"/>
                  </a:lnTo>
                  <a:lnTo>
                    <a:pt x="6491833" y="0"/>
                  </a:lnTo>
                  <a:close/>
                </a:path>
              </a:pathLst>
            </a:custGeom>
            <a:solidFill>
              <a:srgbClr val="E21013"/>
            </a:solidFill>
          </p:spPr>
          <p:txBody>
            <a:bodyPr wrap="square" lIns="0" tIns="0" rIns="0" bIns="0" rtlCol="0"/>
            <a:lstStyle/>
            <a:p>
              <a:endParaRPr/>
            </a:p>
          </p:txBody>
        </p:sp>
        <p:sp>
          <p:nvSpPr>
            <p:cNvPr id="5" name="object 5"/>
            <p:cNvSpPr/>
            <p:nvPr/>
          </p:nvSpPr>
          <p:spPr>
            <a:xfrm>
              <a:off x="6806069" y="5037842"/>
              <a:ext cx="6492240" cy="1230630"/>
            </a:xfrm>
            <a:custGeom>
              <a:avLst/>
              <a:gdLst/>
              <a:ahLst/>
              <a:cxnLst/>
              <a:rect l="l" t="t" r="r" b="b"/>
              <a:pathLst>
                <a:path w="6492240" h="1230629">
                  <a:moveTo>
                    <a:pt x="348691" y="1161948"/>
                  </a:moveTo>
                  <a:lnTo>
                    <a:pt x="0" y="1161948"/>
                  </a:lnTo>
                  <a:lnTo>
                    <a:pt x="0" y="1205585"/>
                  </a:lnTo>
                  <a:lnTo>
                    <a:pt x="348691" y="1205585"/>
                  </a:lnTo>
                  <a:lnTo>
                    <a:pt x="348691" y="1161948"/>
                  </a:lnTo>
                  <a:close/>
                </a:path>
                <a:path w="6492240" h="1230629">
                  <a:moveTo>
                    <a:pt x="348691" y="882891"/>
                  </a:moveTo>
                  <a:lnTo>
                    <a:pt x="0" y="882891"/>
                  </a:lnTo>
                  <a:lnTo>
                    <a:pt x="0" y="926490"/>
                  </a:lnTo>
                  <a:lnTo>
                    <a:pt x="348691" y="926490"/>
                  </a:lnTo>
                  <a:lnTo>
                    <a:pt x="348691" y="882891"/>
                  </a:lnTo>
                  <a:close/>
                </a:path>
                <a:path w="6492240" h="1230629">
                  <a:moveTo>
                    <a:pt x="348691" y="593369"/>
                  </a:moveTo>
                  <a:lnTo>
                    <a:pt x="0" y="593369"/>
                  </a:lnTo>
                  <a:lnTo>
                    <a:pt x="0" y="636981"/>
                  </a:lnTo>
                  <a:lnTo>
                    <a:pt x="348691" y="636981"/>
                  </a:lnTo>
                  <a:lnTo>
                    <a:pt x="348691" y="593369"/>
                  </a:lnTo>
                  <a:close/>
                </a:path>
                <a:path w="6492240" h="1230629">
                  <a:moveTo>
                    <a:pt x="348691" y="307733"/>
                  </a:moveTo>
                  <a:lnTo>
                    <a:pt x="0" y="307733"/>
                  </a:lnTo>
                  <a:lnTo>
                    <a:pt x="0" y="351409"/>
                  </a:lnTo>
                  <a:lnTo>
                    <a:pt x="348691" y="351409"/>
                  </a:lnTo>
                  <a:lnTo>
                    <a:pt x="348691" y="307733"/>
                  </a:lnTo>
                  <a:close/>
                </a:path>
                <a:path w="6492240" h="1230629">
                  <a:moveTo>
                    <a:pt x="348691" y="29514"/>
                  </a:moveTo>
                  <a:lnTo>
                    <a:pt x="0" y="29514"/>
                  </a:lnTo>
                  <a:lnTo>
                    <a:pt x="0" y="73126"/>
                  </a:lnTo>
                  <a:lnTo>
                    <a:pt x="348691" y="73126"/>
                  </a:lnTo>
                  <a:lnTo>
                    <a:pt x="348691" y="29514"/>
                  </a:lnTo>
                  <a:close/>
                </a:path>
                <a:path w="6492240" h="1230629">
                  <a:moveTo>
                    <a:pt x="1597647" y="267804"/>
                  </a:moveTo>
                  <a:lnTo>
                    <a:pt x="1594929" y="229044"/>
                  </a:lnTo>
                  <a:lnTo>
                    <a:pt x="1584706" y="183756"/>
                  </a:lnTo>
                  <a:lnTo>
                    <a:pt x="1568704" y="148564"/>
                  </a:lnTo>
                  <a:lnTo>
                    <a:pt x="1520291" y="90868"/>
                  </a:lnTo>
                  <a:lnTo>
                    <a:pt x="1488935" y="67945"/>
                  </a:lnTo>
                  <a:lnTo>
                    <a:pt x="1453540" y="48729"/>
                  </a:lnTo>
                  <a:lnTo>
                    <a:pt x="1414627" y="33020"/>
                  </a:lnTo>
                  <a:lnTo>
                    <a:pt x="1372730" y="20599"/>
                  </a:lnTo>
                  <a:lnTo>
                    <a:pt x="1328381" y="11290"/>
                  </a:lnTo>
                  <a:lnTo>
                    <a:pt x="1282115" y="4889"/>
                  </a:lnTo>
                  <a:lnTo>
                    <a:pt x="1234465" y="1193"/>
                  </a:lnTo>
                  <a:lnTo>
                    <a:pt x="1185964" y="0"/>
                  </a:lnTo>
                  <a:lnTo>
                    <a:pt x="1139520" y="927"/>
                  </a:lnTo>
                  <a:lnTo>
                    <a:pt x="1093025" y="3848"/>
                  </a:lnTo>
                  <a:lnTo>
                    <a:pt x="1046784" y="8940"/>
                  </a:lnTo>
                  <a:lnTo>
                    <a:pt x="1001102" y="16383"/>
                  </a:lnTo>
                  <a:lnTo>
                    <a:pt x="956259" y="26377"/>
                  </a:lnTo>
                  <a:lnTo>
                    <a:pt x="912571" y="39090"/>
                  </a:lnTo>
                  <a:lnTo>
                    <a:pt x="870331" y="54711"/>
                  </a:lnTo>
                  <a:lnTo>
                    <a:pt x="829830" y="73418"/>
                  </a:lnTo>
                  <a:lnTo>
                    <a:pt x="791387" y="95415"/>
                  </a:lnTo>
                  <a:lnTo>
                    <a:pt x="755281" y="120878"/>
                  </a:lnTo>
                  <a:lnTo>
                    <a:pt x="721817" y="149974"/>
                  </a:lnTo>
                  <a:lnTo>
                    <a:pt x="691299" y="182918"/>
                  </a:lnTo>
                  <a:lnTo>
                    <a:pt x="664019" y="219862"/>
                  </a:lnTo>
                  <a:lnTo>
                    <a:pt x="640270" y="261010"/>
                  </a:lnTo>
                  <a:lnTo>
                    <a:pt x="620369" y="306552"/>
                  </a:lnTo>
                  <a:lnTo>
                    <a:pt x="604596" y="356666"/>
                  </a:lnTo>
                  <a:lnTo>
                    <a:pt x="596900" y="410032"/>
                  </a:lnTo>
                  <a:lnTo>
                    <a:pt x="597052" y="460375"/>
                  </a:lnTo>
                  <a:lnTo>
                    <a:pt x="605218" y="507060"/>
                  </a:lnTo>
                  <a:lnTo>
                    <a:pt x="621588" y="549465"/>
                  </a:lnTo>
                  <a:lnTo>
                    <a:pt x="646328" y="586930"/>
                  </a:lnTo>
                  <a:lnTo>
                    <a:pt x="679602" y="618871"/>
                  </a:lnTo>
                  <a:lnTo>
                    <a:pt x="721588" y="644626"/>
                  </a:lnTo>
                  <a:lnTo>
                    <a:pt x="775487" y="668210"/>
                  </a:lnTo>
                  <a:lnTo>
                    <a:pt x="829157" y="687501"/>
                  </a:lnTo>
                  <a:lnTo>
                    <a:pt x="881773" y="703440"/>
                  </a:lnTo>
                  <a:lnTo>
                    <a:pt x="932522" y="716953"/>
                  </a:lnTo>
                  <a:lnTo>
                    <a:pt x="1025131" y="740435"/>
                  </a:lnTo>
                  <a:lnTo>
                    <a:pt x="1065352" y="752271"/>
                  </a:lnTo>
                  <a:lnTo>
                    <a:pt x="1129538" y="780821"/>
                  </a:lnTo>
                  <a:lnTo>
                    <a:pt x="1166558" y="822058"/>
                  </a:lnTo>
                  <a:lnTo>
                    <a:pt x="1172845" y="849782"/>
                  </a:lnTo>
                  <a:lnTo>
                    <a:pt x="1169873" y="883488"/>
                  </a:lnTo>
                  <a:lnTo>
                    <a:pt x="1150251" y="925880"/>
                  </a:lnTo>
                  <a:lnTo>
                    <a:pt x="1115136" y="958862"/>
                  </a:lnTo>
                  <a:lnTo>
                    <a:pt x="1070140" y="982408"/>
                  </a:lnTo>
                  <a:lnTo>
                    <a:pt x="1020876" y="996530"/>
                  </a:lnTo>
                  <a:lnTo>
                    <a:pt x="972985" y="1001242"/>
                  </a:lnTo>
                  <a:lnTo>
                    <a:pt x="918387" y="996238"/>
                  </a:lnTo>
                  <a:lnTo>
                    <a:pt x="873213" y="981430"/>
                  </a:lnTo>
                  <a:lnTo>
                    <a:pt x="838695" y="957072"/>
                  </a:lnTo>
                  <a:lnTo>
                    <a:pt x="816089" y="923455"/>
                  </a:lnTo>
                  <a:lnTo>
                    <a:pt x="806640" y="880833"/>
                  </a:lnTo>
                  <a:lnTo>
                    <a:pt x="811580" y="829500"/>
                  </a:lnTo>
                  <a:lnTo>
                    <a:pt x="484365" y="829500"/>
                  </a:lnTo>
                  <a:lnTo>
                    <a:pt x="476148" y="883615"/>
                  </a:lnTo>
                  <a:lnTo>
                    <a:pt x="473621" y="932954"/>
                  </a:lnTo>
                  <a:lnTo>
                    <a:pt x="476516" y="977696"/>
                  </a:lnTo>
                  <a:lnTo>
                    <a:pt x="484517" y="1018032"/>
                  </a:lnTo>
                  <a:lnTo>
                    <a:pt x="497332" y="1054163"/>
                  </a:lnTo>
                  <a:lnTo>
                    <a:pt x="536282" y="1114577"/>
                  </a:lnTo>
                  <a:lnTo>
                    <a:pt x="591019" y="1160513"/>
                  </a:lnTo>
                  <a:lnTo>
                    <a:pt x="659218" y="1193520"/>
                  </a:lnTo>
                  <a:lnTo>
                    <a:pt x="697623" y="1205674"/>
                  </a:lnTo>
                  <a:lnTo>
                    <a:pt x="738530" y="1215174"/>
                  </a:lnTo>
                  <a:lnTo>
                    <a:pt x="781634" y="1222222"/>
                  </a:lnTo>
                  <a:lnTo>
                    <a:pt x="826643" y="1227010"/>
                  </a:lnTo>
                  <a:lnTo>
                    <a:pt x="873277" y="1229741"/>
                  </a:lnTo>
                  <a:lnTo>
                    <a:pt x="921219" y="1230617"/>
                  </a:lnTo>
                  <a:lnTo>
                    <a:pt x="972362" y="1229220"/>
                  </a:lnTo>
                  <a:lnTo>
                    <a:pt x="1023124" y="1225054"/>
                  </a:lnTo>
                  <a:lnTo>
                    <a:pt x="1073188" y="1218069"/>
                  </a:lnTo>
                  <a:lnTo>
                    <a:pt x="1122248" y="1208278"/>
                  </a:lnTo>
                  <a:lnTo>
                    <a:pt x="1169987" y="1195628"/>
                  </a:lnTo>
                  <a:lnTo>
                    <a:pt x="1216088" y="1180134"/>
                  </a:lnTo>
                  <a:lnTo>
                    <a:pt x="1260233" y="1161757"/>
                  </a:lnTo>
                  <a:lnTo>
                    <a:pt x="1302118" y="1140472"/>
                  </a:lnTo>
                  <a:lnTo>
                    <a:pt x="1341412" y="1116291"/>
                  </a:lnTo>
                  <a:lnTo>
                    <a:pt x="1377810" y="1089164"/>
                  </a:lnTo>
                  <a:lnTo>
                    <a:pt x="1411008" y="1059091"/>
                  </a:lnTo>
                  <a:lnTo>
                    <a:pt x="1440675" y="1026045"/>
                  </a:lnTo>
                  <a:lnTo>
                    <a:pt x="1458455" y="1001242"/>
                  </a:lnTo>
                  <a:lnTo>
                    <a:pt x="1466494" y="990028"/>
                  </a:lnTo>
                  <a:lnTo>
                    <a:pt x="1488173" y="950988"/>
                  </a:lnTo>
                  <a:lnTo>
                    <a:pt x="1505369" y="908926"/>
                  </a:lnTo>
                  <a:lnTo>
                    <a:pt x="1517789" y="863828"/>
                  </a:lnTo>
                  <a:lnTo>
                    <a:pt x="1526463" y="807440"/>
                  </a:lnTo>
                  <a:lnTo>
                    <a:pt x="1527556" y="757580"/>
                  </a:lnTo>
                  <a:lnTo>
                    <a:pt x="1521739" y="713778"/>
                  </a:lnTo>
                  <a:lnTo>
                    <a:pt x="1509649" y="675538"/>
                  </a:lnTo>
                  <a:lnTo>
                    <a:pt x="1469301" y="613803"/>
                  </a:lnTo>
                  <a:lnTo>
                    <a:pt x="1411757" y="568528"/>
                  </a:lnTo>
                  <a:lnTo>
                    <a:pt x="1342263" y="535825"/>
                  </a:lnTo>
                  <a:lnTo>
                    <a:pt x="1304671" y="522973"/>
                  </a:lnTo>
                  <a:lnTo>
                    <a:pt x="1266063" y="511822"/>
                  </a:lnTo>
                  <a:lnTo>
                    <a:pt x="1227086" y="501878"/>
                  </a:lnTo>
                  <a:lnTo>
                    <a:pt x="1150658" y="483654"/>
                  </a:lnTo>
                  <a:lnTo>
                    <a:pt x="1114513" y="474421"/>
                  </a:lnTo>
                  <a:lnTo>
                    <a:pt x="1064463" y="459676"/>
                  </a:lnTo>
                  <a:lnTo>
                    <a:pt x="1016800" y="441147"/>
                  </a:lnTo>
                  <a:lnTo>
                    <a:pt x="977925" y="416255"/>
                  </a:lnTo>
                  <a:lnTo>
                    <a:pt x="954265" y="382409"/>
                  </a:lnTo>
                  <a:lnTo>
                    <a:pt x="952258" y="337007"/>
                  </a:lnTo>
                  <a:lnTo>
                    <a:pt x="972540" y="295287"/>
                  </a:lnTo>
                  <a:lnTo>
                    <a:pt x="1010564" y="260934"/>
                  </a:lnTo>
                  <a:lnTo>
                    <a:pt x="1060335" y="237629"/>
                  </a:lnTo>
                  <a:lnTo>
                    <a:pt x="1115885" y="229044"/>
                  </a:lnTo>
                  <a:lnTo>
                    <a:pt x="1154633" y="231470"/>
                  </a:lnTo>
                  <a:lnTo>
                    <a:pt x="1213764" y="250469"/>
                  </a:lnTo>
                  <a:lnTo>
                    <a:pt x="1248956" y="286981"/>
                  </a:lnTo>
                  <a:lnTo>
                    <a:pt x="1259357" y="339166"/>
                  </a:lnTo>
                  <a:lnTo>
                    <a:pt x="1254417" y="371386"/>
                  </a:lnTo>
                  <a:lnTo>
                    <a:pt x="1581594" y="371386"/>
                  </a:lnTo>
                  <a:lnTo>
                    <a:pt x="1593507" y="317055"/>
                  </a:lnTo>
                  <a:lnTo>
                    <a:pt x="1597647" y="267804"/>
                  </a:lnTo>
                  <a:close/>
                </a:path>
                <a:path w="6492240" h="1230629">
                  <a:moveTo>
                    <a:pt x="2779204" y="24511"/>
                  </a:moveTo>
                  <a:lnTo>
                    <a:pt x="1879384" y="24511"/>
                  </a:lnTo>
                  <a:lnTo>
                    <a:pt x="1628279" y="1205801"/>
                  </a:lnTo>
                  <a:lnTo>
                    <a:pt x="2528112" y="1205801"/>
                  </a:lnTo>
                  <a:lnTo>
                    <a:pt x="2576906" y="976693"/>
                  </a:lnTo>
                  <a:lnTo>
                    <a:pt x="2004250" y="976693"/>
                  </a:lnTo>
                  <a:lnTo>
                    <a:pt x="2057425" y="726376"/>
                  </a:lnTo>
                  <a:lnTo>
                    <a:pt x="2584246" y="726376"/>
                  </a:lnTo>
                  <a:lnTo>
                    <a:pt x="2632786" y="497420"/>
                  </a:lnTo>
                  <a:lnTo>
                    <a:pt x="2105964" y="497420"/>
                  </a:lnTo>
                  <a:lnTo>
                    <a:pt x="2157768" y="253555"/>
                  </a:lnTo>
                  <a:lnTo>
                    <a:pt x="2730411" y="253555"/>
                  </a:lnTo>
                  <a:lnTo>
                    <a:pt x="2779204" y="24511"/>
                  </a:lnTo>
                  <a:close/>
                </a:path>
                <a:path w="6492240" h="1230629">
                  <a:moveTo>
                    <a:pt x="4115854" y="24511"/>
                  </a:moveTo>
                  <a:lnTo>
                    <a:pt x="3821379" y="24511"/>
                  </a:lnTo>
                  <a:lnTo>
                    <a:pt x="3634879" y="901433"/>
                  </a:lnTo>
                  <a:lnTo>
                    <a:pt x="3631057" y="904773"/>
                  </a:lnTo>
                  <a:lnTo>
                    <a:pt x="3487813" y="301078"/>
                  </a:lnTo>
                  <a:lnTo>
                    <a:pt x="3422192" y="24511"/>
                  </a:lnTo>
                  <a:lnTo>
                    <a:pt x="2964078" y="24511"/>
                  </a:lnTo>
                  <a:lnTo>
                    <a:pt x="2712948" y="1205801"/>
                  </a:lnTo>
                  <a:lnTo>
                    <a:pt x="3007461" y="1205801"/>
                  </a:lnTo>
                  <a:lnTo>
                    <a:pt x="3199714" y="301078"/>
                  </a:lnTo>
                  <a:lnTo>
                    <a:pt x="3202978" y="301078"/>
                  </a:lnTo>
                  <a:lnTo>
                    <a:pt x="3411550" y="1205801"/>
                  </a:lnTo>
                  <a:lnTo>
                    <a:pt x="3864762" y="1205801"/>
                  </a:lnTo>
                  <a:lnTo>
                    <a:pt x="3928745" y="904773"/>
                  </a:lnTo>
                  <a:lnTo>
                    <a:pt x="4115854" y="24511"/>
                  </a:lnTo>
                  <a:close/>
                </a:path>
                <a:path w="6492240" h="1230629">
                  <a:moveTo>
                    <a:pt x="5317591" y="1205801"/>
                  </a:moveTo>
                  <a:lnTo>
                    <a:pt x="5275567" y="975106"/>
                  </a:lnTo>
                  <a:lnTo>
                    <a:pt x="5233860" y="746061"/>
                  </a:lnTo>
                  <a:lnTo>
                    <a:pt x="5144465" y="255181"/>
                  </a:lnTo>
                  <a:lnTo>
                    <a:pt x="5102453" y="24511"/>
                  </a:lnTo>
                  <a:lnTo>
                    <a:pt x="4886769" y="24511"/>
                  </a:lnTo>
                  <a:lnTo>
                    <a:pt x="4886769" y="746061"/>
                  </a:lnTo>
                  <a:lnTo>
                    <a:pt x="4571009" y="746061"/>
                  </a:lnTo>
                  <a:lnTo>
                    <a:pt x="4835753" y="255181"/>
                  </a:lnTo>
                  <a:lnTo>
                    <a:pt x="4840643" y="255181"/>
                  </a:lnTo>
                  <a:lnTo>
                    <a:pt x="4886769" y="746061"/>
                  </a:lnTo>
                  <a:lnTo>
                    <a:pt x="4886769" y="24511"/>
                  </a:lnTo>
                  <a:lnTo>
                    <a:pt x="4703229" y="24511"/>
                  </a:lnTo>
                  <a:lnTo>
                    <a:pt x="3985780" y="1205801"/>
                  </a:lnTo>
                  <a:lnTo>
                    <a:pt x="4313047" y="1205801"/>
                  </a:lnTo>
                  <a:lnTo>
                    <a:pt x="4439005" y="975106"/>
                  </a:lnTo>
                  <a:lnTo>
                    <a:pt x="4918392" y="975106"/>
                  </a:lnTo>
                  <a:lnTo>
                    <a:pt x="4947831" y="1205801"/>
                  </a:lnTo>
                  <a:lnTo>
                    <a:pt x="5317591" y="1205801"/>
                  </a:lnTo>
                  <a:close/>
                </a:path>
                <a:path w="6492240" h="1230629">
                  <a:moveTo>
                    <a:pt x="6020232" y="24511"/>
                  </a:moveTo>
                  <a:lnTo>
                    <a:pt x="5693041" y="24511"/>
                  </a:lnTo>
                  <a:lnTo>
                    <a:pt x="5441874" y="1205801"/>
                  </a:lnTo>
                  <a:lnTo>
                    <a:pt x="5769140" y="1205801"/>
                  </a:lnTo>
                  <a:lnTo>
                    <a:pt x="6020232" y="24511"/>
                  </a:lnTo>
                  <a:close/>
                </a:path>
                <a:path w="6492240" h="1230629">
                  <a:moveTo>
                    <a:pt x="6491808" y="1161948"/>
                  </a:moveTo>
                  <a:lnTo>
                    <a:pt x="6143117" y="1161948"/>
                  </a:lnTo>
                  <a:lnTo>
                    <a:pt x="6143117" y="1205585"/>
                  </a:lnTo>
                  <a:lnTo>
                    <a:pt x="6491808" y="1205585"/>
                  </a:lnTo>
                  <a:lnTo>
                    <a:pt x="6491808" y="1161948"/>
                  </a:lnTo>
                  <a:close/>
                </a:path>
                <a:path w="6492240" h="1230629">
                  <a:moveTo>
                    <a:pt x="6491808" y="882891"/>
                  </a:moveTo>
                  <a:lnTo>
                    <a:pt x="6143117" y="882891"/>
                  </a:lnTo>
                  <a:lnTo>
                    <a:pt x="6143117" y="926490"/>
                  </a:lnTo>
                  <a:lnTo>
                    <a:pt x="6491808" y="926490"/>
                  </a:lnTo>
                  <a:lnTo>
                    <a:pt x="6491808" y="882891"/>
                  </a:lnTo>
                  <a:close/>
                </a:path>
                <a:path w="6492240" h="1230629">
                  <a:moveTo>
                    <a:pt x="6491808" y="593369"/>
                  </a:moveTo>
                  <a:lnTo>
                    <a:pt x="6143117" y="593369"/>
                  </a:lnTo>
                  <a:lnTo>
                    <a:pt x="6143117" y="636981"/>
                  </a:lnTo>
                  <a:lnTo>
                    <a:pt x="6491808" y="636981"/>
                  </a:lnTo>
                  <a:lnTo>
                    <a:pt x="6491808" y="593369"/>
                  </a:lnTo>
                  <a:close/>
                </a:path>
                <a:path w="6492240" h="1230629">
                  <a:moveTo>
                    <a:pt x="6491808" y="307733"/>
                  </a:moveTo>
                  <a:lnTo>
                    <a:pt x="6143117" y="307733"/>
                  </a:lnTo>
                  <a:lnTo>
                    <a:pt x="6143117" y="351409"/>
                  </a:lnTo>
                  <a:lnTo>
                    <a:pt x="6491808" y="351409"/>
                  </a:lnTo>
                  <a:lnTo>
                    <a:pt x="6491808" y="307733"/>
                  </a:lnTo>
                  <a:close/>
                </a:path>
                <a:path w="6492240" h="1230629">
                  <a:moveTo>
                    <a:pt x="6491808" y="29514"/>
                  </a:moveTo>
                  <a:lnTo>
                    <a:pt x="6143117" y="29514"/>
                  </a:lnTo>
                  <a:lnTo>
                    <a:pt x="6143117" y="73126"/>
                  </a:lnTo>
                  <a:lnTo>
                    <a:pt x="6491808" y="73126"/>
                  </a:lnTo>
                  <a:lnTo>
                    <a:pt x="6491808" y="29514"/>
                  </a:lnTo>
                  <a:close/>
                </a:path>
              </a:pathLst>
            </a:custGeom>
            <a:solidFill>
              <a:srgbClr val="FFFFFF"/>
            </a:solidFill>
          </p:spPr>
          <p:txBody>
            <a:bodyPr wrap="square" lIns="0" tIns="0" rIns="0" bIns="0" rtlCol="0"/>
            <a:lstStyle/>
            <a:p>
              <a:endParaRPr/>
            </a:p>
          </p:txBody>
        </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509065" y="984549"/>
            <a:ext cx="10328275" cy="1525418"/>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pPr marL="12700">
              <a:lnSpc>
                <a:spcPts val="5940"/>
              </a:lnSpc>
              <a:spcBef>
                <a:spcPts val="95"/>
              </a:spcBef>
            </a:pPr>
            <a:r>
              <a:rPr lang="pt-BR" sz="4950" b="1" kern="0" spc="-15" dirty="0">
                <a:solidFill>
                  <a:srgbClr val="000000"/>
                </a:solidFill>
                <a:latin typeface="Montserrat ExtraBold"/>
                <a:cs typeface="Montserrat ExtraBold"/>
              </a:rPr>
              <a:t>SENAI JAGUARIÚNA</a:t>
            </a:r>
            <a:endParaRPr lang="pt-BR" sz="4950" kern="0" dirty="0">
              <a:solidFill>
                <a:srgbClr val="000000"/>
              </a:solidFill>
              <a:latin typeface="Montserrat ExtraBold"/>
              <a:cs typeface="Montserrat ExtraBold"/>
            </a:endParaRPr>
          </a:p>
          <a:p>
            <a:pPr marL="12700">
              <a:lnSpc>
                <a:spcPts val="5940"/>
              </a:lnSpc>
            </a:pPr>
            <a:r>
              <a:rPr lang="pt-BR" sz="4950" kern="0" spc="-10" dirty="0">
                <a:solidFill>
                  <a:srgbClr val="000000"/>
                </a:solidFill>
                <a:latin typeface="Montserrat"/>
                <a:cs typeface="Montserrat"/>
              </a:rPr>
              <a:t>SEJAM TODOS BEM VINDOS</a:t>
            </a:r>
            <a:endParaRPr lang="pt-BR" sz="4950" kern="0" dirty="0">
              <a:solidFill>
                <a:srgbClr val="000000"/>
              </a:solidFill>
              <a:latin typeface="Montserrat"/>
              <a:cs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 name="object 3"/>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 name="object 4"/>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 name="object 5"/>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 name="object 6"/>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7" name="object 7"/>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8" name="object 8"/>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9" name="object 9"/>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0" name="object 10"/>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1" name="object 11"/>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2" name="object 12"/>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3" name="object 13"/>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4" name="object 14"/>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5" name="object 15"/>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6" name="object 16"/>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7" name="object 17"/>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8" name="object 18"/>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9" name="object 19"/>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0" name="object 20"/>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1" name="object 21"/>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2" name="object 22"/>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3" name="object 23"/>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4" name="object 24"/>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5" name="object 25"/>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6" name="object 26"/>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7" name="object 27"/>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8" name="object 28"/>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9" name="object 29"/>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0" name="object 30"/>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1" name="object 31"/>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2" name="object 32"/>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3" name="object 33"/>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4" name="object 34"/>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5" name="object 35"/>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6" name="object 36"/>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7" name="object 37"/>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8" name="object 38"/>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9" name="object 39"/>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0" name="object 40"/>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1" name="object 41"/>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2" name="object 42"/>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3" name="object 43"/>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4" name="object 44"/>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5" name="object 45"/>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6" name="object 46"/>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7" name="object 47"/>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8" name="object 48"/>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9" name="object 49"/>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0" name="object 50"/>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1" name="object 51"/>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2" name="object 52"/>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3" name="object 53"/>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4" name="object 54"/>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5" name="object 55"/>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6" name="object 56"/>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7" name="object 57"/>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8" name="object 58"/>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9" name="object 59"/>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0" name="object 60"/>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1" name="object 61"/>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2" name="object 62"/>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3" name="object 63"/>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4" name="object 64"/>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5" name="object 65"/>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9" name="object 69"/>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0" name="object 70"/>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1" name="object 71"/>
          <p:cNvSpPr txBox="1">
            <a:spLocks noGrp="1"/>
          </p:cNvSpPr>
          <p:nvPr>
            <p:ph type="title"/>
          </p:nvPr>
        </p:nvSpPr>
        <p:spPr>
          <a:xfrm>
            <a:off x="1509065" y="984549"/>
            <a:ext cx="1032827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a:solidFill>
                  <a:srgbClr val="FFFFFF"/>
                </a:solidFill>
                <a:latin typeface="Montserrat ExtraBold"/>
                <a:cs typeface="Montserrat ExtraBold"/>
              </a:rPr>
              <a:t>REDE DE UNIDADES </a:t>
            </a:r>
            <a:endParaRPr sz="4950" dirty="0">
              <a:latin typeface="Montserrat ExtraBold"/>
              <a:cs typeface="Montserrat ExtraBold"/>
            </a:endParaRPr>
          </a:p>
          <a:p>
            <a:pPr marL="12700">
              <a:lnSpc>
                <a:spcPts val="5940"/>
              </a:lnSpc>
            </a:pPr>
            <a:r>
              <a:rPr lang="pt-BR" sz="4950" b="0" spc="-25" dirty="0">
                <a:solidFill>
                  <a:srgbClr val="FFFFFF"/>
                </a:solidFill>
                <a:latin typeface="Montserrat"/>
                <a:cs typeface="Montserrat"/>
              </a:rPr>
              <a:t>SENAI - SP</a:t>
            </a:r>
            <a:endParaRPr sz="4950" dirty="0">
              <a:latin typeface="Montserrat"/>
              <a:cs typeface="Montserrat"/>
            </a:endParaRPr>
          </a:p>
        </p:txBody>
      </p:sp>
      <p:grpSp>
        <p:nvGrpSpPr>
          <p:cNvPr id="75" name="object 3">
            <a:extLst>
              <a:ext uri="{FF2B5EF4-FFF2-40B4-BE49-F238E27FC236}">
                <a16:creationId xmlns:a16="http://schemas.microsoft.com/office/drawing/2014/main" id="{28DCA77A-25D6-4AC8-926C-CA966CB46EF3}"/>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4D8A9D94-9D25-4BC4-9A69-403DAF9F1033}"/>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2482F69B-C046-4033-9E32-A86819E2272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13" name="object 13"/>
          <p:cNvSpPr/>
          <p:nvPr/>
        </p:nvSpPr>
        <p:spPr>
          <a:xfrm>
            <a:off x="1570632" y="9057316"/>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15" name="object 15"/>
          <p:cNvSpPr txBox="1">
            <a:spLocks noGrp="1"/>
          </p:cNvSpPr>
          <p:nvPr>
            <p:ph type="title"/>
          </p:nvPr>
        </p:nvSpPr>
        <p:spPr>
          <a:xfrm>
            <a:off x="1509065" y="984549"/>
            <a:ext cx="1032827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a:latin typeface="Montserrat ExtraBold"/>
                <a:cs typeface="Montserrat ExtraBold"/>
              </a:rPr>
              <a:t>Arquitetura de Redes com IOT </a:t>
            </a:r>
            <a:endParaRPr sz="4950" dirty="0">
              <a:latin typeface="Montserrat ExtraBold"/>
              <a:cs typeface="Montserrat ExtraBold"/>
            </a:endParaRPr>
          </a:p>
          <a:p>
            <a:pPr marL="12700">
              <a:lnSpc>
                <a:spcPts val="5940"/>
              </a:lnSpc>
            </a:pPr>
            <a:r>
              <a:rPr lang="pt-BR" sz="4950" b="0" spc="-25" dirty="0">
                <a:latin typeface="Montserrat"/>
                <a:cs typeface="Montserrat"/>
              </a:rPr>
              <a:t>Reflexos e tendências</a:t>
            </a:r>
            <a:endParaRPr sz="4950" dirty="0">
              <a:latin typeface="Montserrat"/>
              <a:cs typeface="Montserrat"/>
            </a:endParaRPr>
          </a:p>
        </p:txBody>
      </p:sp>
      <p:pic>
        <p:nvPicPr>
          <p:cNvPr id="1026" name="Picture 2" descr="O que é a IoT (Internet das Coisas)? Significado e Exemplos">
            <a:extLst>
              <a:ext uri="{FF2B5EF4-FFF2-40B4-BE49-F238E27FC236}">
                <a16:creationId xmlns:a16="http://schemas.microsoft.com/office/drawing/2014/main" id="{B5623734-E85D-6468-6584-E80C3C9EDF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4750" y="3086411"/>
            <a:ext cx="10134600" cy="675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grpSp>
        <p:nvGrpSpPr>
          <p:cNvPr id="32" name="object 32"/>
          <p:cNvGrpSpPr/>
          <p:nvPr/>
        </p:nvGrpSpPr>
        <p:grpSpPr>
          <a:xfrm>
            <a:off x="908050" y="3075324"/>
            <a:ext cx="14316914" cy="5309928"/>
            <a:chOff x="1047088" y="3560100"/>
            <a:chExt cx="19057620" cy="7068184"/>
          </a:xfrm>
        </p:grpSpPr>
        <p:pic>
          <p:nvPicPr>
            <p:cNvPr id="33" name="object 33"/>
            <p:cNvPicPr/>
            <p:nvPr/>
          </p:nvPicPr>
          <p:blipFill>
            <a:blip r:embed="rId2" cstate="print"/>
            <a:stretch>
              <a:fillRect/>
            </a:stretch>
          </p:blipFill>
          <p:spPr>
            <a:xfrm>
              <a:off x="1047088" y="3560100"/>
              <a:ext cx="19057011" cy="6020759"/>
            </a:xfrm>
            <a:prstGeom prst="rect">
              <a:avLst/>
            </a:prstGeom>
          </p:spPr>
        </p:pic>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grpSp>
      <p:sp>
        <p:nvSpPr>
          <p:cNvPr id="35" name="object 35"/>
          <p:cNvSpPr txBox="1"/>
          <p:nvPr/>
        </p:nvSpPr>
        <p:spPr>
          <a:xfrm>
            <a:off x="1813213" y="8232138"/>
            <a:ext cx="15209573" cy="2228174"/>
          </a:xfrm>
          <a:prstGeom prst="rect">
            <a:avLst/>
          </a:prstGeom>
        </p:spPr>
        <p:txBody>
          <a:bodyPr vert="horz" wrap="square" lIns="0" tIns="12065" rIns="0" bIns="0" rtlCol="0">
            <a:spAutoFit/>
          </a:bodyPr>
          <a:lstStyle/>
          <a:p>
            <a:pPr algn="just"/>
            <a:r>
              <a:rPr lang="pt-BR" sz="3600" dirty="0">
                <a:solidFill>
                  <a:schemeClr val="bg1"/>
                </a:solidFill>
              </a:rPr>
              <a:t>Uma rede de computador pode ser classificada de diversas formas, dependendo do enfoque dado ao assunto. Vamos ver, agora, dois tipos de classificação de redes: uma classificação com base no tamanho de uma determinada rede e outra classificação relacionada com a função do dispositivo final em uma rede.</a:t>
            </a:r>
          </a:p>
        </p:txBody>
      </p:sp>
      <p:sp>
        <p:nvSpPr>
          <p:cNvPr id="36" name="object 36"/>
          <p:cNvSpPr txBox="1">
            <a:spLocks noGrp="1"/>
          </p:cNvSpPr>
          <p:nvPr>
            <p:ph type="title"/>
          </p:nvPr>
        </p:nvSpPr>
        <p:spPr>
          <a:xfrm>
            <a:off x="1509065" y="984549"/>
            <a:ext cx="16162983"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a:solidFill>
                  <a:schemeClr val="bg1"/>
                </a:solidFill>
                <a:latin typeface="Montserrat ExtraBold"/>
                <a:cs typeface="Montserrat ExtraBold"/>
              </a:rPr>
              <a:t>AIOT - Classificação de redes</a:t>
            </a:r>
            <a:br>
              <a:rPr lang="pt-BR" sz="4950" b="1" spc="-15" dirty="0">
                <a:solidFill>
                  <a:schemeClr val="bg1"/>
                </a:solidFill>
                <a:latin typeface="Montserrat ExtraBold"/>
                <a:cs typeface="Montserrat ExtraBold"/>
              </a:rPr>
            </a:br>
            <a:endParaRPr sz="4950" dirty="0">
              <a:solidFill>
                <a:schemeClr val="bg1"/>
              </a:solidFill>
              <a:latin typeface="Montserrat ExtraBold"/>
              <a:cs typeface="Montserrat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8167370"/>
          </a:xfrm>
          <a:custGeom>
            <a:avLst/>
            <a:gdLst/>
            <a:ahLst/>
            <a:cxnLst/>
            <a:rect l="l" t="t" r="r" b="b"/>
            <a:pathLst>
              <a:path w="20104100" h="8167370">
                <a:moveTo>
                  <a:pt x="0" y="8167290"/>
                </a:moveTo>
                <a:lnTo>
                  <a:pt x="20104099" y="8167290"/>
                </a:lnTo>
                <a:lnTo>
                  <a:pt x="20104099" y="0"/>
                </a:lnTo>
                <a:lnTo>
                  <a:pt x="0" y="0"/>
                </a:lnTo>
                <a:lnTo>
                  <a:pt x="0" y="8167290"/>
                </a:lnTo>
                <a:close/>
              </a:path>
            </a:pathLst>
          </a:custGeom>
          <a:solidFill>
            <a:srgbClr val="F1F1F1"/>
          </a:solidFill>
        </p:spPr>
        <p:txBody>
          <a:bodyPr wrap="square" lIns="0" tIns="0" rIns="0" bIns="0" rtlCol="0"/>
          <a:lstStyle/>
          <a:p>
            <a:endParaRPr/>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grpSp>
        <p:nvGrpSpPr>
          <p:cNvPr id="7" name="object 7"/>
          <p:cNvGrpSpPr/>
          <p:nvPr/>
        </p:nvGrpSpPr>
        <p:grpSpPr>
          <a:xfrm>
            <a:off x="0" y="2774784"/>
            <a:ext cx="20104100" cy="8534188"/>
            <a:chOff x="0" y="2774784"/>
            <a:chExt cx="20104100" cy="8534188"/>
          </a:xfrm>
        </p:grpSpPr>
        <p:sp>
          <p:nvSpPr>
            <p:cNvPr id="8" name="object 8"/>
            <p:cNvSpPr/>
            <p:nvPr/>
          </p:nvSpPr>
          <p:spPr>
            <a:xfrm>
              <a:off x="0" y="8167290"/>
              <a:ext cx="20104100" cy="2984500"/>
            </a:xfrm>
            <a:custGeom>
              <a:avLst/>
              <a:gdLst/>
              <a:ahLst/>
              <a:cxnLst/>
              <a:rect l="l" t="t" r="r" b="b"/>
              <a:pathLst>
                <a:path w="20104100" h="2984500">
                  <a:moveTo>
                    <a:pt x="0" y="2984202"/>
                  </a:moveTo>
                  <a:lnTo>
                    <a:pt x="20104099" y="2984202"/>
                  </a:lnTo>
                  <a:lnTo>
                    <a:pt x="20104099" y="0"/>
                  </a:lnTo>
                  <a:lnTo>
                    <a:pt x="0" y="0"/>
                  </a:lnTo>
                  <a:lnTo>
                    <a:pt x="0" y="2984202"/>
                  </a:lnTo>
                  <a:close/>
                </a:path>
              </a:pathLst>
            </a:custGeom>
            <a:solidFill>
              <a:srgbClr val="C1272C"/>
            </a:solidFill>
          </p:spPr>
          <p:txBody>
            <a:bodyPr wrap="square" lIns="0" tIns="0" rIns="0" bIns="0" rtlCol="0"/>
            <a:lstStyle/>
            <a:p>
              <a:endParaRPr/>
            </a:p>
          </p:txBody>
        </p:sp>
        <p:pic>
          <p:nvPicPr>
            <p:cNvPr id="9" name="object 9"/>
            <p:cNvPicPr/>
            <p:nvPr/>
          </p:nvPicPr>
          <p:blipFill>
            <a:blip r:embed="rId2" cstate="print"/>
            <a:stretch>
              <a:fillRect/>
            </a:stretch>
          </p:blipFill>
          <p:spPr>
            <a:xfrm>
              <a:off x="11036313" y="2774784"/>
              <a:ext cx="8806014" cy="8533771"/>
            </a:xfrm>
            <a:prstGeom prst="rect">
              <a:avLst/>
            </a:prstGeom>
          </p:spPr>
        </p:pic>
        <p:sp>
          <p:nvSpPr>
            <p:cNvPr id="10" name="object 10"/>
            <p:cNvSpPr/>
            <p:nvPr/>
          </p:nvSpPr>
          <p:spPr>
            <a:xfrm>
              <a:off x="11821838" y="3560101"/>
              <a:ext cx="7235190" cy="7591425"/>
            </a:xfrm>
            <a:custGeom>
              <a:avLst/>
              <a:gdLst/>
              <a:ahLst/>
              <a:cxnLst/>
              <a:rect l="l" t="t" r="r" b="b"/>
              <a:pathLst>
                <a:path w="7235190" h="7591425">
                  <a:moveTo>
                    <a:pt x="0" y="7591391"/>
                  </a:moveTo>
                  <a:lnTo>
                    <a:pt x="7235172" y="7591391"/>
                  </a:lnTo>
                  <a:lnTo>
                    <a:pt x="7235172" y="0"/>
                  </a:lnTo>
                  <a:lnTo>
                    <a:pt x="0" y="0"/>
                  </a:lnTo>
                  <a:lnTo>
                    <a:pt x="0" y="7591391"/>
                  </a:lnTo>
                  <a:close/>
                </a:path>
              </a:pathLst>
            </a:custGeom>
            <a:solidFill>
              <a:srgbClr val="FFFFFF"/>
            </a:solidFill>
          </p:spPr>
          <p:txBody>
            <a:bodyPr wrap="square" lIns="0" tIns="0" rIns="0" bIns="0" rtlCol="0"/>
            <a:lstStyle/>
            <a:p>
              <a:endParaRPr/>
            </a:p>
          </p:txBody>
        </p:sp>
        <p:sp>
          <p:nvSpPr>
            <p:cNvPr id="11" name="object 11"/>
            <p:cNvSpPr/>
            <p:nvPr/>
          </p:nvSpPr>
          <p:spPr>
            <a:xfrm>
              <a:off x="19266420" y="3560108"/>
              <a:ext cx="575945" cy="1885314"/>
            </a:xfrm>
            <a:custGeom>
              <a:avLst/>
              <a:gdLst/>
              <a:ahLst/>
              <a:cxnLst/>
              <a:rect l="l" t="t" r="r" b="b"/>
              <a:pathLst>
                <a:path w="575944" h="1885314">
                  <a:moveTo>
                    <a:pt x="52362" y="1858581"/>
                  </a:moveTo>
                  <a:lnTo>
                    <a:pt x="50304" y="1848396"/>
                  </a:lnTo>
                  <a:lnTo>
                    <a:pt x="44691" y="1840064"/>
                  </a:lnTo>
                  <a:lnTo>
                    <a:pt x="36372" y="1834464"/>
                  </a:lnTo>
                  <a:lnTo>
                    <a:pt x="26174" y="1832406"/>
                  </a:lnTo>
                  <a:lnTo>
                    <a:pt x="15989" y="1834464"/>
                  </a:lnTo>
                  <a:lnTo>
                    <a:pt x="7670" y="1840064"/>
                  </a:lnTo>
                  <a:lnTo>
                    <a:pt x="2057" y="1848396"/>
                  </a:lnTo>
                  <a:lnTo>
                    <a:pt x="0" y="1858581"/>
                  </a:lnTo>
                  <a:lnTo>
                    <a:pt x="2057" y="1868766"/>
                  </a:lnTo>
                  <a:lnTo>
                    <a:pt x="7670" y="1877098"/>
                  </a:lnTo>
                  <a:lnTo>
                    <a:pt x="15989" y="1882698"/>
                  </a:lnTo>
                  <a:lnTo>
                    <a:pt x="26174" y="1884756"/>
                  </a:lnTo>
                  <a:lnTo>
                    <a:pt x="36372" y="1882698"/>
                  </a:lnTo>
                  <a:lnTo>
                    <a:pt x="44691" y="1877098"/>
                  </a:lnTo>
                  <a:lnTo>
                    <a:pt x="50304" y="1868766"/>
                  </a:lnTo>
                  <a:lnTo>
                    <a:pt x="52362" y="1858581"/>
                  </a:lnTo>
                  <a:close/>
                </a:path>
                <a:path w="575944" h="1885314">
                  <a:moveTo>
                    <a:pt x="52362" y="1596809"/>
                  </a:moveTo>
                  <a:lnTo>
                    <a:pt x="50304" y="1586623"/>
                  </a:lnTo>
                  <a:lnTo>
                    <a:pt x="44691" y="1578292"/>
                  </a:lnTo>
                  <a:lnTo>
                    <a:pt x="36372" y="1572691"/>
                  </a:lnTo>
                  <a:lnTo>
                    <a:pt x="26174" y="1570634"/>
                  </a:lnTo>
                  <a:lnTo>
                    <a:pt x="15989" y="1572691"/>
                  </a:lnTo>
                  <a:lnTo>
                    <a:pt x="7670" y="1578292"/>
                  </a:lnTo>
                  <a:lnTo>
                    <a:pt x="2057" y="1586623"/>
                  </a:lnTo>
                  <a:lnTo>
                    <a:pt x="0" y="1596809"/>
                  </a:lnTo>
                  <a:lnTo>
                    <a:pt x="2057" y="1606994"/>
                  </a:lnTo>
                  <a:lnTo>
                    <a:pt x="7670" y="1615325"/>
                  </a:lnTo>
                  <a:lnTo>
                    <a:pt x="15989" y="1620926"/>
                  </a:lnTo>
                  <a:lnTo>
                    <a:pt x="26174" y="1622983"/>
                  </a:lnTo>
                  <a:lnTo>
                    <a:pt x="36372" y="1620926"/>
                  </a:lnTo>
                  <a:lnTo>
                    <a:pt x="44691" y="1615325"/>
                  </a:lnTo>
                  <a:lnTo>
                    <a:pt x="50304" y="1606994"/>
                  </a:lnTo>
                  <a:lnTo>
                    <a:pt x="52362" y="1596809"/>
                  </a:lnTo>
                  <a:close/>
                </a:path>
                <a:path w="575944" h="1885314">
                  <a:moveTo>
                    <a:pt x="52362" y="1335036"/>
                  </a:moveTo>
                  <a:lnTo>
                    <a:pt x="50304" y="1324851"/>
                  </a:lnTo>
                  <a:lnTo>
                    <a:pt x="44691" y="1316520"/>
                  </a:lnTo>
                  <a:lnTo>
                    <a:pt x="36372" y="1310919"/>
                  </a:lnTo>
                  <a:lnTo>
                    <a:pt x="26174" y="1308862"/>
                  </a:lnTo>
                  <a:lnTo>
                    <a:pt x="15989" y="1310919"/>
                  </a:lnTo>
                  <a:lnTo>
                    <a:pt x="7670" y="1316520"/>
                  </a:lnTo>
                  <a:lnTo>
                    <a:pt x="2057" y="1324851"/>
                  </a:lnTo>
                  <a:lnTo>
                    <a:pt x="0" y="1335036"/>
                  </a:lnTo>
                  <a:lnTo>
                    <a:pt x="2057" y="1345222"/>
                  </a:lnTo>
                  <a:lnTo>
                    <a:pt x="7670" y="1353553"/>
                  </a:lnTo>
                  <a:lnTo>
                    <a:pt x="15989" y="1359154"/>
                  </a:lnTo>
                  <a:lnTo>
                    <a:pt x="26174" y="1361211"/>
                  </a:lnTo>
                  <a:lnTo>
                    <a:pt x="36372" y="1359154"/>
                  </a:lnTo>
                  <a:lnTo>
                    <a:pt x="44691" y="1353553"/>
                  </a:lnTo>
                  <a:lnTo>
                    <a:pt x="50304" y="1345222"/>
                  </a:lnTo>
                  <a:lnTo>
                    <a:pt x="52362" y="1335036"/>
                  </a:lnTo>
                  <a:close/>
                </a:path>
                <a:path w="575944" h="1885314">
                  <a:moveTo>
                    <a:pt x="52362" y="1073264"/>
                  </a:moveTo>
                  <a:lnTo>
                    <a:pt x="50304" y="1063078"/>
                  </a:lnTo>
                  <a:lnTo>
                    <a:pt x="44691" y="1054747"/>
                  </a:lnTo>
                  <a:lnTo>
                    <a:pt x="36372" y="1049147"/>
                  </a:lnTo>
                  <a:lnTo>
                    <a:pt x="26174" y="1047089"/>
                  </a:lnTo>
                  <a:lnTo>
                    <a:pt x="15989" y="1049147"/>
                  </a:lnTo>
                  <a:lnTo>
                    <a:pt x="7670" y="1054747"/>
                  </a:lnTo>
                  <a:lnTo>
                    <a:pt x="2057" y="1063078"/>
                  </a:lnTo>
                  <a:lnTo>
                    <a:pt x="0" y="1073264"/>
                  </a:lnTo>
                  <a:lnTo>
                    <a:pt x="2057" y="1083449"/>
                  </a:lnTo>
                  <a:lnTo>
                    <a:pt x="7670" y="1091780"/>
                  </a:lnTo>
                  <a:lnTo>
                    <a:pt x="15989" y="1097381"/>
                  </a:lnTo>
                  <a:lnTo>
                    <a:pt x="26174" y="1099439"/>
                  </a:lnTo>
                  <a:lnTo>
                    <a:pt x="36372" y="1097381"/>
                  </a:lnTo>
                  <a:lnTo>
                    <a:pt x="44691" y="1091780"/>
                  </a:lnTo>
                  <a:lnTo>
                    <a:pt x="50304" y="1083449"/>
                  </a:lnTo>
                  <a:lnTo>
                    <a:pt x="52362" y="1073264"/>
                  </a:lnTo>
                  <a:close/>
                </a:path>
                <a:path w="575944" h="1885314">
                  <a:moveTo>
                    <a:pt x="52362" y="811491"/>
                  </a:moveTo>
                  <a:lnTo>
                    <a:pt x="50304" y="801306"/>
                  </a:lnTo>
                  <a:lnTo>
                    <a:pt x="44691" y="792975"/>
                  </a:lnTo>
                  <a:lnTo>
                    <a:pt x="36372" y="787374"/>
                  </a:lnTo>
                  <a:lnTo>
                    <a:pt x="26174" y="785317"/>
                  </a:lnTo>
                  <a:lnTo>
                    <a:pt x="15989" y="787374"/>
                  </a:lnTo>
                  <a:lnTo>
                    <a:pt x="7670" y="792975"/>
                  </a:lnTo>
                  <a:lnTo>
                    <a:pt x="2057" y="801306"/>
                  </a:lnTo>
                  <a:lnTo>
                    <a:pt x="0" y="811491"/>
                  </a:lnTo>
                  <a:lnTo>
                    <a:pt x="2057" y="821677"/>
                  </a:lnTo>
                  <a:lnTo>
                    <a:pt x="7670" y="830008"/>
                  </a:lnTo>
                  <a:lnTo>
                    <a:pt x="15989" y="835609"/>
                  </a:lnTo>
                  <a:lnTo>
                    <a:pt x="26174" y="837666"/>
                  </a:lnTo>
                  <a:lnTo>
                    <a:pt x="36372" y="835609"/>
                  </a:lnTo>
                  <a:lnTo>
                    <a:pt x="44691" y="830008"/>
                  </a:lnTo>
                  <a:lnTo>
                    <a:pt x="50304" y="821677"/>
                  </a:lnTo>
                  <a:lnTo>
                    <a:pt x="52362" y="811491"/>
                  </a:lnTo>
                  <a:close/>
                </a:path>
                <a:path w="575944" h="1885314">
                  <a:moveTo>
                    <a:pt x="52362" y="549719"/>
                  </a:moveTo>
                  <a:lnTo>
                    <a:pt x="50304" y="539534"/>
                  </a:lnTo>
                  <a:lnTo>
                    <a:pt x="44691" y="531202"/>
                  </a:lnTo>
                  <a:lnTo>
                    <a:pt x="36372" y="525602"/>
                  </a:lnTo>
                  <a:lnTo>
                    <a:pt x="26174" y="523544"/>
                  </a:lnTo>
                  <a:lnTo>
                    <a:pt x="15989" y="525602"/>
                  </a:lnTo>
                  <a:lnTo>
                    <a:pt x="7670" y="531202"/>
                  </a:lnTo>
                  <a:lnTo>
                    <a:pt x="2057" y="539534"/>
                  </a:lnTo>
                  <a:lnTo>
                    <a:pt x="0" y="549719"/>
                  </a:lnTo>
                  <a:lnTo>
                    <a:pt x="2057" y="559904"/>
                  </a:lnTo>
                  <a:lnTo>
                    <a:pt x="7670" y="568236"/>
                  </a:lnTo>
                  <a:lnTo>
                    <a:pt x="15989" y="573836"/>
                  </a:lnTo>
                  <a:lnTo>
                    <a:pt x="26174" y="575894"/>
                  </a:lnTo>
                  <a:lnTo>
                    <a:pt x="36372" y="573836"/>
                  </a:lnTo>
                  <a:lnTo>
                    <a:pt x="44691" y="568236"/>
                  </a:lnTo>
                  <a:lnTo>
                    <a:pt x="50304" y="559904"/>
                  </a:lnTo>
                  <a:lnTo>
                    <a:pt x="52362" y="549719"/>
                  </a:lnTo>
                  <a:close/>
                </a:path>
                <a:path w="575944" h="1885314">
                  <a:moveTo>
                    <a:pt x="52362" y="287947"/>
                  </a:moveTo>
                  <a:lnTo>
                    <a:pt x="50304" y="277761"/>
                  </a:lnTo>
                  <a:lnTo>
                    <a:pt x="44691" y="269443"/>
                  </a:lnTo>
                  <a:lnTo>
                    <a:pt x="36372" y="263829"/>
                  </a:lnTo>
                  <a:lnTo>
                    <a:pt x="26174" y="261772"/>
                  </a:lnTo>
                  <a:lnTo>
                    <a:pt x="15989" y="263829"/>
                  </a:lnTo>
                  <a:lnTo>
                    <a:pt x="7670" y="269443"/>
                  </a:lnTo>
                  <a:lnTo>
                    <a:pt x="2057" y="277761"/>
                  </a:lnTo>
                  <a:lnTo>
                    <a:pt x="0" y="287947"/>
                  </a:lnTo>
                  <a:lnTo>
                    <a:pt x="2057" y="298145"/>
                  </a:lnTo>
                  <a:lnTo>
                    <a:pt x="7670" y="306463"/>
                  </a:lnTo>
                  <a:lnTo>
                    <a:pt x="15989" y="312064"/>
                  </a:lnTo>
                  <a:lnTo>
                    <a:pt x="26174" y="314121"/>
                  </a:lnTo>
                  <a:lnTo>
                    <a:pt x="36372" y="312064"/>
                  </a:lnTo>
                  <a:lnTo>
                    <a:pt x="44691" y="306463"/>
                  </a:lnTo>
                  <a:lnTo>
                    <a:pt x="50304" y="298145"/>
                  </a:lnTo>
                  <a:lnTo>
                    <a:pt x="52362" y="287947"/>
                  </a:lnTo>
                  <a:close/>
                </a:path>
                <a:path w="575944" h="1885314">
                  <a:moveTo>
                    <a:pt x="52362" y="26174"/>
                  </a:moveTo>
                  <a:lnTo>
                    <a:pt x="50304" y="15989"/>
                  </a:lnTo>
                  <a:lnTo>
                    <a:pt x="44691" y="7670"/>
                  </a:lnTo>
                  <a:lnTo>
                    <a:pt x="36372" y="2057"/>
                  </a:lnTo>
                  <a:lnTo>
                    <a:pt x="26174" y="0"/>
                  </a:lnTo>
                  <a:lnTo>
                    <a:pt x="15989" y="2057"/>
                  </a:lnTo>
                  <a:lnTo>
                    <a:pt x="7670" y="7670"/>
                  </a:lnTo>
                  <a:lnTo>
                    <a:pt x="2057" y="15989"/>
                  </a:lnTo>
                  <a:lnTo>
                    <a:pt x="0" y="26174"/>
                  </a:lnTo>
                  <a:lnTo>
                    <a:pt x="2057" y="36372"/>
                  </a:lnTo>
                  <a:lnTo>
                    <a:pt x="7670" y="44691"/>
                  </a:lnTo>
                  <a:lnTo>
                    <a:pt x="15989" y="50292"/>
                  </a:lnTo>
                  <a:lnTo>
                    <a:pt x="26174" y="52349"/>
                  </a:lnTo>
                  <a:lnTo>
                    <a:pt x="36372" y="50292"/>
                  </a:lnTo>
                  <a:lnTo>
                    <a:pt x="44691" y="44691"/>
                  </a:lnTo>
                  <a:lnTo>
                    <a:pt x="50304" y="36372"/>
                  </a:lnTo>
                  <a:lnTo>
                    <a:pt x="52362" y="26174"/>
                  </a:lnTo>
                  <a:close/>
                </a:path>
                <a:path w="575944" h="1885314">
                  <a:moveTo>
                    <a:pt x="314134" y="1858581"/>
                  </a:moveTo>
                  <a:lnTo>
                    <a:pt x="312077" y="1848396"/>
                  </a:lnTo>
                  <a:lnTo>
                    <a:pt x="306463" y="1840064"/>
                  </a:lnTo>
                  <a:lnTo>
                    <a:pt x="298145" y="1834464"/>
                  </a:lnTo>
                  <a:lnTo>
                    <a:pt x="287947" y="1832406"/>
                  </a:lnTo>
                  <a:lnTo>
                    <a:pt x="277761" y="1834464"/>
                  </a:lnTo>
                  <a:lnTo>
                    <a:pt x="269443" y="1840064"/>
                  </a:lnTo>
                  <a:lnTo>
                    <a:pt x="263829" y="1848396"/>
                  </a:lnTo>
                  <a:lnTo>
                    <a:pt x="261772" y="1858581"/>
                  </a:lnTo>
                  <a:lnTo>
                    <a:pt x="263829" y="1868766"/>
                  </a:lnTo>
                  <a:lnTo>
                    <a:pt x="269443" y="1877098"/>
                  </a:lnTo>
                  <a:lnTo>
                    <a:pt x="277761" y="1882698"/>
                  </a:lnTo>
                  <a:lnTo>
                    <a:pt x="287947" y="1884756"/>
                  </a:lnTo>
                  <a:lnTo>
                    <a:pt x="298145" y="1882698"/>
                  </a:lnTo>
                  <a:lnTo>
                    <a:pt x="306463" y="1877098"/>
                  </a:lnTo>
                  <a:lnTo>
                    <a:pt x="312077" y="1868766"/>
                  </a:lnTo>
                  <a:lnTo>
                    <a:pt x="314134" y="1858581"/>
                  </a:lnTo>
                  <a:close/>
                </a:path>
                <a:path w="575944" h="1885314">
                  <a:moveTo>
                    <a:pt x="314134" y="1596809"/>
                  </a:moveTo>
                  <a:lnTo>
                    <a:pt x="312077" y="1586623"/>
                  </a:lnTo>
                  <a:lnTo>
                    <a:pt x="306463" y="1578292"/>
                  </a:lnTo>
                  <a:lnTo>
                    <a:pt x="298145" y="1572691"/>
                  </a:lnTo>
                  <a:lnTo>
                    <a:pt x="287947" y="1570634"/>
                  </a:lnTo>
                  <a:lnTo>
                    <a:pt x="277761" y="1572691"/>
                  </a:lnTo>
                  <a:lnTo>
                    <a:pt x="269443" y="1578292"/>
                  </a:lnTo>
                  <a:lnTo>
                    <a:pt x="263829" y="1586623"/>
                  </a:lnTo>
                  <a:lnTo>
                    <a:pt x="261772" y="1596809"/>
                  </a:lnTo>
                  <a:lnTo>
                    <a:pt x="263829" y="1606994"/>
                  </a:lnTo>
                  <a:lnTo>
                    <a:pt x="269443" y="1615325"/>
                  </a:lnTo>
                  <a:lnTo>
                    <a:pt x="277761" y="1620926"/>
                  </a:lnTo>
                  <a:lnTo>
                    <a:pt x="287947" y="1622983"/>
                  </a:lnTo>
                  <a:lnTo>
                    <a:pt x="298145" y="1620926"/>
                  </a:lnTo>
                  <a:lnTo>
                    <a:pt x="306463" y="1615325"/>
                  </a:lnTo>
                  <a:lnTo>
                    <a:pt x="312077" y="1606994"/>
                  </a:lnTo>
                  <a:lnTo>
                    <a:pt x="314134" y="1596809"/>
                  </a:lnTo>
                  <a:close/>
                </a:path>
                <a:path w="575944" h="1885314">
                  <a:moveTo>
                    <a:pt x="314134" y="1335036"/>
                  </a:moveTo>
                  <a:lnTo>
                    <a:pt x="312077" y="1324851"/>
                  </a:lnTo>
                  <a:lnTo>
                    <a:pt x="306463" y="1316520"/>
                  </a:lnTo>
                  <a:lnTo>
                    <a:pt x="298145" y="1310919"/>
                  </a:lnTo>
                  <a:lnTo>
                    <a:pt x="287947" y="1308862"/>
                  </a:lnTo>
                  <a:lnTo>
                    <a:pt x="277761" y="1310919"/>
                  </a:lnTo>
                  <a:lnTo>
                    <a:pt x="269443" y="1316520"/>
                  </a:lnTo>
                  <a:lnTo>
                    <a:pt x="263829" y="1324851"/>
                  </a:lnTo>
                  <a:lnTo>
                    <a:pt x="261772" y="1335036"/>
                  </a:lnTo>
                  <a:lnTo>
                    <a:pt x="263829" y="1345222"/>
                  </a:lnTo>
                  <a:lnTo>
                    <a:pt x="269443" y="1353553"/>
                  </a:lnTo>
                  <a:lnTo>
                    <a:pt x="277761" y="1359154"/>
                  </a:lnTo>
                  <a:lnTo>
                    <a:pt x="287947" y="1361211"/>
                  </a:lnTo>
                  <a:lnTo>
                    <a:pt x="298145" y="1359154"/>
                  </a:lnTo>
                  <a:lnTo>
                    <a:pt x="306463" y="1353553"/>
                  </a:lnTo>
                  <a:lnTo>
                    <a:pt x="312077" y="1345222"/>
                  </a:lnTo>
                  <a:lnTo>
                    <a:pt x="314134" y="1335036"/>
                  </a:lnTo>
                  <a:close/>
                </a:path>
                <a:path w="575944" h="1885314">
                  <a:moveTo>
                    <a:pt x="314134" y="1073264"/>
                  </a:moveTo>
                  <a:lnTo>
                    <a:pt x="312077" y="1063078"/>
                  </a:lnTo>
                  <a:lnTo>
                    <a:pt x="306463" y="1054747"/>
                  </a:lnTo>
                  <a:lnTo>
                    <a:pt x="298145" y="1049147"/>
                  </a:lnTo>
                  <a:lnTo>
                    <a:pt x="287947" y="1047089"/>
                  </a:lnTo>
                  <a:lnTo>
                    <a:pt x="277761" y="1049147"/>
                  </a:lnTo>
                  <a:lnTo>
                    <a:pt x="269443" y="1054747"/>
                  </a:lnTo>
                  <a:lnTo>
                    <a:pt x="263829" y="1063078"/>
                  </a:lnTo>
                  <a:lnTo>
                    <a:pt x="261772" y="1073264"/>
                  </a:lnTo>
                  <a:lnTo>
                    <a:pt x="263829" y="1083449"/>
                  </a:lnTo>
                  <a:lnTo>
                    <a:pt x="269443" y="1091780"/>
                  </a:lnTo>
                  <a:lnTo>
                    <a:pt x="277761" y="1097381"/>
                  </a:lnTo>
                  <a:lnTo>
                    <a:pt x="287947" y="1099439"/>
                  </a:lnTo>
                  <a:lnTo>
                    <a:pt x="298145" y="1097381"/>
                  </a:lnTo>
                  <a:lnTo>
                    <a:pt x="306463" y="1091780"/>
                  </a:lnTo>
                  <a:lnTo>
                    <a:pt x="312077" y="1083449"/>
                  </a:lnTo>
                  <a:lnTo>
                    <a:pt x="314134" y="1073264"/>
                  </a:lnTo>
                  <a:close/>
                </a:path>
                <a:path w="575944" h="1885314">
                  <a:moveTo>
                    <a:pt x="314134" y="811491"/>
                  </a:moveTo>
                  <a:lnTo>
                    <a:pt x="312077" y="801306"/>
                  </a:lnTo>
                  <a:lnTo>
                    <a:pt x="306463" y="792975"/>
                  </a:lnTo>
                  <a:lnTo>
                    <a:pt x="298145" y="787374"/>
                  </a:lnTo>
                  <a:lnTo>
                    <a:pt x="287947" y="785317"/>
                  </a:lnTo>
                  <a:lnTo>
                    <a:pt x="277761" y="787374"/>
                  </a:lnTo>
                  <a:lnTo>
                    <a:pt x="269443" y="792975"/>
                  </a:lnTo>
                  <a:lnTo>
                    <a:pt x="263829" y="801306"/>
                  </a:lnTo>
                  <a:lnTo>
                    <a:pt x="261772" y="811491"/>
                  </a:lnTo>
                  <a:lnTo>
                    <a:pt x="263829" y="821677"/>
                  </a:lnTo>
                  <a:lnTo>
                    <a:pt x="269443" y="830008"/>
                  </a:lnTo>
                  <a:lnTo>
                    <a:pt x="277761" y="835609"/>
                  </a:lnTo>
                  <a:lnTo>
                    <a:pt x="287947" y="837666"/>
                  </a:lnTo>
                  <a:lnTo>
                    <a:pt x="298145" y="835609"/>
                  </a:lnTo>
                  <a:lnTo>
                    <a:pt x="306463" y="830008"/>
                  </a:lnTo>
                  <a:lnTo>
                    <a:pt x="312077" y="821677"/>
                  </a:lnTo>
                  <a:lnTo>
                    <a:pt x="314134" y="811491"/>
                  </a:lnTo>
                  <a:close/>
                </a:path>
                <a:path w="575944" h="1885314">
                  <a:moveTo>
                    <a:pt x="314134" y="549719"/>
                  </a:moveTo>
                  <a:lnTo>
                    <a:pt x="312077" y="539534"/>
                  </a:lnTo>
                  <a:lnTo>
                    <a:pt x="306463" y="531202"/>
                  </a:lnTo>
                  <a:lnTo>
                    <a:pt x="298145" y="525602"/>
                  </a:lnTo>
                  <a:lnTo>
                    <a:pt x="287947" y="523544"/>
                  </a:lnTo>
                  <a:lnTo>
                    <a:pt x="277761" y="525602"/>
                  </a:lnTo>
                  <a:lnTo>
                    <a:pt x="269443" y="531202"/>
                  </a:lnTo>
                  <a:lnTo>
                    <a:pt x="263829" y="539534"/>
                  </a:lnTo>
                  <a:lnTo>
                    <a:pt x="261772" y="549719"/>
                  </a:lnTo>
                  <a:lnTo>
                    <a:pt x="263829" y="559904"/>
                  </a:lnTo>
                  <a:lnTo>
                    <a:pt x="269443" y="568236"/>
                  </a:lnTo>
                  <a:lnTo>
                    <a:pt x="277761" y="573836"/>
                  </a:lnTo>
                  <a:lnTo>
                    <a:pt x="287947" y="575894"/>
                  </a:lnTo>
                  <a:lnTo>
                    <a:pt x="298145" y="573836"/>
                  </a:lnTo>
                  <a:lnTo>
                    <a:pt x="306463" y="568236"/>
                  </a:lnTo>
                  <a:lnTo>
                    <a:pt x="312077" y="559904"/>
                  </a:lnTo>
                  <a:lnTo>
                    <a:pt x="314134" y="549719"/>
                  </a:lnTo>
                  <a:close/>
                </a:path>
                <a:path w="575944" h="1885314">
                  <a:moveTo>
                    <a:pt x="314134" y="287947"/>
                  </a:moveTo>
                  <a:lnTo>
                    <a:pt x="312077" y="277761"/>
                  </a:lnTo>
                  <a:lnTo>
                    <a:pt x="306463" y="269443"/>
                  </a:lnTo>
                  <a:lnTo>
                    <a:pt x="298145" y="263829"/>
                  </a:lnTo>
                  <a:lnTo>
                    <a:pt x="287947" y="261772"/>
                  </a:lnTo>
                  <a:lnTo>
                    <a:pt x="277761" y="263829"/>
                  </a:lnTo>
                  <a:lnTo>
                    <a:pt x="269443" y="269443"/>
                  </a:lnTo>
                  <a:lnTo>
                    <a:pt x="263829" y="277761"/>
                  </a:lnTo>
                  <a:lnTo>
                    <a:pt x="261772" y="287947"/>
                  </a:lnTo>
                  <a:lnTo>
                    <a:pt x="263829" y="298145"/>
                  </a:lnTo>
                  <a:lnTo>
                    <a:pt x="269443" y="306463"/>
                  </a:lnTo>
                  <a:lnTo>
                    <a:pt x="277761" y="312064"/>
                  </a:lnTo>
                  <a:lnTo>
                    <a:pt x="287947" y="314121"/>
                  </a:lnTo>
                  <a:lnTo>
                    <a:pt x="298145" y="312064"/>
                  </a:lnTo>
                  <a:lnTo>
                    <a:pt x="306463" y="306463"/>
                  </a:lnTo>
                  <a:lnTo>
                    <a:pt x="312077" y="298145"/>
                  </a:lnTo>
                  <a:lnTo>
                    <a:pt x="314134" y="287947"/>
                  </a:lnTo>
                  <a:close/>
                </a:path>
                <a:path w="575944" h="1885314">
                  <a:moveTo>
                    <a:pt x="314134" y="26174"/>
                  </a:moveTo>
                  <a:lnTo>
                    <a:pt x="312077" y="15989"/>
                  </a:lnTo>
                  <a:lnTo>
                    <a:pt x="306463" y="7670"/>
                  </a:lnTo>
                  <a:lnTo>
                    <a:pt x="298145" y="2057"/>
                  </a:lnTo>
                  <a:lnTo>
                    <a:pt x="287947" y="0"/>
                  </a:lnTo>
                  <a:lnTo>
                    <a:pt x="277761" y="2057"/>
                  </a:lnTo>
                  <a:lnTo>
                    <a:pt x="269443" y="7670"/>
                  </a:lnTo>
                  <a:lnTo>
                    <a:pt x="263829" y="15989"/>
                  </a:lnTo>
                  <a:lnTo>
                    <a:pt x="261772" y="26174"/>
                  </a:lnTo>
                  <a:lnTo>
                    <a:pt x="263829" y="36372"/>
                  </a:lnTo>
                  <a:lnTo>
                    <a:pt x="269443" y="44691"/>
                  </a:lnTo>
                  <a:lnTo>
                    <a:pt x="277761" y="50292"/>
                  </a:lnTo>
                  <a:lnTo>
                    <a:pt x="287947" y="52349"/>
                  </a:lnTo>
                  <a:lnTo>
                    <a:pt x="298145" y="50292"/>
                  </a:lnTo>
                  <a:lnTo>
                    <a:pt x="306463" y="44691"/>
                  </a:lnTo>
                  <a:lnTo>
                    <a:pt x="312077" y="36372"/>
                  </a:lnTo>
                  <a:lnTo>
                    <a:pt x="314134" y="26174"/>
                  </a:lnTo>
                  <a:close/>
                </a:path>
                <a:path w="575944" h="1885314">
                  <a:moveTo>
                    <a:pt x="575906" y="1858581"/>
                  </a:moveTo>
                  <a:lnTo>
                    <a:pt x="573849" y="1848396"/>
                  </a:lnTo>
                  <a:lnTo>
                    <a:pt x="568236" y="1840064"/>
                  </a:lnTo>
                  <a:lnTo>
                    <a:pt x="559917" y="1834464"/>
                  </a:lnTo>
                  <a:lnTo>
                    <a:pt x="549719" y="1832406"/>
                  </a:lnTo>
                  <a:lnTo>
                    <a:pt x="539534" y="1834464"/>
                  </a:lnTo>
                  <a:lnTo>
                    <a:pt x="531215" y="1840064"/>
                  </a:lnTo>
                  <a:lnTo>
                    <a:pt x="525602" y="1848396"/>
                  </a:lnTo>
                  <a:lnTo>
                    <a:pt x="523544" y="1858581"/>
                  </a:lnTo>
                  <a:lnTo>
                    <a:pt x="525602" y="1868766"/>
                  </a:lnTo>
                  <a:lnTo>
                    <a:pt x="531215" y="1877098"/>
                  </a:lnTo>
                  <a:lnTo>
                    <a:pt x="539534" y="1882698"/>
                  </a:lnTo>
                  <a:lnTo>
                    <a:pt x="549719" y="1884756"/>
                  </a:lnTo>
                  <a:lnTo>
                    <a:pt x="559917" y="1882698"/>
                  </a:lnTo>
                  <a:lnTo>
                    <a:pt x="568236" y="1877098"/>
                  </a:lnTo>
                  <a:lnTo>
                    <a:pt x="573849" y="1868766"/>
                  </a:lnTo>
                  <a:lnTo>
                    <a:pt x="575906" y="1858581"/>
                  </a:lnTo>
                  <a:close/>
                </a:path>
                <a:path w="575944" h="1885314">
                  <a:moveTo>
                    <a:pt x="575906" y="1596809"/>
                  </a:moveTo>
                  <a:lnTo>
                    <a:pt x="573849" y="1586623"/>
                  </a:lnTo>
                  <a:lnTo>
                    <a:pt x="568236" y="1578292"/>
                  </a:lnTo>
                  <a:lnTo>
                    <a:pt x="559917" y="1572691"/>
                  </a:lnTo>
                  <a:lnTo>
                    <a:pt x="549719" y="1570634"/>
                  </a:lnTo>
                  <a:lnTo>
                    <a:pt x="539534" y="1572691"/>
                  </a:lnTo>
                  <a:lnTo>
                    <a:pt x="531215" y="1578292"/>
                  </a:lnTo>
                  <a:lnTo>
                    <a:pt x="525602" y="1586623"/>
                  </a:lnTo>
                  <a:lnTo>
                    <a:pt x="523544" y="1596809"/>
                  </a:lnTo>
                  <a:lnTo>
                    <a:pt x="525602" y="1606994"/>
                  </a:lnTo>
                  <a:lnTo>
                    <a:pt x="531215" y="1615325"/>
                  </a:lnTo>
                  <a:lnTo>
                    <a:pt x="539534" y="1620926"/>
                  </a:lnTo>
                  <a:lnTo>
                    <a:pt x="549719" y="1622983"/>
                  </a:lnTo>
                  <a:lnTo>
                    <a:pt x="559917" y="1620926"/>
                  </a:lnTo>
                  <a:lnTo>
                    <a:pt x="568236" y="1615325"/>
                  </a:lnTo>
                  <a:lnTo>
                    <a:pt x="573849" y="1606994"/>
                  </a:lnTo>
                  <a:lnTo>
                    <a:pt x="575906" y="1596809"/>
                  </a:lnTo>
                  <a:close/>
                </a:path>
                <a:path w="575944" h="1885314">
                  <a:moveTo>
                    <a:pt x="575906" y="1335036"/>
                  </a:moveTo>
                  <a:lnTo>
                    <a:pt x="573849" y="1324851"/>
                  </a:lnTo>
                  <a:lnTo>
                    <a:pt x="568236" y="1316520"/>
                  </a:lnTo>
                  <a:lnTo>
                    <a:pt x="559917" y="1310919"/>
                  </a:lnTo>
                  <a:lnTo>
                    <a:pt x="549719" y="1308862"/>
                  </a:lnTo>
                  <a:lnTo>
                    <a:pt x="539534" y="1310919"/>
                  </a:lnTo>
                  <a:lnTo>
                    <a:pt x="531215" y="1316520"/>
                  </a:lnTo>
                  <a:lnTo>
                    <a:pt x="525602" y="1324851"/>
                  </a:lnTo>
                  <a:lnTo>
                    <a:pt x="523544" y="1335036"/>
                  </a:lnTo>
                  <a:lnTo>
                    <a:pt x="525602" y="1345222"/>
                  </a:lnTo>
                  <a:lnTo>
                    <a:pt x="531215" y="1353553"/>
                  </a:lnTo>
                  <a:lnTo>
                    <a:pt x="539534" y="1359154"/>
                  </a:lnTo>
                  <a:lnTo>
                    <a:pt x="549719" y="1361211"/>
                  </a:lnTo>
                  <a:lnTo>
                    <a:pt x="559917" y="1359154"/>
                  </a:lnTo>
                  <a:lnTo>
                    <a:pt x="568236" y="1353553"/>
                  </a:lnTo>
                  <a:lnTo>
                    <a:pt x="573849" y="1345222"/>
                  </a:lnTo>
                  <a:lnTo>
                    <a:pt x="575906" y="1335036"/>
                  </a:lnTo>
                  <a:close/>
                </a:path>
                <a:path w="575944" h="1885314">
                  <a:moveTo>
                    <a:pt x="575906" y="1073264"/>
                  </a:moveTo>
                  <a:lnTo>
                    <a:pt x="573849" y="1063078"/>
                  </a:lnTo>
                  <a:lnTo>
                    <a:pt x="568236" y="1054747"/>
                  </a:lnTo>
                  <a:lnTo>
                    <a:pt x="559917" y="1049147"/>
                  </a:lnTo>
                  <a:lnTo>
                    <a:pt x="549719" y="1047089"/>
                  </a:lnTo>
                  <a:lnTo>
                    <a:pt x="539534" y="1049147"/>
                  </a:lnTo>
                  <a:lnTo>
                    <a:pt x="531215" y="1054747"/>
                  </a:lnTo>
                  <a:lnTo>
                    <a:pt x="525602" y="1063078"/>
                  </a:lnTo>
                  <a:lnTo>
                    <a:pt x="523544" y="1073264"/>
                  </a:lnTo>
                  <a:lnTo>
                    <a:pt x="525602" y="1083449"/>
                  </a:lnTo>
                  <a:lnTo>
                    <a:pt x="531215" y="1091780"/>
                  </a:lnTo>
                  <a:lnTo>
                    <a:pt x="539534" y="1097381"/>
                  </a:lnTo>
                  <a:lnTo>
                    <a:pt x="549719" y="1099439"/>
                  </a:lnTo>
                  <a:lnTo>
                    <a:pt x="559917" y="1097381"/>
                  </a:lnTo>
                  <a:lnTo>
                    <a:pt x="568236" y="1091780"/>
                  </a:lnTo>
                  <a:lnTo>
                    <a:pt x="573849" y="1083449"/>
                  </a:lnTo>
                  <a:lnTo>
                    <a:pt x="575906" y="1073264"/>
                  </a:lnTo>
                  <a:close/>
                </a:path>
                <a:path w="575944" h="1885314">
                  <a:moveTo>
                    <a:pt x="575906" y="811491"/>
                  </a:moveTo>
                  <a:lnTo>
                    <a:pt x="573849" y="801306"/>
                  </a:lnTo>
                  <a:lnTo>
                    <a:pt x="568236" y="792975"/>
                  </a:lnTo>
                  <a:lnTo>
                    <a:pt x="559917" y="787374"/>
                  </a:lnTo>
                  <a:lnTo>
                    <a:pt x="549719" y="785317"/>
                  </a:lnTo>
                  <a:lnTo>
                    <a:pt x="539534" y="787374"/>
                  </a:lnTo>
                  <a:lnTo>
                    <a:pt x="531215" y="792975"/>
                  </a:lnTo>
                  <a:lnTo>
                    <a:pt x="525602" y="801306"/>
                  </a:lnTo>
                  <a:lnTo>
                    <a:pt x="523544" y="811491"/>
                  </a:lnTo>
                  <a:lnTo>
                    <a:pt x="525602" y="821677"/>
                  </a:lnTo>
                  <a:lnTo>
                    <a:pt x="531215" y="830008"/>
                  </a:lnTo>
                  <a:lnTo>
                    <a:pt x="539534" y="835609"/>
                  </a:lnTo>
                  <a:lnTo>
                    <a:pt x="549719" y="837666"/>
                  </a:lnTo>
                  <a:lnTo>
                    <a:pt x="559917" y="835609"/>
                  </a:lnTo>
                  <a:lnTo>
                    <a:pt x="568236" y="830008"/>
                  </a:lnTo>
                  <a:lnTo>
                    <a:pt x="573849" y="821677"/>
                  </a:lnTo>
                  <a:lnTo>
                    <a:pt x="575906" y="811491"/>
                  </a:lnTo>
                  <a:close/>
                </a:path>
                <a:path w="575944" h="1885314">
                  <a:moveTo>
                    <a:pt x="575906" y="549719"/>
                  </a:moveTo>
                  <a:lnTo>
                    <a:pt x="573849" y="539534"/>
                  </a:lnTo>
                  <a:lnTo>
                    <a:pt x="568236" y="531202"/>
                  </a:lnTo>
                  <a:lnTo>
                    <a:pt x="559917" y="525602"/>
                  </a:lnTo>
                  <a:lnTo>
                    <a:pt x="549719" y="523544"/>
                  </a:lnTo>
                  <a:lnTo>
                    <a:pt x="539534" y="525602"/>
                  </a:lnTo>
                  <a:lnTo>
                    <a:pt x="531215" y="531202"/>
                  </a:lnTo>
                  <a:lnTo>
                    <a:pt x="525602" y="539534"/>
                  </a:lnTo>
                  <a:lnTo>
                    <a:pt x="523544" y="549719"/>
                  </a:lnTo>
                  <a:lnTo>
                    <a:pt x="525602" y="559904"/>
                  </a:lnTo>
                  <a:lnTo>
                    <a:pt x="531215" y="568236"/>
                  </a:lnTo>
                  <a:lnTo>
                    <a:pt x="539534" y="573836"/>
                  </a:lnTo>
                  <a:lnTo>
                    <a:pt x="549719" y="575894"/>
                  </a:lnTo>
                  <a:lnTo>
                    <a:pt x="559917" y="573836"/>
                  </a:lnTo>
                  <a:lnTo>
                    <a:pt x="568236" y="568236"/>
                  </a:lnTo>
                  <a:lnTo>
                    <a:pt x="573849" y="559904"/>
                  </a:lnTo>
                  <a:lnTo>
                    <a:pt x="575906" y="549719"/>
                  </a:lnTo>
                  <a:close/>
                </a:path>
                <a:path w="575944" h="1885314">
                  <a:moveTo>
                    <a:pt x="575906" y="287947"/>
                  </a:moveTo>
                  <a:lnTo>
                    <a:pt x="573849" y="277761"/>
                  </a:lnTo>
                  <a:lnTo>
                    <a:pt x="568236" y="269443"/>
                  </a:lnTo>
                  <a:lnTo>
                    <a:pt x="559917" y="263829"/>
                  </a:lnTo>
                  <a:lnTo>
                    <a:pt x="549719" y="261772"/>
                  </a:lnTo>
                  <a:lnTo>
                    <a:pt x="539534" y="263829"/>
                  </a:lnTo>
                  <a:lnTo>
                    <a:pt x="531215" y="269443"/>
                  </a:lnTo>
                  <a:lnTo>
                    <a:pt x="525602" y="277761"/>
                  </a:lnTo>
                  <a:lnTo>
                    <a:pt x="523544" y="287947"/>
                  </a:lnTo>
                  <a:lnTo>
                    <a:pt x="525602" y="298145"/>
                  </a:lnTo>
                  <a:lnTo>
                    <a:pt x="531215" y="306463"/>
                  </a:lnTo>
                  <a:lnTo>
                    <a:pt x="539534" y="312064"/>
                  </a:lnTo>
                  <a:lnTo>
                    <a:pt x="549719" y="314121"/>
                  </a:lnTo>
                  <a:lnTo>
                    <a:pt x="559917" y="312064"/>
                  </a:lnTo>
                  <a:lnTo>
                    <a:pt x="568236" y="306463"/>
                  </a:lnTo>
                  <a:lnTo>
                    <a:pt x="573849" y="298145"/>
                  </a:lnTo>
                  <a:lnTo>
                    <a:pt x="575906" y="287947"/>
                  </a:lnTo>
                  <a:close/>
                </a:path>
                <a:path w="575944" h="1885314">
                  <a:moveTo>
                    <a:pt x="575906" y="26174"/>
                  </a:moveTo>
                  <a:lnTo>
                    <a:pt x="573849" y="15989"/>
                  </a:lnTo>
                  <a:lnTo>
                    <a:pt x="568236" y="7670"/>
                  </a:lnTo>
                  <a:lnTo>
                    <a:pt x="559917" y="2057"/>
                  </a:lnTo>
                  <a:lnTo>
                    <a:pt x="549719" y="0"/>
                  </a:lnTo>
                  <a:lnTo>
                    <a:pt x="539534" y="2057"/>
                  </a:lnTo>
                  <a:lnTo>
                    <a:pt x="531215" y="7670"/>
                  </a:lnTo>
                  <a:lnTo>
                    <a:pt x="525602" y="15989"/>
                  </a:lnTo>
                  <a:lnTo>
                    <a:pt x="523544" y="26174"/>
                  </a:lnTo>
                  <a:lnTo>
                    <a:pt x="525602" y="36372"/>
                  </a:lnTo>
                  <a:lnTo>
                    <a:pt x="531215" y="44691"/>
                  </a:lnTo>
                  <a:lnTo>
                    <a:pt x="539534" y="50292"/>
                  </a:lnTo>
                  <a:lnTo>
                    <a:pt x="549719" y="52349"/>
                  </a:lnTo>
                  <a:lnTo>
                    <a:pt x="559917" y="50292"/>
                  </a:lnTo>
                  <a:lnTo>
                    <a:pt x="568236" y="44691"/>
                  </a:lnTo>
                  <a:lnTo>
                    <a:pt x="573849" y="36372"/>
                  </a:lnTo>
                  <a:lnTo>
                    <a:pt x="575906" y="26174"/>
                  </a:lnTo>
                  <a:close/>
                </a:path>
              </a:pathLst>
            </a:custGeom>
            <a:solidFill>
              <a:srgbClr val="C1272C"/>
            </a:solidFill>
          </p:spPr>
          <p:txBody>
            <a:bodyPr wrap="square" lIns="0" tIns="0" rIns="0" bIns="0" rtlCol="0"/>
            <a:lstStyle/>
            <a:p>
              <a:endParaRPr/>
            </a:p>
          </p:txBody>
        </p:sp>
        <p:sp>
          <p:nvSpPr>
            <p:cNvPr id="13" name="object 1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14" name="object 14"/>
            <p:cNvSpPr/>
            <p:nvPr/>
          </p:nvSpPr>
          <p:spPr>
            <a:xfrm>
              <a:off x="10774745" y="5654278"/>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grpSp>
      <p:sp>
        <p:nvSpPr>
          <p:cNvPr id="15" name="object 15"/>
          <p:cNvSpPr txBox="1">
            <a:spLocks noGrp="1"/>
          </p:cNvSpPr>
          <p:nvPr>
            <p:ph type="title"/>
          </p:nvPr>
        </p:nvSpPr>
        <p:spPr>
          <a:xfrm>
            <a:off x="1509065" y="984549"/>
            <a:ext cx="12808063" cy="3038652"/>
          </a:xfrm>
          <a:prstGeom prst="rect">
            <a:avLst/>
          </a:prstGeom>
        </p:spPr>
        <p:txBody>
          <a:bodyPr vert="horz" wrap="square" lIns="0" tIns="12065" rIns="0" bIns="0" rtlCol="0" anchor="t">
            <a:spAutoFit/>
          </a:bodyPr>
          <a:lstStyle/>
          <a:p>
            <a:pPr marL="12700">
              <a:lnSpc>
                <a:spcPts val="5940"/>
              </a:lnSpc>
              <a:spcBef>
                <a:spcPts val="95"/>
              </a:spcBef>
            </a:pPr>
            <a:r>
              <a:rPr lang="pt-BR" sz="4950" b="1" spc="-15" dirty="0">
                <a:latin typeface="Montserrat ExtraBold"/>
                <a:cs typeface="Montserrat ExtraBold"/>
              </a:rPr>
              <a:t>AIOT - Classificação de redes – LAN </a:t>
            </a:r>
            <a:br>
              <a:rPr lang="pt-BR" sz="4950" b="1" spc="-15" dirty="0">
                <a:latin typeface="Montserrat ExtraBold"/>
                <a:cs typeface="Montserrat ExtraBold"/>
              </a:rPr>
            </a:br>
            <a:r>
              <a:rPr lang="pt-BR" sz="2400" dirty="0">
                <a:solidFill>
                  <a:schemeClr val="tx1"/>
                </a:solidFill>
              </a:rPr>
              <a:t>Nessa figura, você pode observar dispositivos finais </a:t>
            </a:r>
            <a:r>
              <a:rPr lang="pt-BR" sz="2800" dirty="0">
                <a:solidFill>
                  <a:schemeClr val="tx1"/>
                </a:solidFill>
              </a:rPr>
              <a:t>interligados</a:t>
            </a:r>
            <a:r>
              <a:rPr lang="pt-BR" sz="2400" dirty="0">
                <a:solidFill>
                  <a:schemeClr val="tx1"/>
                </a:solidFill>
              </a:rPr>
              <a:t> com um dispositivo intermediário, no caso um switch, em uma LAN</a:t>
            </a:r>
            <a:r>
              <a:rPr lang="pt-BR" sz="3600" dirty="0">
                <a:solidFill>
                  <a:schemeClr val="tx1"/>
                </a:solidFill>
              </a:rPr>
              <a:t>. </a:t>
            </a:r>
            <a:br>
              <a:rPr lang="pt-BR" sz="4000" dirty="0">
                <a:solidFill>
                  <a:schemeClr val="tx1"/>
                </a:solidFill>
              </a:rPr>
            </a:br>
            <a:endParaRPr sz="4950" dirty="0">
              <a:solidFill>
                <a:schemeClr val="tx1"/>
              </a:solidFill>
              <a:latin typeface="Montserrat"/>
              <a:cs typeface="Montserrat"/>
            </a:endParaRPr>
          </a:p>
        </p:txBody>
      </p:sp>
      <p:sp>
        <p:nvSpPr>
          <p:cNvPr id="16" name="object 16"/>
          <p:cNvSpPr txBox="1"/>
          <p:nvPr/>
        </p:nvSpPr>
        <p:spPr>
          <a:xfrm>
            <a:off x="12284570" y="5828415"/>
            <a:ext cx="6158865" cy="5201296"/>
          </a:xfrm>
          <a:prstGeom prst="rect">
            <a:avLst/>
          </a:prstGeom>
        </p:spPr>
        <p:txBody>
          <a:bodyPr vert="horz" wrap="square" lIns="0" tIns="24130" rIns="0" bIns="0" rtlCol="0">
            <a:spAutoFit/>
          </a:bodyPr>
          <a:lstStyle/>
          <a:p>
            <a:pPr marL="12700" marR="5080">
              <a:lnSpc>
                <a:spcPts val="2870"/>
              </a:lnSpc>
              <a:spcBef>
                <a:spcPts val="190"/>
              </a:spcBef>
            </a:pPr>
            <a:r>
              <a:rPr lang="pt-BR" sz="2000" spc="-20" dirty="0">
                <a:solidFill>
                  <a:srgbClr val="4D4D4D"/>
                </a:solidFill>
                <a:latin typeface="Montserrat"/>
                <a:cs typeface="Montserrat"/>
              </a:rPr>
              <a:t>Uma LAN é o acrônimo de Rede de Área Local (Local Area Network), onde os computadores que fazem parte desta rede estão fisicamente localizados em um mesmo espaço físico, geralmente limitado por uma sala, um andar de um prédio ou, até mesmo, todo o prédio ou escritório. A LAN também pode ser chamada de rede local. Como estes dispositivos estão diretamente conectados no mesmo espaço físico por meio de cabos de cobre, fibra ou sem fio, a velocidade de transmissão em uma LAN é consideravelmente alta, geralmente em 10/100/1000 Mbps, de forma ininterrupta. Veja um exemplo de LAN.</a:t>
            </a:r>
          </a:p>
        </p:txBody>
      </p:sp>
      <p:sp>
        <p:nvSpPr>
          <p:cNvPr id="17" name="object 17"/>
          <p:cNvSpPr txBox="1"/>
          <p:nvPr/>
        </p:nvSpPr>
        <p:spPr>
          <a:xfrm>
            <a:off x="12332678" y="4098774"/>
            <a:ext cx="4194810" cy="1104790"/>
          </a:xfrm>
          <a:prstGeom prst="rect">
            <a:avLst/>
          </a:prstGeom>
        </p:spPr>
        <p:txBody>
          <a:bodyPr vert="horz" wrap="square" lIns="0" tIns="11430" rIns="0" bIns="0" rtlCol="0">
            <a:spAutoFit/>
          </a:bodyPr>
          <a:lstStyle/>
          <a:p>
            <a:pPr marL="12700" marR="5080">
              <a:lnSpc>
                <a:spcPct val="100800"/>
              </a:lnSpc>
              <a:spcBef>
                <a:spcPts val="90"/>
              </a:spcBef>
            </a:pPr>
            <a:r>
              <a:rPr lang="fr-FR" sz="3600" b="1" spc="-1035" dirty="0">
                <a:solidFill>
                  <a:srgbClr val="333333"/>
                </a:solidFill>
                <a:latin typeface="Montserrat ExtraBold"/>
                <a:cs typeface="Montserrat ExtraBold"/>
              </a:rPr>
              <a:t> </a:t>
            </a:r>
            <a:r>
              <a:rPr lang="fr-FR" sz="3600" b="1" spc="10" dirty="0">
                <a:solidFill>
                  <a:srgbClr val="333333"/>
                </a:solidFill>
                <a:latin typeface="Montserrat ExtraBold"/>
                <a:cs typeface="Montserrat ExtraBold"/>
              </a:rPr>
              <a:t>LAN – Local Area Network</a:t>
            </a:r>
            <a:endParaRPr sz="3600" dirty="0">
              <a:latin typeface="Montserrat ExtraBold"/>
              <a:cs typeface="Montserrat ExtraBold"/>
            </a:endParaRPr>
          </a:p>
        </p:txBody>
      </p:sp>
      <p:pic>
        <p:nvPicPr>
          <p:cNvPr id="18" name="Imagem 17">
            <a:extLst>
              <a:ext uri="{FF2B5EF4-FFF2-40B4-BE49-F238E27FC236}">
                <a16:creationId xmlns:a16="http://schemas.microsoft.com/office/drawing/2014/main" id="{04C2813D-B96E-028A-56D1-CABCB851F681}"/>
              </a:ext>
            </a:extLst>
          </p:cNvPr>
          <p:cNvPicPr>
            <a:picLocks noChangeAspect="1"/>
          </p:cNvPicPr>
          <p:nvPr/>
        </p:nvPicPr>
        <p:blipFill>
          <a:blip r:embed="rId3"/>
          <a:stretch>
            <a:fillRect/>
          </a:stretch>
        </p:blipFill>
        <p:spPr>
          <a:xfrm>
            <a:off x="1194443" y="3559684"/>
            <a:ext cx="10967689" cy="75511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417" cy="11308973"/>
            <a:chOff x="0" y="0"/>
            <a:chExt cx="20104417" cy="11308973"/>
          </a:xfrm>
        </p:grpSpPr>
        <p:sp>
          <p:nvSpPr>
            <p:cNvPr id="3" name="object 3"/>
            <p:cNvSpPr/>
            <p:nvPr/>
          </p:nvSpPr>
          <p:spPr>
            <a:xfrm>
              <a:off x="0" y="11151493"/>
              <a:ext cx="12565380" cy="157480"/>
            </a:xfrm>
            <a:custGeom>
              <a:avLst/>
              <a:gdLst/>
              <a:ahLst/>
              <a:cxnLst/>
              <a:rect l="l" t="t" r="r" b="b"/>
              <a:pathLst>
                <a:path w="12565380" h="157479">
                  <a:moveTo>
                    <a:pt x="0" y="157063"/>
                  </a:moveTo>
                  <a:lnTo>
                    <a:pt x="12565062" y="157063"/>
                  </a:lnTo>
                  <a:lnTo>
                    <a:pt x="12565062" y="0"/>
                  </a:lnTo>
                  <a:lnTo>
                    <a:pt x="0" y="0"/>
                  </a:lnTo>
                  <a:lnTo>
                    <a:pt x="0" y="157063"/>
                  </a:lnTo>
                  <a:close/>
                </a:path>
              </a:pathLst>
            </a:custGeom>
            <a:solidFill>
              <a:srgbClr val="1A1A1A"/>
            </a:solidFill>
          </p:spPr>
          <p:txBody>
            <a:bodyPr wrap="square" lIns="0" tIns="0" rIns="0" bIns="0" rtlCol="0"/>
            <a:lstStyle/>
            <a:p>
              <a:endParaRPr/>
            </a:p>
          </p:txBody>
        </p:sp>
        <p:sp>
          <p:nvSpPr>
            <p:cNvPr id="4" name="object 4"/>
            <p:cNvSpPr/>
            <p:nvPr/>
          </p:nvSpPr>
          <p:spPr>
            <a:xfrm>
              <a:off x="12565062" y="0"/>
              <a:ext cx="7539355" cy="11308715"/>
            </a:xfrm>
            <a:custGeom>
              <a:avLst/>
              <a:gdLst/>
              <a:ahLst/>
              <a:cxnLst/>
              <a:rect l="l" t="t" r="r" b="b"/>
              <a:pathLst>
                <a:path w="7539355" h="11308715">
                  <a:moveTo>
                    <a:pt x="7539037" y="0"/>
                  </a:moveTo>
                  <a:lnTo>
                    <a:pt x="0" y="0"/>
                  </a:lnTo>
                  <a:lnTo>
                    <a:pt x="0" y="11308556"/>
                  </a:lnTo>
                  <a:lnTo>
                    <a:pt x="7539037" y="11308556"/>
                  </a:lnTo>
                  <a:lnTo>
                    <a:pt x="7539037" y="0"/>
                  </a:lnTo>
                  <a:close/>
                </a:path>
              </a:pathLst>
            </a:custGeom>
            <a:solidFill>
              <a:srgbClr val="C1272C"/>
            </a:solidFill>
          </p:spPr>
          <p:txBody>
            <a:bodyPr wrap="square" lIns="0" tIns="0" rIns="0" bIns="0" rtlCol="0"/>
            <a:lstStyle/>
            <a:p>
              <a:endParaRPr/>
            </a:p>
          </p:txBody>
        </p:sp>
        <p:sp>
          <p:nvSpPr>
            <p:cNvPr id="5" name="object 5"/>
            <p:cNvSpPr/>
            <p:nvPr/>
          </p:nvSpPr>
          <p:spPr>
            <a:xfrm>
              <a:off x="15364029" y="9319088"/>
              <a:ext cx="3693160" cy="942975"/>
            </a:xfrm>
            <a:custGeom>
              <a:avLst/>
              <a:gdLst/>
              <a:ahLst/>
              <a:cxnLst/>
              <a:rect l="l" t="t" r="r" b="b"/>
              <a:pathLst>
                <a:path w="3693159" h="942975">
                  <a:moveTo>
                    <a:pt x="2779915" y="545020"/>
                  </a:moveTo>
                  <a:lnTo>
                    <a:pt x="2753639" y="265760"/>
                  </a:lnTo>
                  <a:lnTo>
                    <a:pt x="2750807" y="265760"/>
                  </a:lnTo>
                  <a:lnTo>
                    <a:pt x="2600236" y="545020"/>
                  </a:lnTo>
                  <a:lnTo>
                    <a:pt x="2779915" y="545020"/>
                  </a:lnTo>
                  <a:close/>
                </a:path>
                <a:path w="3693159" h="942975">
                  <a:moveTo>
                    <a:pt x="3692982" y="0"/>
                  </a:moveTo>
                  <a:lnTo>
                    <a:pt x="3424605" y="0"/>
                  </a:lnTo>
                  <a:lnTo>
                    <a:pt x="3424605" y="134556"/>
                  </a:lnTo>
                  <a:lnTo>
                    <a:pt x="3281781" y="806462"/>
                  </a:lnTo>
                  <a:lnTo>
                    <a:pt x="3095612" y="806462"/>
                  </a:lnTo>
                  <a:lnTo>
                    <a:pt x="3238538" y="134556"/>
                  </a:lnTo>
                  <a:lnTo>
                    <a:pt x="3424605" y="134556"/>
                  </a:lnTo>
                  <a:lnTo>
                    <a:pt x="3424605" y="0"/>
                  </a:lnTo>
                  <a:lnTo>
                    <a:pt x="3024924" y="0"/>
                  </a:lnTo>
                  <a:lnTo>
                    <a:pt x="3024924" y="806462"/>
                  </a:lnTo>
                  <a:lnTo>
                    <a:pt x="2814574" y="806462"/>
                  </a:lnTo>
                  <a:lnTo>
                    <a:pt x="2797810" y="675284"/>
                  </a:lnTo>
                  <a:lnTo>
                    <a:pt x="2525153" y="675284"/>
                  </a:lnTo>
                  <a:lnTo>
                    <a:pt x="2453538" y="806462"/>
                  </a:lnTo>
                  <a:lnTo>
                    <a:pt x="2267356" y="806462"/>
                  </a:lnTo>
                  <a:lnTo>
                    <a:pt x="2675407" y="134556"/>
                  </a:lnTo>
                  <a:lnTo>
                    <a:pt x="2902521" y="134556"/>
                  </a:lnTo>
                  <a:lnTo>
                    <a:pt x="3024924" y="806462"/>
                  </a:lnTo>
                  <a:lnTo>
                    <a:pt x="3024924" y="0"/>
                  </a:lnTo>
                  <a:lnTo>
                    <a:pt x="2341283" y="0"/>
                  </a:lnTo>
                  <a:lnTo>
                    <a:pt x="2341283" y="134556"/>
                  </a:lnTo>
                  <a:lnTo>
                    <a:pt x="2198459" y="806462"/>
                  </a:lnTo>
                  <a:lnTo>
                    <a:pt x="1940674" y="806462"/>
                  </a:lnTo>
                  <a:lnTo>
                    <a:pt x="1822030" y="291833"/>
                  </a:lnTo>
                  <a:lnTo>
                    <a:pt x="1820151" y="291833"/>
                  </a:lnTo>
                  <a:lnTo>
                    <a:pt x="1710829" y="806462"/>
                  </a:lnTo>
                  <a:lnTo>
                    <a:pt x="1543304" y="806462"/>
                  </a:lnTo>
                  <a:lnTo>
                    <a:pt x="1686115" y="134556"/>
                  </a:lnTo>
                  <a:lnTo>
                    <a:pt x="1946744" y="134556"/>
                  </a:lnTo>
                  <a:lnTo>
                    <a:pt x="2065477" y="635266"/>
                  </a:lnTo>
                  <a:lnTo>
                    <a:pt x="2067687" y="633399"/>
                  </a:lnTo>
                  <a:lnTo>
                    <a:pt x="2173744" y="134556"/>
                  </a:lnTo>
                  <a:lnTo>
                    <a:pt x="2341283" y="134556"/>
                  </a:lnTo>
                  <a:lnTo>
                    <a:pt x="2341283" y="0"/>
                  </a:lnTo>
                  <a:lnTo>
                    <a:pt x="1580997" y="0"/>
                  </a:lnTo>
                  <a:lnTo>
                    <a:pt x="1580997" y="134556"/>
                  </a:lnTo>
                  <a:lnTo>
                    <a:pt x="1553146" y="264820"/>
                  </a:lnTo>
                  <a:lnTo>
                    <a:pt x="1227391" y="264820"/>
                  </a:lnTo>
                  <a:lnTo>
                    <a:pt x="1197965" y="403555"/>
                  </a:lnTo>
                  <a:lnTo>
                    <a:pt x="1497647" y="403555"/>
                  </a:lnTo>
                  <a:lnTo>
                    <a:pt x="1469999" y="533819"/>
                  </a:lnTo>
                  <a:lnTo>
                    <a:pt x="1170330" y="533819"/>
                  </a:lnTo>
                  <a:lnTo>
                    <a:pt x="1140066" y="676224"/>
                  </a:lnTo>
                  <a:lnTo>
                    <a:pt x="1465922" y="676224"/>
                  </a:lnTo>
                  <a:lnTo>
                    <a:pt x="1438071" y="806462"/>
                  </a:lnTo>
                  <a:lnTo>
                    <a:pt x="926261" y="806462"/>
                  </a:lnTo>
                  <a:lnTo>
                    <a:pt x="1027137" y="331825"/>
                  </a:lnTo>
                  <a:lnTo>
                    <a:pt x="1069073" y="134556"/>
                  </a:lnTo>
                  <a:lnTo>
                    <a:pt x="1580997" y="134556"/>
                  </a:lnTo>
                  <a:lnTo>
                    <a:pt x="1580997" y="0"/>
                  </a:lnTo>
                  <a:lnTo>
                    <a:pt x="908469" y="0"/>
                  </a:lnTo>
                  <a:lnTo>
                    <a:pt x="908469" y="281914"/>
                  </a:lnTo>
                  <a:lnTo>
                    <a:pt x="899655" y="331825"/>
                  </a:lnTo>
                  <a:lnTo>
                    <a:pt x="713587" y="331825"/>
                  </a:lnTo>
                  <a:lnTo>
                    <a:pt x="716394" y="313486"/>
                  </a:lnTo>
                  <a:lnTo>
                    <a:pt x="715302" y="297522"/>
                  </a:lnTo>
                  <a:lnTo>
                    <a:pt x="690422" y="263029"/>
                  </a:lnTo>
                  <a:lnTo>
                    <a:pt x="634746" y="250888"/>
                  </a:lnTo>
                  <a:lnTo>
                    <a:pt x="603135" y="255765"/>
                  </a:lnTo>
                  <a:lnTo>
                    <a:pt x="574814" y="268998"/>
                  </a:lnTo>
                  <a:lnTo>
                    <a:pt x="553186" y="288531"/>
                  </a:lnTo>
                  <a:lnTo>
                    <a:pt x="541667" y="312254"/>
                  </a:lnTo>
                  <a:lnTo>
                    <a:pt x="545160" y="343458"/>
                  </a:lnTo>
                  <a:lnTo>
                    <a:pt x="566470" y="364985"/>
                  </a:lnTo>
                  <a:lnTo>
                    <a:pt x="598462" y="379704"/>
                  </a:lnTo>
                  <a:lnTo>
                    <a:pt x="634009" y="390474"/>
                  </a:lnTo>
                  <a:lnTo>
                    <a:pt x="710336" y="409155"/>
                  </a:lnTo>
                  <a:lnTo>
                    <a:pt x="749350" y="420395"/>
                  </a:lnTo>
                  <a:lnTo>
                    <a:pt x="786155" y="434962"/>
                  </a:lnTo>
                  <a:lnTo>
                    <a:pt x="844689" y="480275"/>
                  </a:lnTo>
                  <a:lnTo>
                    <a:pt x="862241" y="514121"/>
                  </a:lnTo>
                  <a:lnTo>
                    <a:pt x="869188" y="557479"/>
                  </a:lnTo>
                  <a:lnTo>
                    <a:pt x="863434" y="611924"/>
                  </a:lnTo>
                  <a:lnTo>
                    <a:pt x="848969" y="656336"/>
                  </a:lnTo>
                  <a:lnTo>
                    <a:pt x="826350" y="695312"/>
                  </a:lnTo>
                  <a:lnTo>
                    <a:pt x="796569" y="728903"/>
                  </a:lnTo>
                  <a:lnTo>
                    <a:pt x="760653" y="757161"/>
                  </a:lnTo>
                  <a:lnTo>
                    <a:pt x="719594" y="780161"/>
                  </a:lnTo>
                  <a:lnTo>
                    <a:pt x="674408" y="797941"/>
                  </a:lnTo>
                  <a:lnTo>
                    <a:pt x="626084" y="810577"/>
                  </a:lnTo>
                  <a:lnTo>
                    <a:pt x="575627" y="818121"/>
                  </a:lnTo>
                  <a:lnTo>
                    <a:pt x="524065" y="820610"/>
                  </a:lnTo>
                  <a:lnTo>
                    <a:pt x="473151" y="818794"/>
                  </a:lnTo>
                  <a:lnTo>
                    <a:pt x="425462" y="812838"/>
                  </a:lnTo>
                  <a:lnTo>
                    <a:pt x="382104" y="801992"/>
                  </a:lnTo>
                  <a:lnTo>
                    <a:pt x="344208" y="785520"/>
                  </a:lnTo>
                  <a:lnTo>
                    <a:pt x="312864" y="762660"/>
                  </a:lnTo>
                  <a:lnTo>
                    <a:pt x="289204" y="732675"/>
                  </a:lnTo>
                  <a:lnTo>
                    <a:pt x="274345" y="694804"/>
                  </a:lnTo>
                  <a:lnTo>
                    <a:pt x="269405" y="648309"/>
                  </a:lnTo>
                  <a:lnTo>
                    <a:pt x="275488" y="592455"/>
                  </a:lnTo>
                  <a:lnTo>
                    <a:pt x="461657" y="592455"/>
                  </a:lnTo>
                  <a:lnTo>
                    <a:pt x="460578" y="634403"/>
                  </a:lnTo>
                  <a:lnTo>
                    <a:pt x="477113" y="665022"/>
                  </a:lnTo>
                  <a:lnTo>
                    <a:pt x="508863" y="683780"/>
                  </a:lnTo>
                  <a:lnTo>
                    <a:pt x="553491" y="690143"/>
                  </a:lnTo>
                  <a:lnTo>
                    <a:pt x="587768" y="685965"/>
                  </a:lnTo>
                  <a:lnTo>
                    <a:pt x="622020" y="673404"/>
                  </a:lnTo>
                  <a:lnTo>
                    <a:pt x="649998" y="652462"/>
                  </a:lnTo>
                  <a:lnTo>
                    <a:pt x="665416" y="623125"/>
                  </a:lnTo>
                  <a:lnTo>
                    <a:pt x="665492" y="593737"/>
                  </a:lnTo>
                  <a:lnTo>
                    <a:pt x="664705" y="592455"/>
                  </a:lnTo>
                  <a:lnTo>
                    <a:pt x="652424" y="572452"/>
                  </a:lnTo>
                  <a:lnTo>
                    <a:pt x="628230" y="556996"/>
                  </a:lnTo>
                  <a:lnTo>
                    <a:pt x="594906" y="545071"/>
                  </a:lnTo>
                  <a:lnTo>
                    <a:pt x="508914" y="522744"/>
                  </a:lnTo>
                  <a:lnTo>
                    <a:pt x="460235" y="507771"/>
                  </a:lnTo>
                  <a:lnTo>
                    <a:pt x="410451" y="487222"/>
                  </a:lnTo>
                  <a:lnTo>
                    <a:pt x="371919" y="459282"/>
                  </a:lnTo>
                  <a:lnTo>
                    <a:pt x="348335" y="421398"/>
                  </a:lnTo>
                  <a:lnTo>
                    <a:pt x="339153" y="375475"/>
                  </a:lnTo>
                  <a:lnTo>
                    <a:pt x="343865" y="323443"/>
                  </a:lnTo>
                  <a:lnTo>
                    <a:pt x="361442" y="274574"/>
                  </a:lnTo>
                  <a:lnTo>
                    <a:pt x="386054" y="233654"/>
                  </a:lnTo>
                  <a:lnTo>
                    <a:pt x="416725" y="200101"/>
                  </a:lnTo>
                  <a:lnTo>
                    <a:pt x="452513" y="173329"/>
                  </a:lnTo>
                  <a:lnTo>
                    <a:pt x="492455" y="152742"/>
                  </a:lnTo>
                  <a:lnTo>
                    <a:pt x="535597" y="137756"/>
                  </a:lnTo>
                  <a:lnTo>
                    <a:pt x="580974" y="127787"/>
                  </a:lnTo>
                  <a:lnTo>
                    <a:pt x="627634" y="122237"/>
                  </a:lnTo>
                  <a:lnTo>
                    <a:pt x="674636" y="120523"/>
                  </a:lnTo>
                  <a:lnTo>
                    <a:pt x="720356" y="122428"/>
                  </a:lnTo>
                  <a:lnTo>
                    <a:pt x="764184" y="128524"/>
                  </a:lnTo>
                  <a:lnTo>
                    <a:pt x="804684" y="139306"/>
                  </a:lnTo>
                  <a:lnTo>
                    <a:pt x="840486" y="155308"/>
                  </a:lnTo>
                  <a:lnTo>
                    <a:pt x="892314" y="205041"/>
                  </a:lnTo>
                  <a:lnTo>
                    <a:pt x="908469" y="281914"/>
                  </a:lnTo>
                  <a:lnTo>
                    <a:pt x="908469"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82" y="942378"/>
                  </a:lnTo>
                  <a:lnTo>
                    <a:pt x="3692982" y="820610"/>
                  </a:lnTo>
                  <a:lnTo>
                    <a:pt x="3692982" y="806462"/>
                  </a:lnTo>
                  <a:lnTo>
                    <a:pt x="3494544" y="806361"/>
                  </a:lnTo>
                  <a:lnTo>
                    <a:pt x="3494544" y="781545"/>
                  </a:lnTo>
                  <a:lnTo>
                    <a:pt x="3692982" y="781545"/>
                  </a:lnTo>
                  <a:lnTo>
                    <a:pt x="3692982" y="647623"/>
                  </a:lnTo>
                  <a:lnTo>
                    <a:pt x="3494544" y="647623"/>
                  </a:lnTo>
                  <a:lnTo>
                    <a:pt x="3494544" y="622820"/>
                  </a:lnTo>
                  <a:lnTo>
                    <a:pt x="3692982" y="622820"/>
                  </a:lnTo>
                  <a:lnTo>
                    <a:pt x="3692982" y="482930"/>
                  </a:lnTo>
                  <a:lnTo>
                    <a:pt x="3494544" y="482930"/>
                  </a:lnTo>
                  <a:lnTo>
                    <a:pt x="3494544" y="458101"/>
                  </a:lnTo>
                  <a:lnTo>
                    <a:pt x="3692982" y="458101"/>
                  </a:lnTo>
                  <a:lnTo>
                    <a:pt x="3692982" y="320408"/>
                  </a:lnTo>
                  <a:lnTo>
                    <a:pt x="3494544" y="320408"/>
                  </a:lnTo>
                  <a:lnTo>
                    <a:pt x="3494544" y="295605"/>
                  </a:lnTo>
                  <a:lnTo>
                    <a:pt x="3692982" y="295605"/>
                  </a:lnTo>
                  <a:lnTo>
                    <a:pt x="3692982" y="162204"/>
                  </a:lnTo>
                  <a:lnTo>
                    <a:pt x="3494544" y="162204"/>
                  </a:lnTo>
                  <a:lnTo>
                    <a:pt x="3494544" y="137388"/>
                  </a:lnTo>
                  <a:lnTo>
                    <a:pt x="3692982" y="137388"/>
                  </a:lnTo>
                  <a:lnTo>
                    <a:pt x="3692982" y="134556"/>
                  </a:lnTo>
                  <a:lnTo>
                    <a:pt x="3692982" y="120523"/>
                  </a:lnTo>
                  <a:lnTo>
                    <a:pt x="3692982" y="0"/>
                  </a:lnTo>
                  <a:close/>
                </a:path>
              </a:pathLst>
            </a:custGeom>
            <a:solidFill>
              <a:srgbClr val="FFFFFF"/>
            </a:solidFill>
          </p:spPr>
          <p:txBody>
            <a:bodyPr wrap="square" lIns="0" tIns="0" rIns="0" bIns="0" rtlCol="0"/>
            <a:lstStyle/>
            <a:p>
              <a:endParaRPr/>
            </a:p>
          </p:txBody>
        </p:sp>
        <p:sp>
          <p:nvSpPr>
            <p:cNvPr id="7" name="object 7"/>
            <p:cNvSpPr/>
            <p:nvPr/>
          </p:nvSpPr>
          <p:spPr>
            <a:xfrm>
              <a:off x="261759" y="9004966"/>
              <a:ext cx="1885314" cy="1885314"/>
            </a:xfrm>
            <a:custGeom>
              <a:avLst/>
              <a:gdLst/>
              <a:ahLst/>
              <a:cxnLst/>
              <a:rect l="l" t="t" r="r" b="b"/>
              <a:pathLst>
                <a:path w="1885314" h="1885315">
                  <a:moveTo>
                    <a:pt x="52362" y="1858581"/>
                  </a:moveTo>
                  <a:lnTo>
                    <a:pt x="50304" y="1848396"/>
                  </a:lnTo>
                  <a:lnTo>
                    <a:pt x="44691" y="1840077"/>
                  </a:lnTo>
                  <a:lnTo>
                    <a:pt x="36372" y="1834464"/>
                  </a:lnTo>
                  <a:lnTo>
                    <a:pt x="26187" y="1832406"/>
                  </a:lnTo>
                  <a:lnTo>
                    <a:pt x="15989" y="1834464"/>
                  </a:lnTo>
                  <a:lnTo>
                    <a:pt x="7670" y="1840077"/>
                  </a:lnTo>
                  <a:lnTo>
                    <a:pt x="2057" y="1848396"/>
                  </a:lnTo>
                  <a:lnTo>
                    <a:pt x="0" y="1858581"/>
                  </a:lnTo>
                  <a:lnTo>
                    <a:pt x="2057" y="1868779"/>
                  </a:lnTo>
                  <a:lnTo>
                    <a:pt x="7670" y="1877098"/>
                  </a:lnTo>
                  <a:lnTo>
                    <a:pt x="15989" y="1882698"/>
                  </a:lnTo>
                  <a:lnTo>
                    <a:pt x="26187" y="1884756"/>
                  </a:lnTo>
                  <a:lnTo>
                    <a:pt x="36372" y="1882698"/>
                  </a:lnTo>
                  <a:lnTo>
                    <a:pt x="44691" y="1877098"/>
                  </a:lnTo>
                  <a:lnTo>
                    <a:pt x="50304" y="1868779"/>
                  </a:lnTo>
                  <a:lnTo>
                    <a:pt x="52362" y="1858581"/>
                  </a:lnTo>
                  <a:close/>
                </a:path>
                <a:path w="1885314" h="1885315">
                  <a:moveTo>
                    <a:pt x="52362" y="1596809"/>
                  </a:moveTo>
                  <a:lnTo>
                    <a:pt x="50304" y="1586623"/>
                  </a:lnTo>
                  <a:lnTo>
                    <a:pt x="44691" y="1578305"/>
                  </a:lnTo>
                  <a:lnTo>
                    <a:pt x="36372" y="1572691"/>
                  </a:lnTo>
                  <a:lnTo>
                    <a:pt x="26187" y="1570634"/>
                  </a:lnTo>
                  <a:lnTo>
                    <a:pt x="15989" y="1572691"/>
                  </a:lnTo>
                  <a:lnTo>
                    <a:pt x="7670" y="1578305"/>
                  </a:lnTo>
                  <a:lnTo>
                    <a:pt x="2057" y="1586623"/>
                  </a:lnTo>
                  <a:lnTo>
                    <a:pt x="0" y="1596809"/>
                  </a:lnTo>
                  <a:lnTo>
                    <a:pt x="2057" y="1607007"/>
                  </a:lnTo>
                  <a:lnTo>
                    <a:pt x="7670" y="1615325"/>
                  </a:lnTo>
                  <a:lnTo>
                    <a:pt x="15989" y="1620926"/>
                  </a:lnTo>
                  <a:lnTo>
                    <a:pt x="26187" y="1622983"/>
                  </a:lnTo>
                  <a:lnTo>
                    <a:pt x="36372" y="1620926"/>
                  </a:lnTo>
                  <a:lnTo>
                    <a:pt x="44691" y="1615325"/>
                  </a:lnTo>
                  <a:lnTo>
                    <a:pt x="50304" y="1607007"/>
                  </a:lnTo>
                  <a:lnTo>
                    <a:pt x="52362" y="1596809"/>
                  </a:lnTo>
                  <a:close/>
                </a:path>
                <a:path w="1885314" h="1885315">
                  <a:moveTo>
                    <a:pt x="52362" y="1335036"/>
                  </a:moveTo>
                  <a:lnTo>
                    <a:pt x="50304" y="1324851"/>
                  </a:lnTo>
                  <a:lnTo>
                    <a:pt x="44691" y="1316532"/>
                  </a:lnTo>
                  <a:lnTo>
                    <a:pt x="36372" y="1310919"/>
                  </a:lnTo>
                  <a:lnTo>
                    <a:pt x="26187" y="1308862"/>
                  </a:lnTo>
                  <a:lnTo>
                    <a:pt x="15989" y="1310919"/>
                  </a:lnTo>
                  <a:lnTo>
                    <a:pt x="7670" y="1316532"/>
                  </a:lnTo>
                  <a:lnTo>
                    <a:pt x="2057" y="1324851"/>
                  </a:lnTo>
                  <a:lnTo>
                    <a:pt x="0" y="1335036"/>
                  </a:lnTo>
                  <a:lnTo>
                    <a:pt x="2057" y="1345234"/>
                  </a:lnTo>
                  <a:lnTo>
                    <a:pt x="7670" y="1353553"/>
                  </a:lnTo>
                  <a:lnTo>
                    <a:pt x="15989" y="1359154"/>
                  </a:lnTo>
                  <a:lnTo>
                    <a:pt x="26187" y="1361211"/>
                  </a:lnTo>
                  <a:lnTo>
                    <a:pt x="36372" y="1359154"/>
                  </a:lnTo>
                  <a:lnTo>
                    <a:pt x="44691" y="1353553"/>
                  </a:lnTo>
                  <a:lnTo>
                    <a:pt x="50304" y="1345234"/>
                  </a:lnTo>
                  <a:lnTo>
                    <a:pt x="52362" y="1335036"/>
                  </a:lnTo>
                  <a:close/>
                </a:path>
                <a:path w="1885314" h="1885315">
                  <a:moveTo>
                    <a:pt x="52362" y="1073264"/>
                  </a:moveTo>
                  <a:lnTo>
                    <a:pt x="50304" y="1063078"/>
                  </a:lnTo>
                  <a:lnTo>
                    <a:pt x="44691" y="1054760"/>
                  </a:lnTo>
                  <a:lnTo>
                    <a:pt x="36372" y="1049147"/>
                  </a:lnTo>
                  <a:lnTo>
                    <a:pt x="26187" y="1047089"/>
                  </a:lnTo>
                  <a:lnTo>
                    <a:pt x="15989" y="1049147"/>
                  </a:lnTo>
                  <a:lnTo>
                    <a:pt x="7670" y="1054760"/>
                  </a:lnTo>
                  <a:lnTo>
                    <a:pt x="2057" y="1063078"/>
                  </a:lnTo>
                  <a:lnTo>
                    <a:pt x="0" y="1073264"/>
                  </a:lnTo>
                  <a:lnTo>
                    <a:pt x="2057" y="1083462"/>
                  </a:lnTo>
                  <a:lnTo>
                    <a:pt x="7670" y="1091780"/>
                  </a:lnTo>
                  <a:lnTo>
                    <a:pt x="15989" y="1097381"/>
                  </a:lnTo>
                  <a:lnTo>
                    <a:pt x="26187" y="1099439"/>
                  </a:lnTo>
                  <a:lnTo>
                    <a:pt x="36372" y="1097381"/>
                  </a:lnTo>
                  <a:lnTo>
                    <a:pt x="44691" y="1091780"/>
                  </a:lnTo>
                  <a:lnTo>
                    <a:pt x="50304" y="1083462"/>
                  </a:lnTo>
                  <a:lnTo>
                    <a:pt x="52362" y="1073264"/>
                  </a:lnTo>
                  <a:close/>
                </a:path>
                <a:path w="1885314" h="1885315">
                  <a:moveTo>
                    <a:pt x="52362" y="811491"/>
                  </a:moveTo>
                  <a:lnTo>
                    <a:pt x="50304" y="801306"/>
                  </a:lnTo>
                  <a:lnTo>
                    <a:pt x="44691" y="792988"/>
                  </a:lnTo>
                  <a:lnTo>
                    <a:pt x="36372" y="787374"/>
                  </a:lnTo>
                  <a:lnTo>
                    <a:pt x="26187" y="785317"/>
                  </a:lnTo>
                  <a:lnTo>
                    <a:pt x="15989" y="787374"/>
                  </a:lnTo>
                  <a:lnTo>
                    <a:pt x="7670" y="792988"/>
                  </a:lnTo>
                  <a:lnTo>
                    <a:pt x="2057" y="801306"/>
                  </a:lnTo>
                  <a:lnTo>
                    <a:pt x="0" y="811491"/>
                  </a:lnTo>
                  <a:lnTo>
                    <a:pt x="2057" y="821690"/>
                  </a:lnTo>
                  <a:lnTo>
                    <a:pt x="7670" y="830008"/>
                  </a:lnTo>
                  <a:lnTo>
                    <a:pt x="15989" y="835609"/>
                  </a:lnTo>
                  <a:lnTo>
                    <a:pt x="26187" y="837666"/>
                  </a:lnTo>
                  <a:lnTo>
                    <a:pt x="36372" y="835609"/>
                  </a:lnTo>
                  <a:lnTo>
                    <a:pt x="44691" y="830008"/>
                  </a:lnTo>
                  <a:lnTo>
                    <a:pt x="50304" y="821690"/>
                  </a:lnTo>
                  <a:lnTo>
                    <a:pt x="52362" y="811491"/>
                  </a:lnTo>
                  <a:close/>
                </a:path>
                <a:path w="1885314" h="1885315">
                  <a:moveTo>
                    <a:pt x="52362" y="549719"/>
                  </a:moveTo>
                  <a:lnTo>
                    <a:pt x="50304" y="539534"/>
                  </a:lnTo>
                  <a:lnTo>
                    <a:pt x="44691" y="531215"/>
                  </a:lnTo>
                  <a:lnTo>
                    <a:pt x="36372" y="525602"/>
                  </a:lnTo>
                  <a:lnTo>
                    <a:pt x="26187" y="523544"/>
                  </a:lnTo>
                  <a:lnTo>
                    <a:pt x="15989" y="525602"/>
                  </a:lnTo>
                  <a:lnTo>
                    <a:pt x="7670" y="531215"/>
                  </a:lnTo>
                  <a:lnTo>
                    <a:pt x="2057" y="539534"/>
                  </a:lnTo>
                  <a:lnTo>
                    <a:pt x="0" y="549719"/>
                  </a:lnTo>
                  <a:lnTo>
                    <a:pt x="2057" y="559917"/>
                  </a:lnTo>
                  <a:lnTo>
                    <a:pt x="7670" y="568236"/>
                  </a:lnTo>
                  <a:lnTo>
                    <a:pt x="15989" y="573836"/>
                  </a:lnTo>
                  <a:lnTo>
                    <a:pt x="26187" y="575894"/>
                  </a:lnTo>
                  <a:lnTo>
                    <a:pt x="36372" y="573836"/>
                  </a:lnTo>
                  <a:lnTo>
                    <a:pt x="44691" y="568236"/>
                  </a:lnTo>
                  <a:lnTo>
                    <a:pt x="50304" y="559917"/>
                  </a:lnTo>
                  <a:lnTo>
                    <a:pt x="52362" y="549719"/>
                  </a:lnTo>
                  <a:close/>
                </a:path>
                <a:path w="1885314" h="1885315">
                  <a:moveTo>
                    <a:pt x="52362" y="287947"/>
                  </a:moveTo>
                  <a:lnTo>
                    <a:pt x="50304" y="277761"/>
                  </a:lnTo>
                  <a:lnTo>
                    <a:pt x="44691" y="269443"/>
                  </a:lnTo>
                  <a:lnTo>
                    <a:pt x="36372" y="263829"/>
                  </a:lnTo>
                  <a:lnTo>
                    <a:pt x="26187" y="261772"/>
                  </a:lnTo>
                  <a:lnTo>
                    <a:pt x="15989" y="263829"/>
                  </a:lnTo>
                  <a:lnTo>
                    <a:pt x="7670" y="269443"/>
                  </a:lnTo>
                  <a:lnTo>
                    <a:pt x="2057" y="277761"/>
                  </a:lnTo>
                  <a:lnTo>
                    <a:pt x="0" y="287947"/>
                  </a:lnTo>
                  <a:lnTo>
                    <a:pt x="2057" y="298145"/>
                  </a:lnTo>
                  <a:lnTo>
                    <a:pt x="7670" y="306463"/>
                  </a:lnTo>
                  <a:lnTo>
                    <a:pt x="15989" y="312077"/>
                  </a:lnTo>
                  <a:lnTo>
                    <a:pt x="26187" y="314121"/>
                  </a:lnTo>
                  <a:lnTo>
                    <a:pt x="36372" y="312077"/>
                  </a:lnTo>
                  <a:lnTo>
                    <a:pt x="44691" y="306463"/>
                  </a:lnTo>
                  <a:lnTo>
                    <a:pt x="50304" y="298145"/>
                  </a:lnTo>
                  <a:lnTo>
                    <a:pt x="52362" y="287947"/>
                  </a:lnTo>
                  <a:close/>
                </a:path>
                <a:path w="1885314" h="1885315">
                  <a:moveTo>
                    <a:pt x="52362" y="26174"/>
                  </a:moveTo>
                  <a:lnTo>
                    <a:pt x="50304" y="15989"/>
                  </a:lnTo>
                  <a:lnTo>
                    <a:pt x="44691" y="7670"/>
                  </a:lnTo>
                  <a:lnTo>
                    <a:pt x="36372" y="2057"/>
                  </a:lnTo>
                  <a:lnTo>
                    <a:pt x="26187" y="0"/>
                  </a:lnTo>
                  <a:lnTo>
                    <a:pt x="15989" y="2057"/>
                  </a:lnTo>
                  <a:lnTo>
                    <a:pt x="7670" y="7670"/>
                  </a:lnTo>
                  <a:lnTo>
                    <a:pt x="2057" y="15989"/>
                  </a:lnTo>
                  <a:lnTo>
                    <a:pt x="0" y="26174"/>
                  </a:lnTo>
                  <a:lnTo>
                    <a:pt x="2057" y="36372"/>
                  </a:lnTo>
                  <a:lnTo>
                    <a:pt x="7670" y="44691"/>
                  </a:lnTo>
                  <a:lnTo>
                    <a:pt x="15989" y="50304"/>
                  </a:lnTo>
                  <a:lnTo>
                    <a:pt x="26187" y="52349"/>
                  </a:lnTo>
                  <a:lnTo>
                    <a:pt x="36372" y="50304"/>
                  </a:lnTo>
                  <a:lnTo>
                    <a:pt x="44691" y="44691"/>
                  </a:lnTo>
                  <a:lnTo>
                    <a:pt x="50304" y="36372"/>
                  </a:lnTo>
                  <a:lnTo>
                    <a:pt x="52362" y="26174"/>
                  </a:lnTo>
                  <a:close/>
                </a:path>
                <a:path w="1885314" h="1885315">
                  <a:moveTo>
                    <a:pt x="314134" y="1858581"/>
                  </a:moveTo>
                  <a:lnTo>
                    <a:pt x="312077" y="1848396"/>
                  </a:lnTo>
                  <a:lnTo>
                    <a:pt x="306463" y="1840077"/>
                  </a:lnTo>
                  <a:lnTo>
                    <a:pt x="298145" y="1834464"/>
                  </a:lnTo>
                  <a:lnTo>
                    <a:pt x="287959" y="1832406"/>
                  </a:lnTo>
                  <a:lnTo>
                    <a:pt x="277761" y="1834464"/>
                  </a:lnTo>
                  <a:lnTo>
                    <a:pt x="269443" y="1840077"/>
                  </a:lnTo>
                  <a:lnTo>
                    <a:pt x="263829" y="1848396"/>
                  </a:lnTo>
                  <a:lnTo>
                    <a:pt x="261772" y="1858581"/>
                  </a:lnTo>
                  <a:lnTo>
                    <a:pt x="263829" y="1868779"/>
                  </a:lnTo>
                  <a:lnTo>
                    <a:pt x="269443" y="1877098"/>
                  </a:lnTo>
                  <a:lnTo>
                    <a:pt x="277761" y="1882698"/>
                  </a:lnTo>
                  <a:lnTo>
                    <a:pt x="287959" y="1884756"/>
                  </a:lnTo>
                  <a:lnTo>
                    <a:pt x="298145" y="1882698"/>
                  </a:lnTo>
                  <a:lnTo>
                    <a:pt x="306463" y="1877098"/>
                  </a:lnTo>
                  <a:lnTo>
                    <a:pt x="312077" y="1868779"/>
                  </a:lnTo>
                  <a:lnTo>
                    <a:pt x="314134" y="1858581"/>
                  </a:lnTo>
                  <a:close/>
                </a:path>
                <a:path w="1885314" h="1885315">
                  <a:moveTo>
                    <a:pt x="314134" y="1596809"/>
                  </a:moveTo>
                  <a:lnTo>
                    <a:pt x="312077" y="1586623"/>
                  </a:lnTo>
                  <a:lnTo>
                    <a:pt x="306463" y="1578305"/>
                  </a:lnTo>
                  <a:lnTo>
                    <a:pt x="298145" y="1572691"/>
                  </a:lnTo>
                  <a:lnTo>
                    <a:pt x="287959" y="1570634"/>
                  </a:lnTo>
                  <a:lnTo>
                    <a:pt x="277761" y="1572691"/>
                  </a:lnTo>
                  <a:lnTo>
                    <a:pt x="269443" y="1578305"/>
                  </a:lnTo>
                  <a:lnTo>
                    <a:pt x="263829" y="1586623"/>
                  </a:lnTo>
                  <a:lnTo>
                    <a:pt x="261772" y="1596809"/>
                  </a:lnTo>
                  <a:lnTo>
                    <a:pt x="263829" y="1607007"/>
                  </a:lnTo>
                  <a:lnTo>
                    <a:pt x="269443" y="1615325"/>
                  </a:lnTo>
                  <a:lnTo>
                    <a:pt x="277761" y="1620926"/>
                  </a:lnTo>
                  <a:lnTo>
                    <a:pt x="287959" y="1622983"/>
                  </a:lnTo>
                  <a:lnTo>
                    <a:pt x="298145" y="1620926"/>
                  </a:lnTo>
                  <a:lnTo>
                    <a:pt x="306463" y="1615325"/>
                  </a:lnTo>
                  <a:lnTo>
                    <a:pt x="312077" y="1607007"/>
                  </a:lnTo>
                  <a:lnTo>
                    <a:pt x="314134" y="1596809"/>
                  </a:lnTo>
                  <a:close/>
                </a:path>
                <a:path w="1885314" h="1885315">
                  <a:moveTo>
                    <a:pt x="314134" y="1335036"/>
                  </a:moveTo>
                  <a:lnTo>
                    <a:pt x="312077" y="1324851"/>
                  </a:lnTo>
                  <a:lnTo>
                    <a:pt x="306463" y="1316532"/>
                  </a:lnTo>
                  <a:lnTo>
                    <a:pt x="298145" y="1310919"/>
                  </a:lnTo>
                  <a:lnTo>
                    <a:pt x="287959" y="1308862"/>
                  </a:lnTo>
                  <a:lnTo>
                    <a:pt x="277761" y="1310919"/>
                  </a:lnTo>
                  <a:lnTo>
                    <a:pt x="269443" y="1316532"/>
                  </a:lnTo>
                  <a:lnTo>
                    <a:pt x="263829" y="1324851"/>
                  </a:lnTo>
                  <a:lnTo>
                    <a:pt x="261772" y="1335036"/>
                  </a:lnTo>
                  <a:lnTo>
                    <a:pt x="263829" y="1345234"/>
                  </a:lnTo>
                  <a:lnTo>
                    <a:pt x="269443" y="1353553"/>
                  </a:lnTo>
                  <a:lnTo>
                    <a:pt x="277761" y="1359154"/>
                  </a:lnTo>
                  <a:lnTo>
                    <a:pt x="287959" y="1361211"/>
                  </a:lnTo>
                  <a:lnTo>
                    <a:pt x="298145" y="1359154"/>
                  </a:lnTo>
                  <a:lnTo>
                    <a:pt x="306463" y="1353553"/>
                  </a:lnTo>
                  <a:lnTo>
                    <a:pt x="312077" y="1345234"/>
                  </a:lnTo>
                  <a:lnTo>
                    <a:pt x="314134" y="1335036"/>
                  </a:lnTo>
                  <a:close/>
                </a:path>
                <a:path w="1885314" h="1885315">
                  <a:moveTo>
                    <a:pt x="314134" y="1073264"/>
                  </a:moveTo>
                  <a:lnTo>
                    <a:pt x="312077" y="1063078"/>
                  </a:lnTo>
                  <a:lnTo>
                    <a:pt x="306463" y="1054760"/>
                  </a:lnTo>
                  <a:lnTo>
                    <a:pt x="298145" y="1049147"/>
                  </a:lnTo>
                  <a:lnTo>
                    <a:pt x="287959" y="1047089"/>
                  </a:lnTo>
                  <a:lnTo>
                    <a:pt x="277761" y="1049147"/>
                  </a:lnTo>
                  <a:lnTo>
                    <a:pt x="269443" y="1054760"/>
                  </a:lnTo>
                  <a:lnTo>
                    <a:pt x="263829" y="1063078"/>
                  </a:lnTo>
                  <a:lnTo>
                    <a:pt x="261772" y="1073264"/>
                  </a:lnTo>
                  <a:lnTo>
                    <a:pt x="263829" y="1083462"/>
                  </a:lnTo>
                  <a:lnTo>
                    <a:pt x="269443" y="1091780"/>
                  </a:lnTo>
                  <a:lnTo>
                    <a:pt x="277761" y="1097381"/>
                  </a:lnTo>
                  <a:lnTo>
                    <a:pt x="287959" y="1099439"/>
                  </a:lnTo>
                  <a:lnTo>
                    <a:pt x="298145" y="1097381"/>
                  </a:lnTo>
                  <a:lnTo>
                    <a:pt x="306463" y="1091780"/>
                  </a:lnTo>
                  <a:lnTo>
                    <a:pt x="312077" y="1083462"/>
                  </a:lnTo>
                  <a:lnTo>
                    <a:pt x="314134" y="1073264"/>
                  </a:lnTo>
                  <a:close/>
                </a:path>
                <a:path w="1885314" h="1885315">
                  <a:moveTo>
                    <a:pt x="314134" y="811491"/>
                  </a:moveTo>
                  <a:lnTo>
                    <a:pt x="312077" y="801306"/>
                  </a:lnTo>
                  <a:lnTo>
                    <a:pt x="306463" y="792988"/>
                  </a:lnTo>
                  <a:lnTo>
                    <a:pt x="298145" y="787374"/>
                  </a:lnTo>
                  <a:lnTo>
                    <a:pt x="287959" y="785317"/>
                  </a:lnTo>
                  <a:lnTo>
                    <a:pt x="277761" y="787374"/>
                  </a:lnTo>
                  <a:lnTo>
                    <a:pt x="269443" y="792988"/>
                  </a:lnTo>
                  <a:lnTo>
                    <a:pt x="263829" y="801306"/>
                  </a:lnTo>
                  <a:lnTo>
                    <a:pt x="261772" y="811491"/>
                  </a:lnTo>
                  <a:lnTo>
                    <a:pt x="263829" y="821690"/>
                  </a:lnTo>
                  <a:lnTo>
                    <a:pt x="269443" y="830008"/>
                  </a:lnTo>
                  <a:lnTo>
                    <a:pt x="277761" y="835609"/>
                  </a:lnTo>
                  <a:lnTo>
                    <a:pt x="287959" y="837666"/>
                  </a:lnTo>
                  <a:lnTo>
                    <a:pt x="298145" y="835609"/>
                  </a:lnTo>
                  <a:lnTo>
                    <a:pt x="306463" y="830008"/>
                  </a:lnTo>
                  <a:lnTo>
                    <a:pt x="312077" y="821690"/>
                  </a:lnTo>
                  <a:lnTo>
                    <a:pt x="314134" y="811491"/>
                  </a:lnTo>
                  <a:close/>
                </a:path>
                <a:path w="1885314" h="1885315">
                  <a:moveTo>
                    <a:pt x="314134" y="549719"/>
                  </a:moveTo>
                  <a:lnTo>
                    <a:pt x="312077" y="539534"/>
                  </a:lnTo>
                  <a:lnTo>
                    <a:pt x="306463" y="531215"/>
                  </a:lnTo>
                  <a:lnTo>
                    <a:pt x="298145" y="525602"/>
                  </a:lnTo>
                  <a:lnTo>
                    <a:pt x="287959" y="523544"/>
                  </a:lnTo>
                  <a:lnTo>
                    <a:pt x="277761" y="525602"/>
                  </a:lnTo>
                  <a:lnTo>
                    <a:pt x="269443" y="531215"/>
                  </a:lnTo>
                  <a:lnTo>
                    <a:pt x="263829" y="539534"/>
                  </a:lnTo>
                  <a:lnTo>
                    <a:pt x="261772" y="549719"/>
                  </a:lnTo>
                  <a:lnTo>
                    <a:pt x="263829" y="559917"/>
                  </a:lnTo>
                  <a:lnTo>
                    <a:pt x="269443" y="568236"/>
                  </a:lnTo>
                  <a:lnTo>
                    <a:pt x="277761" y="573836"/>
                  </a:lnTo>
                  <a:lnTo>
                    <a:pt x="287959" y="575894"/>
                  </a:lnTo>
                  <a:lnTo>
                    <a:pt x="298145" y="573836"/>
                  </a:lnTo>
                  <a:lnTo>
                    <a:pt x="306463" y="568236"/>
                  </a:lnTo>
                  <a:lnTo>
                    <a:pt x="312077" y="559917"/>
                  </a:lnTo>
                  <a:lnTo>
                    <a:pt x="314134" y="549719"/>
                  </a:lnTo>
                  <a:close/>
                </a:path>
                <a:path w="1885314" h="1885315">
                  <a:moveTo>
                    <a:pt x="314134" y="287947"/>
                  </a:moveTo>
                  <a:lnTo>
                    <a:pt x="312077" y="277761"/>
                  </a:lnTo>
                  <a:lnTo>
                    <a:pt x="306463" y="269443"/>
                  </a:lnTo>
                  <a:lnTo>
                    <a:pt x="298145" y="263829"/>
                  </a:lnTo>
                  <a:lnTo>
                    <a:pt x="287959" y="261772"/>
                  </a:lnTo>
                  <a:lnTo>
                    <a:pt x="277761" y="263829"/>
                  </a:lnTo>
                  <a:lnTo>
                    <a:pt x="269443" y="269443"/>
                  </a:lnTo>
                  <a:lnTo>
                    <a:pt x="263829" y="277761"/>
                  </a:lnTo>
                  <a:lnTo>
                    <a:pt x="261772" y="287947"/>
                  </a:lnTo>
                  <a:lnTo>
                    <a:pt x="263829" y="298145"/>
                  </a:lnTo>
                  <a:lnTo>
                    <a:pt x="269443" y="306463"/>
                  </a:lnTo>
                  <a:lnTo>
                    <a:pt x="277761" y="312077"/>
                  </a:lnTo>
                  <a:lnTo>
                    <a:pt x="287959" y="314121"/>
                  </a:lnTo>
                  <a:lnTo>
                    <a:pt x="298145" y="312077"/>
                  </a:lnTo>
                  <a:lnTo>
                    <a:pt x="306463" y="306463"/>
                  </a:lnTo>
                  <a:lnTo>
                    <a:pt x="312077" y="298145"/>
                  </a:lnTo>
                  <a:lnTo>
                    <a:pt x="314134" y="287947"/>
                  </a:lnTo>
                  <a:close/>
                </a:path>
                <a:path w="1885314" h="1885315">
                  <a:moveTo>
                    <a:pt x="314134" y="26174"/>
                  </a:moveTo>
                  <a:lnTo>
                    <a:pt x="312077" y="15989"/>
                  </a:lnTo>
                  <a:lnTo>
                    <a:pt x="306463" y="7670"/>
                  </a:lnTo>
                  <a:lnTo>
                    <a:pt x="298145" y="2057"/>
                  </a:lnTo>
                  <a:lnTo>
                    <a:pt x="287959" y="0"/>
                  </a:lnTo>
                  <a:lnTo>
                    <a:pt x="277761" y="2057"/>
                  </a:lnTo>
                  <a:lnTo>
                    <a:pt x="269443" y="7670"/>
                  </a:lnTo>
                  <a:lnTo>
                    <a:pt x="263829" y="15989"/>
                  </a:lnTo>
                  <a:lnTo>
                    <a:pt x="261772" y="26174"/>
                  </a:lnTo>
                  <a:lnTo>
                    <a:pt x="263829" y="36372"/>
                  </a:lnTo>
                  <a:lnTo>
                    <a:pt x="269443" y="44691"/>
                  </a:lnTo>
                  <a:lnTo>
                    <a:pt x="277761" y="50304"/>
                  </a:lnTo>
                  <a:lnTo>
                    <a:pt x="287959" y="52349"/>
                  </a:lnTo>
                  <a:lnTo>
                    <a:pt x="298145" y="50304"/>
                  </a:lnTo>
                  <a:lnTo>
                    <a:pt x="306463" y="44691"/>
                  </a:lnTo>
                  <a:lnTo>
                    <a:pt x="312077" y="36372"/>
                  </a:lnTo>
                  <a:lnTo>
                    <a:pt x="314134" y="26174"/>
                  </a:lnTo>
                  <a:close/>
                </a:path>
                <a:path w="1885314" h="1885315">
                  <a:moveTo>
                    <a:pt x="575906" y="1858581"/>
                  </a:moveTo>
                  <a:lnTo>
                    <a:pt x="573849" y="1848396"/>
                  </a:lnTo>
                  <a:lnTo>
                    <a:pt x="568236" y="1840077"/>
                  </a:lnTo>
                  <a:lnTo>
                    <a:pt x="559917" y="1834464"/>
                  </a:lnTo>
                  <a:lnTo>
                    <a:pt x="549732" y="1832406"/>
                  </a:lnTo>
                  <a:lnTo>
                    <a:pt x="539534" y="1834464"/>
                  </a:lnTo>
                  <a:lnTo>
                    <a:pt x="531215" y="1840077"/>
                  </a:lnTo>
                  <a:lnTo>
                    <a:pt x="525602" y="1848396"/>
                  </a:lnTo>
                  <a:lnTo>
                    <a:pt x="523544" y="1858581"/>
                  </a:lnTo>
                  <a:lnTo>
                    <a:pt x="525602" y="1868779"/>
                  </a:lnTo>
                  <a:lnTo>
                    <a:pt x="531215" y="1877098"/>
                  </a:lnTo>
                  <a:lnTo>
                    <a:pt x="539534" y="1882698"/>
                  </a:lnTo>
                  <a:lnTo>
                    <a:pt x="549732" y="1884756"/>
                  </a:lnTo>
                  <a:lnTo>
                    <a:pt x="559917" y="1882698"/>
                  </a:lnTo>
                  <a:lnTo>
                    <a:pt x="568236" y="1877098"/>
                  </a:lnTo>
                  <a:lnTo>
                    <a:pt x="573849" y="1868779"/>
                  </a:lnTo>
                  <a:lnTo>
                    <a:pt x="575906" y="1858581"/>
                  </a:lnTo>
                  <a:close/>
                </a:path>
                <a:path w="1885314" h="1885315">
                  <a:moveTo>
                    <a:pt x="575906" y="1596809"/>
                  </a:moveTo>
                  <a:lnTo>
                    <a:pt x="573849" y="1586623"/>
                  </a:lnTo>
                  <a:lnTo>
                    <a:pt x="568236" y="1578305"/>
                  </a:lnTo>
                  <a:lnTo>
                    <a:pt x="559917" y="1572691"/>
                  </a:lnTo>
                  <a:lnTo>
                    <a:pt x="549732" y="1570634"/>
                  </a:lnTo>
                  <a:lnTo>
                    <a:pt x="539534" y="1572691"/>
                  </a:lnTo>
                  <a:lnTo>
                    <a:pt x="531215" y="1578305"/>
                  </a:lnTo>
                  <a:lnTo>
                    <a:pt x="525602" y="1586623"/>
                  </a:lnTo>
                  <a:lnTo>
                    <a:pt x="523544" y="1596809"/>
                  </a:lnTo>
                  <a:lnTo>
                    <a:pt x="525602" y="1607007"/>
                  </a:lnTo>
                  <a:lnTo>
                    <a:pt x="531215" y="1615325"/>
                  </a:lnTo>
                  <a:lnTo>
                    <a:pt x="539534" y="1620926"/>
                  </a:lnTo>
                  <a:lnTo>
                    <a:pt x="549732" y="1622983"/>
                  </a:lnTo>
                  <a:lnTo>
                    <a:pt x="559917" y="1620926"/>
                  </a:lnTo>
                  <a:lnTo>
                    <a:pt x="568236" y="1615325"/>
                  </a:lnTo>
                  <a:lnTo>
                    <a:pt x="573849" y="1607007"/>
                  </a:lnTo>
                  <a:lnTo>
                    <a:pt x="575906" y="1596809"/>
                  </a:lnTo>
                  <a:close/>
                </a:path>
                <a:path w="1885314" h="1885315">
                  <a:moveTo>
                    <a:pt x="575906" y="1335036"/>
                  </a:moveTo>
                  <a:lnTo>
                    <a:pt x="573849" y="1324851"/>
                  </a:lnTo>
                  <a:lnTo>
                    <a:pt x="568236" y="1316532"/>
                  </a:lnTo>
                  <a:lnTo>
                    <a:pt x="559917" y="1310919"/>
                  </a:lnTo>
                  <a:lnTo>
                    <a:pt x="549732" y="1308862"/>
                  </a:lnTo>
                  <a:lnTo>
                    <a:pt x="539534" y="1310919"/>
                  </a:lnTo>
                  <a:lnTo>
                    <a:pt x="531215" y="1316532"/>
                  </a:lnTo>
                  <a:lnTo>
                    <a:pt x="525602" y="1324851"/>
                  </a:lnTo>
                  <a:lnTo>
                    <a:pt x="523544" y="1335036"/>
                  </a:lnTo>
                  <a:lnTo>
                    <a:pt x="525602" y="1345234"/>
                  </a:lnTo>
                  <a:lnTo>
                    <a:pt x="531215" y="1353553"/>
                  </a:lnTo>
                  <a:lnTo>
                    <a:pt x="539534" y="1359154"/>
                  </a:lnTo>
                  <a:lnTo>
                    <a:pt x="549732" y="1361211"/>
                  </a:lnTo>
                  <a:lnTo>
                    <a:pt x="559917" y="1359154"/>
                  </a:lnTo>
                  <a:lnTo>
                    <a:pt x="568236" y="1353553"/>
                  </a:lnTo>
                  <a:lnTo>
                    <a:pt x="573849" y="1345234"/>
                  </a:lnTo>
                  <a:lnTo>
                    <a:pt x="575906" y="1335036"/>
                  </a:lnTo>
                  <a:close/>
                </a:path>
                <a:path w="1885314" h="1885315">
                  <a:moveTo>
                    <a:pt x="575906" y="1073264"/>
                  </a:moveTo>
                  <a:lnTo>
                    <a:pt x="573849" y="1063078"/>
                  </a:lnTo>
                  <a:lnTo>
                    <a:pt x="568236" y="1054760"/>
                  </a:lnTo>
                  <a:lnTo>
                    <a:pt x="559917" y="1049147"/>
                  </a:lnTo>
                  <a:lnTo>
                    <a:pt x="549732" y="1047089"/>
                  </a:lnTo>
                  <a:lnTo>
                    <a:pt x="539534" y="1049147"/>
                  </a:lnTo>
                  <a:lnTo>
                    <a:pt x="531215" y="1054760"/>
                  </a:lnTo>
                  <a:lnTo>
                    <a:pt x="525602" y="1063078"/>
                  </a:lnTo>
                  <a:lnTo>
                    <a:pt x="523544" y="1073264"/>
                  </a:lnTo>
                  <a:lnTo>
                    <a:pt x="525602" y="1083462"/>
                  </a:lnTo>
                  <a:lnTo>
                    <a:pt x="531215" y="1091780"/>
                  </a:lnTo>
                  <a:lnTo>
                    <a:pt x="539534" y="1097381"/>
                  </a:lnTo>
                  <a:lnTo>
                    <a:pt x="549732" y="1099439"/>
                  </a:lnTo>
                  <a:lnTo>
                    <a:pt x="559917" y="1097381"/>
                  </a:lnTo>
                  <a:lnTo>
                    <a:pt x="568236" y="1091780"/>
                  </a:lnTo>
                  <a:lnTo>
                    <a:pt x="573849" y="1083462"/>
                  </a:lnTo>
                  <a:lnTo>
                    <a:pt x="575906" y="1073264"/>
                  </a:lnTo>
                  <a:close/>
                </a:path>
                <a:path w="1885314" h="1885315">
                  <a:moveTo>
                    <a:pt x="575906" y="811491"/>
                  </a:moveTo>
                  <a:lnTo>
                    <a:pt x="573849" y="801306"/>
                  </a:lnTo>
                  <a:lnTo>
                    <a:pt x="568236" y="792988"/>
                  </a:lnTo>
                  <a:lnTo>
                    <a:pt x="559917" y="787374"/>
                  </a:lnTo>
                  <a:lnTo>
                    <a:pt x="549732" y="785317"/>
                  </a:lnTo>
                  <a:lnTo>
                    <a:pt x="539534" y="787374"/>
                  </a:lnTo>
                  <a:lnTo>
                    <a:pt x="531215" y="792988"/>
                  </a:lnTo>
                  <a:lnTo>
                    <a:pt x="525602" y="801306"/>
                  </a:lnTo>
                  <a:lnTo>
                    <a:pt x="523544" y="811491"/>
                  </a:lnTo>
                  <a:lnTo>
                    <a:pt x="525602" y="821690"/>
                  </a:lnTo>
                  <a:lnTo>
                    <a:pt x="531215" y="830008"/>
                  </a:lnTo>
                  <a:lnTo>
                    <a:pt x="539534" y="835609"/>
                  </a:lnTo>
                  <a:lnTo>
                    <a:pt x="549732" y="837666"/>
                  </a:lnTo>
                  <a:lnTo>
                    <a:pt x="559917" y="835609"/>
                  </a:lnTo>
                  <a:lnTo>
                    <a:pt x="568236" y="830008"/>
                  </a:lnTo>
                  <a:lnTo>
                    <a:pt x="573849" y="821690"/>
                  </a:lnTo>
                  <a:lnTo>
                    <a:pt x="575906" y="811491"/>
                  </a:lnTo>
                  <a:close/>
                </a:path>
                <a:path w="1885314" h="1885315">
                  <a:moveTo>
                    <a:pt x="575906" y="549719"/>
                  </a:moveTo>
                  <a:lnTo>
                    <a:pt x="573849" y="539534"/>
                  </a:lnTo>
                  <a:lnTo>
                    <a:pt x="568236" y="531215"/>
                  </a:lnTo>
                  <a:lnTo>
                    <a:pt x="559917" y="525602"/>
                  </a:lnTo>
                  <a:lnTo>
                    <a:pt x="549732" y="523544"/>
                  </a:lnTo>
                  <a:lnTo>
                    <a:pt x="539534" y="525602"/>
                  </a:lnTo>
                  <a:lnTo>
                    <a:pt x="531215" y="531215"/>
                  </a:lnTo>
                  <a:lnTo>
                    <a:pt x="525602" y="539534"/>
                  </a:lnTo>
                  <a:lnTo>
                    <a:pt x="523544" y="549719"/>
                  </a:lnTo>
                  <a:lnTo>
                    <a:pt x="525602" y="559917"/>
                  </a:lnTo>
                  <a:lnTo>
                    <a:pt x="531215" y="568236"/>
                  </a:lnTo>
                  <a:lnTo>
                    <a:pt x="539534" y="573836"/>
                  </a:lnTo>
                  <a:lnTo>
                    <a:pt x="549732" y="575894"/>
                  </a:lnTo>
                  <a:lnTo>
                    <a:pt x="559917" y="573836"/>
                  </a:lnTo>
                  <a:lnTo>
                    <a:pt x="568236" y="568236"/>
                  </a:lnTo>
                  <a:lnTo>
                    <a:pt x="573849" y="559917"/>
                  </a:lnTo>
                  <a:lnTo>
                    <a:pt x="575906" y="549719"/>
                  </a:lnTo>
                  <a:close/>
                </a:path>
                <a:path w="1885314" h="1885315">
                  <a:moveTo>
                    <a:pt x="575906" y="287947"/>
                  </a:moveTo>
                  <a:lnTo>
                    <a:pt x="573849" y="277761"/>
                  </a:lnTo>
                  <a:lnTo>
                    <a:pt x="568236" y="269443"/>
                  </a:lnTo>
                  <a:lnTo>
                    <a:pt x="559917" y="263829"/>
                  </a:lnTo>
                  <a:lnTo>
                    <a:pt x="549732" y="261772"/>
                  </a:lnTo>
                  <a:lnTo>
                    <a:pt x="539534" y="263829"/>
                  </a:lnTo>
                  <a:lnTo>
                    <a:pt x="531215" y="269443"/>
                  </a:lnTo>
                  <a:lnTo>
                    <a:pt x="525602" y="277761"/>
                  </a:lnTo>
                  <a:lnTo>
                    <a:pt x="523544" y="287947"/>
                  </a:lnTo>
                  <a:lnTo>
                    <a:pt x="525602" y="298145"/>
                  </a:lnTo>
                  <a:lnTo>
                    <a:pt x="531215" y="306463"/>
                  </a:lnTo>
                  <a:lnTo>
                    <a:pt x="539534" y="312077"/>
                  </a:lnTo>
                  <a:lnTo>
                    <a:pt x="549732" y="314121"/>
                  </a:lnTo>
                  <a:lnTo>
                    <a:pt x="559917" y="312077"/>
                  </a:lnTo>
                  <a:lnTo>
                    <a:pt x="568236" y="306463"/>
                  </a:lnTo>
                  <a:lnTo>
                    <a:pt x="573849" y="298145"/>
                  </a:lnTo>
                  <a:lnTo>
                    <a:pt x="575906" y="287947"/>
                  </a:lnTo>
                  <a:close/>
                </a:path>
                <a:path w="1885314" h="1885315">
                  <a:moveTo>
                    <a:pt x="575906" y="26174"/>
                  </a:moveTo>
                  <a:lnTo>
                    <a:pt x="573849" y="15989"/>
                  </a:lnTo>
                  <a:lnTo>
                    <a:pt x="568236" y="7670"/>
                  </a:lnTo>
                  <a:lnTo>
                    <a:pt x="559917" y="2057"/>
                  </a:lnTo>
                  <a:lnTo>
                    <a:pt x="549732" y="0"/>
                  </a:lnTo>
                  <a:lnTo>
                    <a:pt x="539534" y="2057"/>
                  </a:lnTo>
                  <a:lnTo>
                    <a:pt x="531215" y="7670"/>
                  </a:lnTo>
                  <a:lnTo>
                    <a:pt x="525602" y="15989"/>
                  </a:lnTo>
                  <a:lnTo>
                    <a:pt x="523544" y="26174"/>
                  </a:lnTo>
                  <a:lnTo>
                    <a:pt x="525602" y="36372"/>
                  </a:lnTo>
                  <a:lnTo>
                    <a:pt x="531215" y="44691"/>
                  </a:lnTo>
                  <a:lnTo>
                    <a:pt x="539534" y="50304"/>
                  </a:lnTo>
                  <a:lnTo>
                    <a:pt x="549732" y="52349"/>
                  </a:lnTo>
                  <a:lnTo>
                    <a:pt x="559917" y="50304"/>
                  </a:lnTo>
                  <a:lnTo>
                    <a:pt x="568236" y="44691"/>
                  </a:lnTo>
                  <a:lnTo>
                    <a:pt x="573849" y="36372"/>
                  </a:lnTo>
                  <a:lnTo>
                    <a:pt x="575906" y="26174"/>
                  </a:lnTo>
                  <a:close/>
                </a:path>
                <a:path w="1885314" h="1885315">
                  <a:moveTo>
                    <a:pt x="837679" y="1858581"/>
                  </a:moveTo>
                  <a:lnTo>
                    <a:pt x="835621" y="1848396"/>
                  </a:lnTo>
                  <a:lnTo>
                    <a:pt x="830008" y="1840077"/>
                  </a:lnTo>
                  <a:lnTo>
                    <a:pt x="821690" y="1834464"/>
                  </a:lnTo>
                  <a:lnTo>
                    <a:pt x="811504" y="1832406"/>
                  </a:lnTo>
                  <a:lnTo>
                    <a:pt x="801306" y="1834464"/>
                  </a:lnTo>
                  <a:lnTo>
                    <a:pt x="792988" y="1840077"/>
                  </a:lnTo>
                  <a:lnTo>
                    <a:pt x="787374" y="1848396"/>
                  </a:lnTo>
                  <a:lnTo>
                    <a:pt x="785317" y="1858581"/>
                  </a:lnTo>
                  <a:lnTo>
                    <a:pt x="787374" y="1868779"/>
                  </a:lnTo>
                  <a:lnTo>
                    <a:pt x="792988" y="1877098"/>
                  </a:lnTo>
                  <a:lnTo>
                    <a:pt x="801306" y="1882698"/>
                  </a:lnTo>
                  <a:lnTo>
                    <a:pt x="811504" y="1884756"/>
                  </a:lnTo>
                  <a:lnTo>
                    <a:pt x="821690" y="1882698"/>
                  </a:lnTo>
                  <a:lnTo>
                    <a:pt x="830008" y="1877098"/>
                  </a:lnTo>
                  <a:lnTo>
                    <a:pt x="835621" y="1868779"/>
                  </a:lnTo>
                  <a:lnTo>
                    <a:pt x="837679" y="1858581"/>
                  </a:lnTo>
                  <a:close/>
                </a:path>
                <a:path w="1885314" h="1885315">
                  <a:moveTo>
                    <a:pt x="837679" y="1596809"/>
                  </a:moveTo>
                  <a:lnTo>
                    <a:pt x="835621" y="1586623"/>
                  </a:lnTo>
                  <a:lnTo>
                    <a:pt x="830008" y="1578305"/>
                  </a:lnTo>
                  <a:lnTo>
                    <a:pt x="821690" y="1572691"/>
                  </a:lnTo>
                  <a:lnTo>
                    <a:pt x="811504" y="1570634"/>
                  </a:lnTo>
                  <a:lnTo>
                    <a:pt x="801306" y="1572691"/>
                  </a:lnTo>
                  <a:lnTo>
                    <a:pt x="792988" y="1578305"/>
                  </a:lnTo>
                  <a:lnTo>
                    <a:pt x="787374" y="1586623"/>
                  </a:lnTo>
                  <a:lnTo>
                    <a:pt x="785317" y="1596809"/>
                  </a:lnTo>
                  <a:lnTo>
                    <a:pt x="787374" y="1607007"/>
                  </a:lnTo>
                  <a:lnTo>
                    <a:pt x="792988" y="1615325"/>
                  </a:lnTo>
                  <a:lnTo>
                    <a:pt x="801306" y="1620926"/>
                  </a:lnTo>
                  <a:lnTo>
                    <a:pt x="811504" y="1622983"/>
                  </a:lnTo>
                  <a:lnTo>
                    <a:pt x="821690" y="1620926"/>
                  </a:lnTo>
                  <a:lnTo>
                    <a:pt x="830008" y="1615325"/>
                  </a:lnTo>
                  <a:lnTo>
                    <a:pt x="835621" y="1607007"/>
                  </a:lnTo>
                  <a:lnTo>
                    <a:pt x="837679" y="1596809"/>
                  </a:lnTo>
                  <a:close/>
                </a:path>
                <a:path w="1885314" h="1885315">
                  <a:moveTo>
                    <a:pt x="837679" y="1335036"/>
                  </a:moveTo>
                  <a:lnTo>
                    <a:pt x="835621" y="1324851"/>
                  </a:lnTo>
                  <a:lnTo>
                    <a:pt x="830008" y="1316532"/>
                  </a:lnTo>
                  <a:lnTo>
                    <a:pt x="821690" y="1310919"/>
                  </a:lnTo>
                  <a:lnTo>
                    <a:pt x="811504" y="1308862"/>
                  </a:lnTo>
                  <a:lnTo>
                    <a:pt x="801306" y="1310919"/>
                  </a:lnTo>
                  <a:lnTo>
                    <a:pt x="792988" y="1316532"/>
                  </a:lnTo>
                  <a:lnTo>
                    <a:pt x="787374" y="1324851"/>
                  </a:lnTo>
                  <a:lnTo>
                    <a:pt x="785317" y="1335036"/>
                  </a:lnTo>
                  <a:lnTo>
                    <a:pt x="787374" y="1345234"/>
                  </a:lnTo>
                  <a:lnTo>
                    <a:pt x="792988" y="1353553"/>
                  </a:lnTo>
                  <a:lnTo>
                    <a:pt x="801306" y="1359154"/>
                  </a:lnTo>
                  <a:lnTo>
                    <a:pt x="811504" y="1361211"/>
                  </a:lnTo>
                  <a:lnTo>
                    <a:pt x="821690" y="1359154"/>
                  </a:lnTo>
                  <a:lnTo>
                    <a:pt x="830008" y="1353553"/>
                  </a:lnTo>
                  <a:lnTo>
                    <a:pt x="835621" y="1345234"/>
                  </a:lnTo>
                  <a:lnTo>
                    <a:pt x="837679" y="1335036"/>
                  </a:lnTo>
                  <a:close/>
                </a:path>
                <a:path w="1885314" h="1885315">
                  <a:moveTo>
                    <a:pt x="837679" y="1073264"/>
                  </a:moveTo>
                  <a:lnTo>
                    <a:pt x="835621" y="1063078"/>
                  </a:lnTo>
                  <a:lnTo>
                    <a:pt x="830008" y="1054760"/>
                  </a:lnTo>
                  <a:lnTo>
                    <a:pt x="821690" y="1049147"/>
                  </a:lnTo>
                  <a:lnTo>
                    <a:pt x="811504" y="1047089"/>
                  </a:lnTo>
                  <a:lnTo>
                    <a:pt x="801306" y="1049147"/>
                  </a:lnTo>
                  <a:lnTo>
                    <a:pt x="792988" y="1054760"/>
                  </a:lnTo>
                  <a:lnTo>
                    <a:pt x="787374" y="1063078"/>
                  </a:lnTo>
                  <a:lnTo>
                    <a:pt x="785317" y="1073264"/>
                  </a:lnTo>
                  <a:lnTo>
                    <a:pt x="787374" y="1083462"/>
                  </a:lnTo>
                  <a:lnTo>
                    <a:pt x="792988" y="1091780"/>
                  </a:lnTo>
                  <a:lnTo>
                    <a:pt x="801306" y="1097381"/>
                  </a:lnTo>
                  <a:lnTo>
                    <a:pt x="811504" y="1099439"/>
                  </a:lnTo>
                  <a:lnTo>
                    <a:pt x="821690" y="1097381"/>
                  </a:lnTo>
                  <a:lnTo>
                    <a:pt x="830008" y="1091780"/>
                  </a:lnTo>
                  <a:lnTo>
                    <a:pt x="835621" y="1083462"/>
                  </a:lnTo>
                  <a:lnTo>
                    <a:pt x="837679" y="1073264"/>
                  </a:lnTo>
                  <a:close/>
                </a:path>
                <a:path w="1885314" h="1885315">
                  <a:moveTo>
                    <a:pt x="837679" y="811491"/>
                  </a:moveTo>
                  <a:lnTo>
                    <a:pt x="835621" y="801306"/>
                  </a:lnTo>
                  <a:lnTo>
                    <a:pt x="830008" y="792988"/>
                  </a:lnTo>
                  <a:lnTo>
                    <a:pt x="821690" y="787374"/>
                  </a:lnTo>
                  <a:lnTo>
                    <a:pt x="811504" y="785317"/>
                  </a:lnTo>
                  <a:lnTo>
                    <a:pt x="801306" y="787374"/>
                  </a:lnTo>
                  <a:lnTo>
                    <a:pt x="792988" y="792988"/>
                  </a:lnTo>
                  <a:lnTo>
                    <a:pt x="787374" y="801306"/>
                  </a:lnTo>
                  <a:lnTo>
                    <a:pt x="785317" y="811491"/>
                  </a:lnTo>
                  <a:lnTo>
                    <a:pt x="787374" y="821690"/>
                  </a:lnTo>
                  <a:lnTo>
                    <a:pt x="792988" y="830008"/>
                  </a:lnTo>
                  <a:lnTo>
                    <a:pt x="801306" y="835609"/>
                  </a:lnTo>
                  <a:lnTo>
                    <a:pt x="811504" y="837666"/>
                  </a:lnTo>
                  <a:lnTo>
                    <a:pt x="821690" y="835609"/>
                  </a:lnTo>
                  <a:lnTo>
                    <a:pt x="830008" y="830008"/>
                  </a:lnTo>
                  <a:lnTo>
                    <a:pt x="835621" y="821690"/>
                  </a:lnTo>
                  <a:lnTo>
                    <a:pt x="837679" y="811491"/>
                  </a:lnTo>
                  <a:close/>
                </a:path>
                <a:path w="1885314" h="1885315">
                  <a:moveTo>
                    <a:pt x="837679" y="549719"/>
                  </a:moveTo>
                  <a:lnTo>
                    <a:pt x="835621" y="539534"/>
                  </a:lnTo>
                  <a:lnTo>
                    <a:pt x="830008" y="531215"/>
                  </a:lnTo>
                  <a:lnTo>
                    <a:pt x="821690" y="525602"/>
                  </a:lnTo>
                  <a:lnTo>
                    <a:pt x="811504" y="523544"/>
                  </a:lnTo>
                  <a:lnTo>
                    <a:pt x="801306" y="525602"/>
                  </a:lnTo>
                  <a:lnTo>
                    <a:pt x="792988" y="531215"/>
                  </a:lnTo>
                  <a:lnTo>
                    <a:pt x="787374" y="539534"/>
                  </a:lnTo>
                  <a:lnTo>
                    <a:pt x="785317" y="549719"/>
                  </a:lnTo>
                  <a:lnTo>
                    <a:pt x="787374" y="559917"/>
                  </a:lnTo>
                  <a:lnTo>
                    <a:pt x="792988" y="568236"/>
                  </a:lnTo>
                  <a:lnTo>
                    <a:pt x="801306" y="573836"/>
                  </a:lnTo>
                  <a:lnTo>
                    <a:pt x="811504" y="575894"/>
                  </a:lnTo>
                  <a:lnTo>
                    <a:pt x="821690" y="573836"/>
                  </a:lnTo>
                  <a:lnTo>
                    <a:pt x="830008" y="568236"/>
                  </a:lnTo>
                  <a:lnTo>
                    <a:pt x="835621" y="559917"/>
                  </a:lnTo>
                  <a:lnTo>
                    <a:pt x="837679" y="549719"/>
                  </a:lnTo>
                  <a:close/>
                </a:path>
                <a:path w="1885314" h="1885315">
                  <a:moveTo>
                    <a:pt x="837679" y="287947"/>
                  </a:moveTo>
                  <a:lnTo>
                    <a:pt x="835621" y="277761"/>
                  </a:lnTo>
                  <a:lnTo>
                    <a:pt x="830008" y="269443"/>
                  </a:lnTo>
                  <a:lnTo>
                    <a:pt x="821690" y="263829"/>
                  </a:lnTo>
                  <a:lnTo>
                    <a:pt x="811504" y="261772"/>
                  </a:lnTo>
                  <a:lnTo>
                    <a:pt x="801306" y="263829"/>
                  </a:lnTo>
                  <a:lnTo>
                    <a:pt x="792988" y="269443"/>
                  </a:lnTo>
                  <a:lnTo>
                    <a:pt x="787374" y="277761"/>
                  </a:lnTo>
                  <a:lnTo>
                    <a:pt x="785317" y="287947"/>
                  </a:lnTo>
                  <a:lnTo>
                    <a:pt x="787374" y="298145"/>
                  </a:lnTo>
                  <a:lnTo>
                    <a:pt x="792988" y="306463"/>
                  </a:lnTo>
                  <a:lnTo>
                    <a:pt x="801306" y="312077"/>
                  </a:lnTo>
                  <a:lnTo>
                    <a:pt x="811504" y="314121"/>
                  </a:lnTo>
                  <a:lnTo>
                    <a:pt x="821690" y="312077"/>
                  </a:lnTo>
                  <a:lnTo>
                    <a:pt x="830008" y="306463"/>
                  </a:lnTo>
                  <a:lnTo>
                    <a:pt x="835621" y="298145"/>
                  </a:lnTo>
                  <a:lnTo>
                    <a:pt x="837679" y="287947"/>
                  </a:lnTo>
                  <a:close/>
                </a:path>
                <a:path w="1885314" h="1885315">
                  <a:moveTo>
                    <a:pt x="837679" y="26174"/>
                  </a:moveTo>
                  <a:lnTo>
                    <a:pt x="835621" y="15989"/>
                  </a:lnTo>
                  <a:lnTo>
                    <a:pt x="830008" y="7670"/>
                  </a:lnTo>
                  <a:lnTo>
                    <a:pt x="821690" y="2057"/>
                  </a:lnTo>
                  <a:lnTo>
                    <a:pt x="811504" y="0"/>
                  </a:lnTo>
                  <a:lnTo>
                    <a:pt x="801306" y="2057"/>
                  </a:lnTo>
                  <a:lnTo>
                    <a:pt x="792988" y="7670"/>
                  </a:lnTo>
                  <a:lnTo>
                    <a:pt x="787374" y="15989"/>
                  </a:lnTo>
                  <a:lnTo>
                    <a:pt x="785317" y="26174"/>
                  </a:lnTo>
                  <a:lnTo>
                    <a:pt x="787374" y="36372"/>
                  </a:lnTo>
                  <a:lnTo>
                    <a:pt x="792988" y="44691"/>
                  </a:lnTo>
                  <a:lnTo>
                    <a:pt x="801306" y="50304"/>
                  </a:lnTo>
                  <a:lnTo>
                    <a:pt x="811504" y="52349"/>
                  </a:lnTo>
                  <a:lnTo>
                    <a:pt x="821690" y="50304"/>
                  </a:lnTo>
                  <a:lnTo>
                    <a:pt x="830008" y="44691"/>
                  </a:lnTo>
                  <a:lnTo>
                    <a:pt x="835621" y="36372"/>
                  </a:lnTo>
                  <a:lnTo>
                    <a:pt x="837679" y="26174"/>
                  </a:lnTo>
                  <a:close/>
                </a:path>
                <a:path w="1885314" h="1885315">
                  <a:moveTo>
                    <a:pt x="1099451" y="1858581"/>
                  </a:moveTo>
                  <a:lnTo>
                    <a:pt x="1097394" y="1848396"/>
                  </a:lnTo>
                  <a:lnTo>
                    <a:pt x="1091780" y="1840077"/>
                  </a:lnTo>
                  <a:lnTo>
                    <a:pt x="1083462" y="1834464"/>
                  </a:lnTo>
                  <a:lnTo>
                    <a:pt x="1073277" y="1832406"/>
                  </a:lnTo>
                  <a:lnTo>
                    <a:pt x="1063078" y="1834464"/>
                  </a:lnTo>
                  <a:lnTo>
                    <a:pt x="1054760" y="1840077"/>
                  </a:lnTo>
                  <a:lnTo>
                    <a:pt x="1049147" y="1848396"/>
                  </a:lnTo>
                  <a:lnTo>
                    <a:pt x="1047089" y="1858581"/>
                  </a:lnTo>
                  <a:lnTo>
                    <a:pt x="1049147" y="1868779"/>
                  </a:lnTo>
                  <a:lnTo>
                    <a:pt x="1054760" y="1877098"/>
                  </a:lnTo>
                  <a:lnTo>
                    <a:pt x="1063078" y="1882698"/>
                  </a:lnTo>
                  <a:lnTo>
                    <a:pt x="1073277" y="1884756"/>
                  </a:lnTo>
                  <a:lnTo>
                    <a:pt x="1083462" y="1882698"/>
                  </a:lnTo>
                  <a:lnTo>
                    <a:pt x="1091780" y="1877098"/>
                  </a:lnTo>
                  <a:lnTo>
                    <a:pt x="1097394" y="1868779"/>
                  </a:lnTo>
                  <a:lnTo>
                    <a:pt x="1099451" y="1858581"/>
                  </a:lnTo>
                  <a:close/>
                </a:path>
                <a:path w="1885314" h="1885315">
                  <a:moveTo>
                    <a:pt x="1099451" y="1596809"/>
                  </a:moveTo>
                  <a:lnTo>
                    <a:pt x="1097394" y="1586623"/>
                  </a:lnTo>
                  <a:lnTo>
                    <a:pt x="1091780" y="1578305"/>
                  </a:lnTo>
                  <a:lnTo>
                    <a:pt x="1083462" y="1572691"/>
                  </a:lnTo>
                  <a:lnTo>
                    <a:pt x="1073277" y="1570634"/>
                  </a:lnTo>
                  <a:lnTo>
                    <a:pt x="1063078" y="1572691"/>
                  </a:lnTo>
                  <a:lnTo>
                    <a:pt x="1054760" y="1578305"/>
                  </a:lnTo>
                  <a:lnTo>
                    <a:pt x="1049147" y="1586623"/>
                  </a:lnTo>
                  <a:lnTo>
                    <a:pt x="1047089" y="1596809"/>
                  </a:lnTo>
                  <a:lnTo>
                    <a:pt x="1049147" y="1607007"/>
                  </a:lnTo>
                  <a:lnTo>
                    <a:pt x="1054760" y="1615325"/>
                  </a:lnTo>
                  <a:lnTo>
                    <a:pt x="1063078" y="1620926"/>
                  </a:lnTo>
                  <a:lnTo>
                    <a:pt x="1073277" y="1622983"/>
                  </a:lnTo>
                  <a:lnTo>
                    <a:pt x="1083462" y="1620926"/>
                  </a:lnTo>
                  <a:lnTo>
                    <a:pt x="1091780" y="1615325"/>
                  </a:lnTo>
                  <a:lnTo>
                    <a:pt x="1097394" y="1607007"/>
                  </a:lnTo>
                  <a:lnTo>
                    <a:pt x="1099451" y="1596809"/>
                  </a:lnTo>
                  <a:close/>
                </a:path>
                <a:path w="1885314" h="1885315">
                  <a:moveTo>
                    <a:pt x="1099451" y="1335036"/>
                  </a:moveTo>
                  <a:lnTo>
                    <a:pt x="1097394" y="1324851"/>
                  </a:lnTo>
                  <a:lnTo>
                    <a:pt x="1091780" y="1316532"/>
                  </a:lnTo>
                  <a:lnTo>
                    <a:pt x="1083462" y="1310919"/>
                  </a:lnTo>
                  <a:lnTo>
                    <a:pt x="1073277" y="1308862"/>
                  </a:lnTo>
                  <a:lnTo>
                    <a:pt x="1063078" y="1310919"/>
                  </a:lnTo>
                  <a:lnTo>
                    <a:pt x="1054760" y="1316532"/>
                  </a:lnTo>
                  <a:lnTo>
                    <a:pt x="1049147" y="1324851"/>
                  </a:lnTo>
                  <a:lnTo>
                    <a:pt x="1047089" y="1335036"/>
                  </a:lnTo>
                  <a:lnTo>
                    <a:pt x="1049147" y="1345234"/>
                  </a:lnTo>
                  <a:lnTo>
                    <a:pt x="1054760" y="1353553"/>
                  </a:lnTo>
                  <a:lnTo>
                    <a:pt x="1063078" y="1359154"/>
                  </a:lnTo>
                  <a:lnTo>
                    <a:pt x="1073277" y="1361211"/>
                  </a:lnTo>
                  <a:lnTo>
                    <a:pt x="1083462" y="1359154"/>
                  </a:lnTo>
                  <a:lnTo>
                    <a:pt x="1091780" y="1353553"/>
                  </a:lnTo>
                  <a:lnTo>
                    <a:pt x="1097394" y="1345234"/>
                  </a:lnTo>
                  <a:lnTo>
                    <a:pt x="1099451" y="1335036"/>
                  </a:lnTo>
                  <a:close/>
                </a:path>
                <a:path w="1885314" h="1885315">
                  <a:moveTo>
                    <a:pt x="1099451" y="1073264"/>
                  </a:moveTo>
                  <a:lnTo>
                    <a:pt x="1097394" y="1063078"/>
                  </a:lnTo>
                  <a:lnTo>
                    <a:pt x="1091780" y="1054760"/>
                  </a:lnTo>
                  <a:lnTo>
                    <a:pt x="1083462" y="1049147"/>
                  </a:lnTo>
                  <a:lnTo>
                    <a:pt x="1073277" y="1047089"/>
                  </a:lnTo>
                  <a:lnTo>
                    <a:pt x="1063078" y="1049147"/>
                  </a:lnTo>
                  <a:lnTo>
                    <a:pt x="1054760" y="1054760"/>
                  </a:lnTo>
                  <a:lnTo>
                    <a:pt x="1049147" y="1063078"/>
                  </a:lnTo>
                  <a:lnTo>
                    <a:pt x="1047089" y="1073264"/>
                  </a:lnTo>
                  <a:lnTo>
                    <a:pt x="1049147" y="1083462"/>
                  </a:lnTo>
                  <a:lnTo>
                    <a:pt x="1054760" y="1091780"/>
                  </a:lnTo>
                  <a:lnTo>
                    <a:pt x="1063078" y="1097381"/>
                  </a:lnTo>
                  <a:lnTo>
                    <a:pt x="1073277" y="1099439"/>
                  </a:lnTo>
                  <a:lnTo>
                    <a:pt x="1083462" y="1097381"/>
                  </a:lnTo>
                  <a:lnTo>
                    <a:pt x="1091780" y="1091780"/>
                  </a:lnTo>
                  <a:lnTo>
                    <a:pt x="1097394" y="1083462"/>
                  </a:lnTo>
                  <a:lnTo>
                    <a:pt x="1099451" y="1073264"/>
                  </a:lnTo>
                  <a:close/>
                </a:path>
                <a:path w="1885314" h="1885315">
                  <a:moveTo>
                    <a:pt x="1099451" y="811491"/>
                  </a:moveTo>
                  <a:lnTo>
                    <a:pt x="1097394" y="801306"/>
                  </a:lnTo>
                  <a:lnTo>
                    <a:pt x="1091780" y="792988"/>
                  </a:lnTo>
                  <a:lnTo>
                    <a:pt x="1083462" y="787374"/>
                  </a:lnTo>
                  <a:lnTo>
                    <a:pt x="1073277" y="785317"/>
                  </a:lnTo>
                  <a:lnTo>
                    <a:pt x="1063078" y="787374"/>
                  </a:lnTo>
                  <a:lnTo>
                    <a:pt x="1054760" y="792988"/>
                  </a:lnTo>
                  <a:lnTo>
                    <a:pt x="1049147" y="801306"/>
                  </a:lnTo>
                  <a:lnTo>
                    <a:pt x="1047089" y="811491"/>
                  </a:lnTo>
                  <a:lnTo>
                    <a:pt x="1049147" y="821690"/>
                  </a:lnTo>
                  <a:lnTo>
                    <a:pt x="1054760" y="830008"/>
                  </a:lnTo>
                  <a:lnTo>
                    <a:pt x="1063078" y="835609"/>
                  </a:lnTo>
                  <a:lnTo>
                    <a:pt x="1073277" y="837666"/>
                  </a:lnTo>
                  <a:lnTo>
                    <a:pt x="1083462" y="835609"/>
                  </a:lnTo>
                  <a:lnTo>
                    <a:pt x="1091780" y="830008"/>
                  </a:lnTo>
                  <a:lnTo>
                    <a:pt x="1097394" y="821690"/>
                  </a:lnTo>
                  <a:lnTo>
                    <a:pt x="1099451" y="811491"/>
                  </a:lnTo>
                  <a:close/>
                </a:path>
                <a:path w="1885314" h="1885315">
                  <a:moveTo>
                    <a:pt x="1099451" y="549719"/>
                  </a:moveTo>
                  <a:lnTo>
                    <a:pt x="1097394" y="539534"/>
                  </a:lnTo>
                  <a:lnTo>
                    <a:pt x="1091780" y="531215"/>
                  </a:lnTo>
                  <a:lnTo>
                    <a:pt x="1083462" y="525602"/>
                  </a:lnTo>
                  <a:lnTo>
                    <a:pt x="1073277" y="523544"/>
                  </a:lnTo>
                  <a:lnTo>
                    <a:pt x="1063078" y="525602"/>
                  </a:lnTo>
                  <a:lnTo>
                    <a:pt x="1054760" y="531215"/>
                  </a:lnTo>
                  <a:lnTo>
                    <a:pt x="1049147" y="539534"/>
                  </a:lnTo>
                  <a:lnTo>
                    <a:pt x="1047089" y="549719"/>
                  </a:lnTo>
                  <a:lnTo>
                    <a:pt x="1049147" y="559917"/>
                  </a:lnTo>
                  <a:lnTo>
                    <a:pt x="1054760" y="568236"/>
                  </a:lnTo>
                  <a:lnTo>
                    <a:pt x="1063078" y="573836"/>
                  </a:lnTo>
                  <a:lnTo>
                    <a:pt x="1073277" y="575894"/>
                  </a:lnTo>
                  <a:lnTo>
                    <a:pt x="1083462" y="573836"/>
                  </a:lnTo>
                  <a:lnTo>
                    <a:pt x="1091780" y="568236"/>
                  </a:lnTo>
                  <a:lnTo>
                    <a:pt x="1097394" y="559917"/>
                  </a:lnTo>
                  <a:lnTo>
                    <a:pt x="1099451" y="549719"/>
                  </a:lnTo>
                  <a:close/>
                </a:path>
                <a:path w="1885314" h="1885315">
                  <a:moveTo>
                    <a:pt x="1099451" y="287947"/>
                  </a:moveTo>
                  <a:lnTo>
                    <a:pt x="1097394" y="277761"/>
                  </a:lnTo>
                  <a:lnTo>
                    <a:pt x="1091780" y="269443"/>
                  </a:lnTo>
                  <a:lnTo>
                    <a:pt x="1083462" y="263829"/>
                  </a:lnTo>
                  <a:lnTo>
                    <a:pt x="1073277" y="261772"/>
                  </a:lnTo>
                  <a:lnTo>
                    <a:pt x="1063078" y="263829"/>
                  </a:lnTo>
                  <a:lnTo>
                    <a:pt x="1054760" y="269443"/>
                  </a:lnTo>
                  <a:lnTo>
                    <a:pt x="1049147" y="277761"/>
                  </a:lnTo>
                  <a:lnTo>
                    <a:pt x="1047089" y="287947"/>
                  </a:lnTo>
                  <a:lnTo>
                    <a:pt x="1049147" y="298145"/>
                  </a:lnTo>
                  <a:lnTo>
                    <a:pt x="1054760" y="306463"/>
                  </a:lnTo>
                  <a:lnTo>
                    <a:pt x="1063078" y="312077"/>
                  </a:lnTo>
                  <a:lnTo>
                    <a:pt x="1073277" y="314121"/>
                  </a:lnTo>
                  <a:lnTo>
                    <a:pt x="1083462" y="312077"/>
                  </a:lnTo>
                  <a:lnTo>
                    <a:pt x="1091780" y="306463"/>
                  </a:lnTo>
                  <a:lnTo>
                    <a:pt x="1097394" y="298145"/>
                  </a:lnTo>
                  <a:lnTo>
                    <a:pt x="1099451" y="287947"/>
                  </a:lnTo>
                  <a:close/>
                </a:path>
                <a:path w="1885314" h="1885315">
                  <a:moveTo>
                    <a:pt x="1099451" y="26174"/>
                  </a:moveTo>
                  <a:lnTo>
                    <a:pt x="1097394" y="15989"/>
                  </a:lnTo>
                  <a:lnTo>
                    <a:pt x="1091780" y="7670"/>
                  </a:lnTo>
                  <a:lnTo>
                    <a:pt x="1083462" y="2057"/>
                  </a:lnTo>
                  <a:lnTo>
                    <a:pt x="1073277" y="0"/>
                  </a:lnTo>
                  <a:lnTo>
                    <a:pt x="1063078" y="2057"/>
                  </a:lnTo>
                  <a:lnTo>
                    <a:pt x="1054760" y="7670"/>
                  </a:lnTo>
                  <a:lnTo>
                    <a:pt x="1049147" y="15989"/>
                  </a:lnTo>
                  <a:lnTo>
                    <a:pt x="1047089" y="26174"/>
                  </a:lnTo>
                  <a:lnTo>
                    <a:pt x="1049147" y="36372"/>
                  </a:lnTo>
                  <a:lnTo>
                    <a:pt x="1054760" y="44691"/>
                  </a:lnTo>
                  <a:lnTo>
                    <a:pt x="1063078" y="50304"/>
                  </a:lnTo>
                  <a:lnTo>
                    <a:pt x="1073277" y="52349"/>
                  </a:lnTo>
                  <a:lnTo>
                    <a:pt x="1083462" y="50304"/>
                  </a:lnTo>
                  <a:lnTo>
                    <a:pt x="1091780" y="44691"/>
                  </a:lnTo>
                  <a:lnTo>
                    <a:pt x="1097394" y="36372"/>
                  </a:lnTo>
                  <a:lnTo>
                    <a:pt x="1099451" y="26174"/>
                  </a:lnTo>
                  <a:close/>
                </a:path>
                <a:path w="1885314" h="1885315">
                  <a:moveTo>
                    <a:pt x="1361224" y="1858581"/>
                  </a:moveTo>
                  <a:lnTo>
                    <a:pt x="1359166" y="1848396"/>
                  </a:lnTo>
                  <a:lnTo>
                    <a:pt x="1353553" y="1840077"/>
                  </a:lnTo>
                  <a:lnTo>
                    <a:pt x="1345234" y="1834464"/>
                  </a:lnTo>
                  <a:lnTo>
                    <a:pt x="1335049" y="1832406"/>
                  </a:lnTo>
                  <a:lnTo>
                    <a:pt x="1324851" y="1834464"/>
                  </a:lnTo>
                  <a:lnTo>
                    <a:pt x="1316532" y="1840077"/>
                  </a:lnTo>
                  <a:lnTo>
                    <a:pt x="1310919" y="1848396"/>
                  </a:lnTo>
                  <a:lnTo>
                    <a:pt x="1308862" y="1858581"/>
                  </a:lnTo>
                  <a:lnTo>
                    <a:pt x="1310919" y="1868779"/>
                  </a:lnTo>
                  <a:lnTo>
                    <a:pt x="1316532" y="1877098"/>
                  </a:lnTo>
                  <a:lnTo>
                    <a:pt x="1324851" y="1882698"/>
                  </a:lnTo>
                  <a:lnTo>
                    <a:pt x="1335049" y="1884756"/>
                  </a:lnTo>
                  <a:lnTo>
                    <a:pt x="1345234" y="1882698"/>
                  </a:lnTo>
                  <a:lnTo>
                    <a:pt x="1353553" y="1877098"/>
                  </a:lnTo>
                  <a:lnTo>
                    <a:pt x="1359166" y="1868779"/>
                  </a:lnTo>
                  <a:lnTo>
                    <a:pt x="1361224" y="1858581"/>
                  </a:lnTo>
                  <a:close/>
                </a:path>
                <a:path w="1885314" h="1885315">
                  <a:moveTo>
                    <a:pt x="1361224" y="1596809"/>
                  </a:moveTo>
                  <a:lnTo>
                    <a:pt x="1359166" y="1586623"/>
                  </a:lnTo>
                  <a:lnTo>
                    <a:pt x="1353553" y="1578305"/>
                  </a:lnTo>
                  <a:lnTo>
                    <a:pt x="1345234" y="1572691"/>
                  </a:lnTo>
                  <a:lnTo>
                    <a:pt x="1335049" y="1570634"/>
                  </a:lnTo>
                  <a:lnTo>
                    <a:pt x="1324851" y="1572691"/>
                  </a:lnTo>
                  <a:lnTo>
                    <a:pt x="1316532" y="1578305"/>
                  </a:lnTo>
                  <a:lnTo>
                    <a:pt x="1310919" y="1586623"/>
                  </a:lnTo>
                  <a:lnTo>
                    <a:pt x="1308862" y="1596809"/>
                  </a:lnTo>
                  <a:lnTo>
                    <a:pt x="1310919" y="1607007"/>
                  </a:lnTo>
                  <a:lnTo>
                    <a:pt x="1316532" y="1615325"/>
                  </a:lnTo>
                  <a:lnTo>
                    <a:pt x="1324851" y="1620926"/>
                  </a:lnTo>
                  <a:lnTo>
                    <a:pt x="1335049" y="1622983"/>
                  </a:lnTo>
                  <a:lnTo>
                    <a:pt x="1345234" y="1620926"/>
                  </a:lnTo>
                  <a:lnTo>
                    <a:pt x="1353553" y="1615325"/>
                  </a:lnTo>
                  <a:lnTo>
                    <a:pt x="1359166" y="1607007"/>
                  </a:lnTo>
                  <a:lnTo>
                    <a:pt x="1361224" y="1596809"/>
                  </a:lnTo>
                  <a:close/>
                </a:path>
                <a:path w="1885314" h="1885315">
                  <a:moveTo>
                    <a:pt x="1361224" y="1335036"/>
                  </a:moveTo>
                  <a:lnTo>
                    <a:pt x="1359166" y="1324851"/>
                  </a:lnTo>
                  <a:lnTo>
                    <a:pt x="1353553" y="1316532"/>
                  </a:lnTo>
                  <a:lnTo>
                    <a:pt x="1345234" y="1310919"/>
                  </a:lnTo>
                  <a:lnTo>
                    <a:pt x="1335049" y="1308862"/>
                  </a:lnTo>
                  <a:lnTo>
                    <a:pt x="1324851" y="1310919"/>
                  </a:lnTo>
                  <a:lnTo>
                    <a:pt x="1316532" y="1316532"/>
                  </a:lnTo>
                  <a:lnTo>
                    <a:pt x="1310919" y="1324851"/>
                  </a:lnTo>
                  <a:lnTo>
                    <a:pt x="1308862" y="1335036"/>
                  </a:lnTo>
                  <a:lnTo>
                    <a:pt x="1310919" y="1345234"/>
                  </a:lnTo>
                  <a:lnTo>
                    <a:pt x="1316532" y="1353553"/>
                  </a:lnTo>
                  <a:lnTo>
                    <a:pt x="1324851" y="1359154"/>
                  </a:lnTo>
                  <a:lnTo>
                    <a:pt x="1335049" y="1361211"/>
                  </a:lnTo>
                  <a:lnTo>
                    <a:pt x="1345234" y="1359154"/>
                  </a:lnTo>
                  <a:lnTo>
                    <a:pt x="1353553" y="1353553"/>
                  </a:lnTo>
                  <a:lnTo>
                    <a:pt x="1359166" y="1345234"/>
                  </a:lnTo>
                  <a:lnTo>
                    <a:pt x="1361224" y="1335036"/>
                  </a:lnTo>
                  <a:close/>
                </a:path>
                <a:path w="1885314" h="1885315">
                  <a:moveTo>
                    <a:pt x="1361224" y="1073264"/>
                  </a:moveTo>
                  <a:lnTo>
                    <a:pt x="1359166" y="1063078"/>
                  </a:lnTo>
                  <a:lnTo>
                    <a:pt x="1353553" y="1054760"/>
                  </a:lnTo>
                  <a:lnTo>
                    <a:pt x="1345234" y="1049147"/>
                  </a:lnTo>
                  <a:lnTo>
                    <a:pt x="1335049" y="1047089"/>
                  </a:lnTo>
                  <a:lnTo>
                    <a:pt x="1324851" y="1049147"/>
                  </a:lnTo>
                  <a:lnTo>
                    <a:pt x="1316532" y="1054760"/>
                  </a:lnTo>
                  <a:lnTo>
                    <a:pt x="1310919" y="1063078"/>
                  </a:lnTo>
                  <a:lnTo>
                    <a:pt x="1308862" y="1073264"/>
                  </a:lnTo>
                  <a:lnTo>
                    <a:pt x="1310919" y="1083462"/>
                  </a:lnTo>
                  <a:lnTo>
                    <a:pt x="1316532" y="1091780"/>
                  </a:lnTo>
                  <a:lnTo>
                    <a:pt x="1324851" y="1097381"/>
                  </a:lnTo>
                  <a:lnTo>
                    <a:pt x="1335049" y="1099439"/>
                  </a:lnTo>
                  <a:lnTo>
                    <a:pt x="1345234" y="1097381"/>
                  </a:lnTo>
                  <a:lnTo>
                    <a:pt x="1353553" y="1091780"/>
                  </a:lnTo>
                  <a:lnTo>
                    <a:pt x="1359166" y="1083462"/>
                  </a:lnTo>
                  <a:lnTo>
                    <a:pt x="1361224" y="1073264"/>
                  </a:lnTo>
                  <a:close/>
                </a:path>
                <a:path w="1885314" h="1885315">
                  <a:moveTo>
                    <a:pt x="1361224" y="811491"/>
                  </a:moveTo>
                  <a:lnTo>
                    <a:pt x="1359166" y="801306"/>
                  </a:lnTo>
                  <a:lnTo>
                    <a:pt x="1353553" y="792988"/>
                  </a:lnTo>
                  <a:lnTo>
                    <a:pt x="1345234" y="787374"/>
                  </a:lnTo>
                  <a:lnTo>
                    <a:pt x="1335049" y="785317"/>
                  </a:lnTo>
                  <a:lnTo>
                    <a:pt x="1324851" y="787374"/>
                  </a:lnTo>
                  <a:lnTo>
                    <a:pt x="1316532" y="792988"/>
                  </a:lnTo>
                  <a:lnTo>
                    <a:pt x="1310919" y="801306"/>
                  </a:lnTo>
                  <a:lnTo>
                    <a:pt x="1308862" y="811491"/>
                  </a:lnTo>
                  <a:lnTo>
                    <a:pt x="1310919" y="821690"/>
                  </a:lnTo>
                  <a:lnTo>
                    <a:pt x="1316532" y="830008"/>
                  </a:lnTo>
                  <a:lnTo>
                    <a:pt x="1324851" y="835609"/>
                  </a:lnTo>
                  <a:lnTo>
                    <a:pt x="1335049" y="837666"/>
                  </a:lnTo>
                  <a:lnTo>
                    <a:pt x="1345234" y="835609"/>
                  </a:lnTo>
                  <a:lnTo>
                    <a:pt x="1353553" y="830008"/>
                  </a:lnTo>
                  <a:lnTo>
                    <a:pt x="1359166" y="821690"/>
                  </a:lnTo>
                  <a:lnTo>
                    <a:pt x="1361224" y="811491"/>
                  </a:lnTo>
                  <a:close/>
                </a:path>
                <a:path w="1885314" h="1885315">
                  <a:moveTo>
                    <a:pt x="1361224" y="549719"/>
                  </a:moveTo>
                  <a:lnTo>
                    <a:pt x="1359166" y="539534"/>
                  </a:lnTo>
                  <a:lnTo>
                    <a:pt x="1353553" y="531215"/>
                  </a:lnTo>
                  <a:lnTo>
                    <a:pt x="1345234" y="525602"/>
                  </a:lnTo>
                  <a:lnTo>
                    <a:pt x="1335049" y="523544"/>
                  </a:lnTo>
                  <a:lnTo>
                    <a:pt x="1324851" y="525602"/>
                  </a:lnTo>
                  <a:lnTo>
                    <a:pt x="1316532" y="531215"/>
                  </a:lnTo>
                  <a:lnTo>
                    <a:pt x="1310919" y="539534"/>
                  </a:lnTo>
                  <a:lnTo>
                    <a:pt x="1308862" y="549719"/>
                  </a:lnTo>
                  <a:lnTo>
                    <a:pt x="1310919" y="559917"/>
                  </a:lnTo>
                  <a:lnTo>
                    <a:pt x="1316532" y="568236"/>
                  </a:lnTo>
                  <a:lnTo>
                    <a:pt x="1324851" y="573836"/>
                  </a:lnTo>
                  <a:lnTo>
                    <a:pt x="1335049" y="575894"/>
                  </a:lnTo>
                  <a:lnTo>
                    <a:pt x="1345234" y="573836"/>
                  </a:lnTo>
                  <a:lnTo>
                    <a:pt x="1353553" y="568236"/>
                  </a:lnTo>
                  <a:lnTo>
                    <a:pt x="1359166" y="559917"/>
                  </a:lnTo>
                  <a:lnTo>
                    <a:pt x="1361224" y="549719"/>
                  </a:lnTo>
                  <a:close/>
                </a:path>
                <a:path w="1885314" h="1885315">
                  <a:moveTo>
                    <a:pt x="1361224" y="287947"/>
                  </a:moveTo>
                  <a:lnTo>
                    <a:pt x="1359166" y="277761"/>
                  </a:lnTo>
                  <a:lnTo>
                    <a:pt x="1353553" y="269443"/>
                  </a:lnTo>
                  <a:lnTo>
                    <a:pt x="1345234" y="263829"/>
                  </a:lnTo>
                  <a:lnTo>
                    <a:pt x="1335049" y="261772"/>
                  </a:lnTo>
                  <a:lnTo>
                    <a:pt x="1324851" y="263829"/>
                  </a:lnTo>
                  <a:lnTo>
                    <a:pt x="1316532" y="269443"/>
                  </a:lnTo>
                  <a:lnTo>
                    <a:pt x="1310919" y="277761"/>
                  </a:lnTo>
                  <a:lnTo>
                    <a:pt x="1308862" y="287947"/>
                  </a:lnTo>
                  <a:lnTo>
                    <a:pt x="1310919" y="298145"/>
                  </a:lnTo>
                  <a:lnTo>
                    <a:pt x="1316532" y="306463"/>
                  </a:lnTo>
                  <a:lnTo>
                    <a:pt x="1324851" y="312077"/>
                  </a:lnTo>
                  <a:lnTo>
                    <a:pt x="1335049" y="314121"/>
                  </a:lnTo>
                  <a:lnTo>
                    <a:pt x="1345234" y="312077"/>
                  </a:lnTo>
                  <a:lnTo>
                    <a:pt x="1353553" y="306463"/>
                  </a:lnTo>
                  <a:lnTo>
                    <a:pt x="1359166" y="298145"/>
                  </a:lnTo>
                  <a:lnTo>
                    <a:pt x="1361224" y="287947"/>
                  </a:lnTo>
                  <a:close/>
                </a:path>
                <a:path w="1885314" h="1885315">
                  <a:moveTo>
                    <a:pt x="1361224" y="26174"/>
                  </a:moveTo>
                  <a:lnTo>
                    <a:pt x="1359166" y="15989"/>
                  </a:lnTo>
                  <a:lnTo>
                    <a:pt x="1353553" y="7670"/>
                  </a:lnTo>
                  <a:lnTo>
                    <a:pt x="1345234" y="2057"/>
                  </a:lnTo>
                  <a:lnTo>
                    <a:pt x="1335049" y="0"/>
                  </a:lnTo>
                  <a:lnTo>
                    <a:pt x="1324851" y="2057"/>
                  </a:lnTo>
                  <a:lnTo>
                    <a:pt x="1316532" y="7670"/>
                  </a:lnTo>
                  <a:lnTo>
                    <a:pt x="1310919" y="15989"/>
                  </a:lnTo>
                  <a:lnTo>
                    <a:pt x="1308862" y="26174"/>
                  </a:lnTo>
                  <a:lnTo>
                    <a:pt x="1310919" y="36372"/>
                  </a:lnTo>
                  <a:lnTo>
                    <a:pt x="1316532" y="44691"/>
                  </a:lnTo>
                  <a:lnTo>
                    <a:pt x="1324851" y="50304"/>
                  </a:lnTo>
                  <a:lnTo>
                    <a:pt x="1335049" y="52349"/>
                  </a:lnTo>
                  <a:lnTo>
                    <a:pt x="1345234" y="50304"/>
                  </a:lnTo>
                  <a:lnTo>
                    <a:pt x="1353553" y="44691"/>
                  </a:lnTo>
                  <a:lnTo>
                    <a:pt x="1359166" y="36372"/>
                  </a:lnTo>
                  <a:lnTo>
                    <a:pt x="1361224" y="26174"/>
                  </a:lnTo>
                  <a:close/>
                </a:path>
                <a:path w="1885314" h="1885315">
                  <a:moveTo>
                    <a:pt x="1622996" y="1858581"/>
                  </a:moveTo>
                  <a:lnTo>
                    <a:pt x="1620939" y="1848396"/>
                  </a:lnTo>
                  <a:lnTo>
                    <a:pt x="1615325" y="1840077"/>
                  </a:lnTo>
                  <a:lnTo>
                    <a:pt x="1607007" y="1834464"/>
                  </a:lnTo>
                  <a:lnTo>
                    <a:pt x="1596821" y="1832406"/>
                  </a:lnTo>
                  <a:lnTo>
                    <a:pt x="1586623" y="1834464"/>
                  </a:lnTo>
                  <a:lnTo>
                    <a:pt x="1578305" y="1840077"/>
                  </a:lnTo>
                  <a:lnTo>
                    <a:pt x="1572691" y="1848396"/>
                  </a:lnTo>
                  <a:lnTo>
                    <a:pt x="1570634" y="1858581"/>
                  </a:lnTo>
                  <a:lnTo>
                    <a:pt x="1572691" y="1868779"/>
                  </a:lnTo>
                  <a:lnTo>
                    <a:pt x="1578305" y="1877098"/>
                  </a:lnTo>
                  <a:lnTo>
                    <a:pt x="1586623" y="1882698"/>
                  </a:lnTo>
                  <a:lnTo>
                    <a:pt x="1596821" y="1884756"/>
                  </a:lnTo>
                  <a:lnTo>
                    <a:pt x="1607007" y="1882698"/>
                  </a:lnTo>
                  <a:lnTo>
                    <a:pt x="1615325" y="1877098"/>
                  </a:lnTo>
                  <a:lnTo>
                    <a:pt x="1620939" y="1868779"/>
                  </a:lnTo>
                  <a:lnTo>
                    <a:pt x="1622996" y="1858581"/>
                  </a:lnTo>
                  <a:close/>
                </a:path>
                <a:path w="1885314" h="1885315">
                  <a:moveTo>
                    <a:pt x="1622996" y="1596809"/>
                  </a:moveTo>
                  <a:lnTo>
                    <a:pt x="1620939" y="1586623"/>
                  </a:lnTo>
                  <a:lnTo>
                    <a:pt x="1615325" y="1578305"/>
                  </a:lnTo>
                  <a:lnTo>
                    <a:pt x="1607007" y="1572691"/>
                  </a:lnTo>
                  <a:lnTo>
                    <a:pt x="1596821" y="1570634"/>
                  </a:lnTo>
                  <a:lnTo>
                    <a:pt x="1586623" y="1572691"/>
                  </a:lnTo>
                  <a:lnTo>
                    <a:pt x="1578305" y="1578305"/>
                  </a:lnTo>
                  <a:lnTo>
                    <a:pt x="1572691" y="1586623"/>
                  </a:lnTo>
                  <a:lnTo>
                    <a:pt x="1570634" y="1596809"/>
                  </a:lnTo>
                  <a:lnTo>
                    <a:pt x="1572691" y="1607007"/>
                  </a:lnTo>
                  <a:lnTo>
                    <a:pt x="1578305" y="1615325"/>
                  </a:lnTo>
                  <a:lnTo>
                    <a:pt x="1586623" y="1620926"/>
                  </a:lnTo>
                  <a:lnTo>
                    <a:pt x="1596821" y="1622983"/>
                  </a:lnTo>
                  <a:lnTo>
                    <a:pt x="1607007" y="1620926"/>
                  </a:lnTo>
                  <a:lnTo>
                    <a:pt x="1615325" y="1615325"/>
                  </a:lnTo>
                  <a:lnTo>
                    <a:pt x="1620939" y="1607007"/>
                  </a:lnTo>
                  <a:lnTo>
                    <a:pt x="1622996" y="1596809"/>
                  </a:lnTo>
                  <a:close/>
                </a:path>
                <a:path w="1885314" h="1885315">
                  <a:moveTo>
                    <a:pt x="1622996" y="1335036"/>
                  </a:moveTo>
                  <a:lnTo>
                    <a:pt x="1620939" y="1324851"/>
                  </a:lnTo>
                  <a:lnTo>
                    <a:pt x="1615325" y="1316532"/>
                  </a:lnTo>
                  <a:lnTo>
                    <a:pt x="1607007" y="1310919"/>
                  </a:lnTo>
                  <a:lnTo>
                    <a:pt x="1596821" y="1308862"/>
                  </a:lnTo>
                  <a:lnTo>
                    <a:pt x="1586623" y="1310919"/>
                  </a:lnTo>
                  <a:lnTo>
                    <a:pt x="1578305" y="1316532"/>
                  </a:lnTo>
                  <a:lnTo>
                    <a:pt x="1572691" y="1324851"/>
                  </a:lnTo>
                  <a:lnTo>
                    <a:pt x="1570634" y="1335036"/>
                  </a:lnTo>
                  <a:lnTo>
                    <a:pt x="1572691" y="1345234"/>
                  </a:lnTo>
                  <a:lnTo>
                    <a:pt x="1578305" y="1353553"/>
                  </a:lnTo>
                  <a:lnTo>
                    <a:pt x="1586623" y="1359154"/>
                  </a:lnTo>
                  <a:lnTo>
                    <a:pt x="1596821" y="1361211"/>
                  </a:lnTo>
                  <a:lnTo>
                    <a:pt x="1607007" y="1359154"/>
                  </a:lnTo>
                  <a:lnTo>
                    <a:pt x="1615325" y="1353553"/>
                  </a:lnTo>
                  <a:lnTo>
                    <a:pt x="1620939" y="1345234"/>
                  </a:lnTo>
                  <a:lnTo>
                    <a:pt x="1622996" y="1335036"/>
                  </a:lnTo>
                  <a:close/>
                </a:path>
                <a:path w="1885314" h="1885315">
                  <a:moveTo>
                    <a:pt x="1622996" y="1073264"/>
                  </a:moveTo>
                  <a:lnTo>
                    <a:pt x="1620939" y="1063078"/>
                  </a:lnTo>
                  <a:lnTo>
                    <a:pt x="1615325" y="1054760"/>
                  </a:lnTo>
                  <a:lnTo>
                    <a:pt x="1607007" y="1049147"/>
                  </a:lnTo>
                  <a:lnTo>
                    <a:pt x="1596821" y="1047089"/>
                  </a:lnTo>
                  <a:lnTo>
                    <a:pt x="1586623" y="1049147"/>
                  </a:lnTo>
                  <a:lnTo>
                    <a:pt x="1578305" y="1054760"/>
                  </a:lnTo>
                  <a:lnTo>
                    <a:pt x="1572691" y="1063078"/>
                  </a:lnTo>
                  <a:lnTo>
                    <a:pt x="1570634" y="1073264"/>
                  </a:lnTo>
                  <a:lnTo>
                    <a:pt x="1572691" y="1083462"/>
                  </a:lnTo>
                  <a:lnTo>
                    <a:pt x="1578305" y="1091780"/>
                  </a:lnTo>
                  <a:lnTo>
                    <a:pt x="1586623" y="1097381"/>
                  </a:lnTo>
                  <a:lnTo>
                    <a:pt x="1596821" y="1099439"/>
                  </a:lnTo>
                  <a:lnTo>
                    <a:pt x="1607007" y="1097381"/>
                  </a:lnTo>
                  <a:lnTo>
                    <a:pt x="1615325" y="1091780"/>
                  </a:lnTo>
                  <a:lnTo>
                    <a:pt x="1620939" y="1083462"/>
                  </a:lnTo>
                  <a:lnTo>
                    <a:pt x="1622996" y="1073264"/>
                  </a:lnTo>
                  <a:close/>
                </a:path>
                <a:path w="1885314" h="1885315">
                  <a:moveTo>
                    <a:pt x="1622996" y="811491"/>
                  </a:moveTo>
                  <a:lnTo>
                    <a:pt x="1620939" y="801306"/>
                  </a:lnTo>
                  <a:lnTo>
                    <a:pt x="1615325" y="792988"/>
                  </a:lnTo>
                  <a:lnTo>
                    <a:pt x="1607007" y="787374"/>
                  </a:lnTo>
                  <a:lnTo>
                    <a:pt x="1596821" y="785317"/>
                  </a:lnTo>
                  <a:lnTo>
                    <a:pt x="1586623" y="787374"/>
                  </a:lnTo>
                  <a:lnTo>
                    <a:pt x="1578305" y="792988"/>
                  </a:lnTo>
                  <a:lnTo>
                    <a:pt x="1572691" y="801306"/>
                  </a:lnTo>
                  <a:lnTo>
                    <a:pt x="1570634" y="811491"/>
                  </a:lnTo>
                  <a:lnTo>
                    <a:pt x="1572691" y="821690"/>
                  </a:lnTo>
                  <a:lnTo>
                    <a:pt x="1578305" y="830008"/>
                  </a:lnTo>
                  <a:lnTo>
                    <a:pt x="1586623" y="835609"/>
                  </a:lnTo>
                  <a:lnTo>
                    <a:pt x="1596821" y="837666"/>
                  </a:lnTo>
                  <a:lnTo>
                    <a:pt x="1607007" y="835609"/>
                  </a:lnTo>
                  <a:lnTo>
                    <a:pt x="1615325" y="830008"/>
                  </a:lnTo>
                  <a:lnTo>
                    <a:pt x="1620939" y="821690"/>
                  </a:lnTo>
                  <a:lnTo>
                    <a:pt x="1622996" y="811491"/>
                  </a:lnTo>
                  <a:close/>
                </a:path>
                <a:path w="1885314" h="1885315">
                  <a:moveTo>
                    <a:pt x="1622996" y="549719"/>
                  </a:moveTo>
                  <a:lnTo>
                    <a:pt x="1620939" y="539534"/>
                  </a:lnTo>
                  <a:lnTo>
                    <a:pt x="1615325" y="531215"/>
                  </a:lnTo>
                  <a:lnTo>
                    <a:pt x="1607007" y="525602"/>
                  </a:lnTo>
                  <a:lnTo>
                    <a:pt x="1596821" y="523544"/>
                  </a:lnTo>
                  <a:lnTo>
                    <a:pt x="1586623" y="525602"/>
                  </a:lnTo>
                  <a:lnTo>
                    <a:pt x="1578305" y="531215"/>
                  </a:lnTo>
                  <a:lnTo>
                    <a:pt x="1572691" y="539534"/>
                  </a:lnTo>
                  <a:lnTo>
                    <a:pt x="1570634" y="549719"/>
                  </a:lnTo>
                  <a:lnTo>
                    <a:pt x="1572691" y="559917"/>
                  </a:lnTo>
                  <a:lnTo>
                    <a:pt x="1578305" y="568236"/>
                  </a:lnTo>
                  <a:lnTo>
                    <a:pt x="1586623" y="573836"/>
                  </a:lnTo>
                  <a:lnTo>
                    <a:pt x="1596821" y="575894"/>
                  </a:lnTo>
                  <a:lnTo>
                    <a:pt x="1607007" y="573836"/>
                  </a:lnTo>
                  <a:lnTo>
                    <a:pt x="1615325" y="568236"/>
                  </a:lnTo>
                  <a:lnTo>
                    <a:pt x="1620939" y="559917"/>
                  </a:lnTo>
                  <a:lnTo>
                    <a:pt x="1622996" y="549719"/>
                  </a:lnTo>
                  <a:close/>
                </a:path>
                <a:path w="1885314" h="1885315">
                  <a:moveTo>
                    <a:pt x="1622996" y="287947"/>
                  </a:moveTo>
                  <a:lnTo>
                    <a:pt x="1620939" y="277761"/>
                  </a:lnTo>
                  <a:lnTo>
                    <a:pt x="1615325" y="269443"/>
                  </a:lnTo>
                  <a:lnTo>
                    <a:pt x="1607007" y="263829"/>
                  </a:lnTo>
                  <a:lnTo>
                    <a:pt x="1596821" y="261772"/>
                  </a:lnTo>
                  <a:lnTo>
                    <a:pt x="1586623" y="263829"/>
                  </a:lnTo>
                  <a:lnTo>
                    <a:pt x="1578305" y="269443"/>
                  </a:lnTo>
                  <a:lnTo>
                    <a:pt x="1572691" y="277761"/>
                  </a:lnTo>
                  <a:lnTo>
                    <a:pt x="1570634" y="287947"/>
                  </a:lnTo>
                  <a:lnTo>
                    <a:pt x="1572691" y="298145"/>
                  </a:lnTo>
                  <a:lnTo>
                    <a:pt x="1578305" y="306463"/>
                  </a:lnTo>
                  <a:lnTo>
                    <a:pt x="1586623" y="312077"/>
                  </a:lnTo>
                  <a:lnTo>
                    <a:pt x="1596821" y="314121"/>
                  </a:lnTo>
                  <a:lnTo>
                    <a:pt x="1607007" y="312077"/>
                  </a:lnTo>
                  <a:lnTo>
                    <a:pt x="1615325" y="306463"/>
                  </a:lnTo>
                  <a:lnTo>
                    <a:pt x="1620939" y="298145"/>
                  </a:lnTo>
                  <a:lnTo>
                    <a:pt x="1622996" y="287947"/>
                  </a:lnTo>
                  <a:close/>
                </a:path>
                <a:path w="1885314" h="1885315">
                  <a:moveTo>
                    <a:pt x="1622996" y="26174"/>
                  </a:moveTo>
                  <a:lnTo>
                    <a:pt x="1620939" y="15989"/>
                  </a:lnTo>
                  <a:lnTo>
                    <a:pt x="1615325" y="7670"/>
                  </a:lnTo>
                  <a:lnTo>
                    <a:pt x="1607007" y="2057"/>
                  </a:lnTo>
                  <a:lnTo>
                    <a:pt x="1596821" y="0"/>
                  </a:lnTo>
                  <a:lnTo>
                    <a:pt x="1586623" y="2057"/>
                  </a:lnTo>
                  <a:lnTo>
                    <a:pt x="1578305" y="7670"/>
                  </a:lnTo>
                  <a:lnTo>
                    <a:pt x="1572691" y="15989"/>
                  </a:lnTo>
                  <a:lnTo>
                    <a:pt x="1570634" y="26174"/>
                  </a:lnTo>
                  <a:lnTo>
                    <a:pt x="1572691" y="36372"/>
                  </a:lnTo>
                  <a:lnTo>
                    <a:pt x="1578305" y="44691"/>
                  </a:lnTo>
                  <a:lnTo>
                    <a:pt x="1586623" y="50304"/>
                  </a:lnTo>
                  <a:lnTo>
                    <a:pt x="1596821" y="52349"/>
                  </a:lnTo>
                  <a:lnTo>
                    <a:pt x="1607007" y="50304"/>
                  </a:lnTo>
                  <a:lnTo>
                    <a:pt x="1615325" y="44691"/>
                  </a:lnTo>
                  <a:lnTo>
                    <a:pt x="1620939" y="36372"/>
                  </a:lnTo>
                  <a:lnTo>
                    <a:pt x="1622996" y="26174"/>
                  </a:lnTo>
                  <a:close/>
                </a:path>
                <a:path w="1885314" h="1885315">
                  <a:moveTo>
                    <a:pt x="1884768" y="1858581"/>
                  </a:moveTo>
                  <a:lnTo>
                    <a:pt x="1882711" y="1848396"/>
                  </a:lnTo>
                  <a:lnTo>
                    <a:pt x="1877098" y="1840077"/>
                  </a:lnTo>
                  <a:lnTo>
                    <a:pt x="1868779" y="1834464"/>
                  </a:lnTo>
                  <a:lnTo>
                    <a:pt x="1858594" y="1832406"/>
                  </a:lnTo>
                  <a:lnTo>
                    <a:pt x="1848396" y="1834464"/>
                  </a:lnTo>
                  <a:lnTo>
                    <a:pt x="1840077" y="1840077"/>
                  </a:lnTo>
                  <a:lnTo>
                    <a:pt x="1834464" y="1848396"/>
                  </a:lnTo>
                  <a:lnTo>
                    <a:pt x="1832406" y="1858581"/>
                  </a:lnTo>
                  <a:lnTo>
                    <a:pt x="1834464" y="1868779"/>
                  </a:lnTo>
                  <a:lnTo>
                    <a:pt x="1840077" y="1877098"/>
                  </a:lnTo>
                  <a:lnTo>
                    <a:pt x="1848396" y="1882698"/>
                  </a:lnTo>
                  <a:lnTo>
                    <a:pt x="1858594" y="1884756"/>
                  </a:lnTo>
                  <a:lnTo>
                    <a:pt x="1868779" y="1882698"/>
                  </a:lnTo>
                  <a:lnTo>
                    <a:pt x="1877098" y="1877098"/>
                  </a:lnTo>
                  <a:lnTo>
                    <a:pt x="1882711" y="1868779"/>
                  </a:lnTo>
                  <a:lnTo>
                    <a:pt x="1884768" y="1858581"/>
                  </a:lnTo>
                  <a:close/>
                </a:path>
                <a:path w="1885314" h="1885315">
                  <a:moveTo>
                    <a:pt x="1884768" y="1596809"/>
                  </a:moveTo>
                  <a:lnTo>
                    <a:pt x="1882711" y="1586623"/>
                  </a:lnTo>
                  <a:lnTo>
                    <a:pt x="1877098" y="1578305"/>
                  </a:lnTo>
                  <a:lnTo>
                    <a:pt x="1868779" y="1572691"/>
                  </a:lnTo>
                  <a:lnTo>
                    <a:pt x="1858594" y="1570634"/>
                  </a:lnTo>
                  <a:lnTo>
                    <a:pt x="1848396" y="1572691"/>
                  </a:lnTo>
                  <a:lnTo>
                    <a:pt x="1840077" y="1578305"/>
                  </a:lnTo>
                  <a:lnTo>
                    <a:pt x="1834464" y="1586623"/>
                  </a:lnTo>
                  <a:lnTo>
                    <a:pt x="1832406" y="1596809"/>
                  </a:lnTo>
                  <a:lnTo>
                    <a:pt x="1834464" y="1607007"/>
                  </a:lnTo>
                  <a:lnTo>
                    <a:pt x="1840077" y="1615325"/>
                  </a:lnTo>
                  <a:lnTo>
                    <a:pt x="1848396" y="1620926"/>
                  </a:lnTo>
                  <a:lnTo>
                    <a:pt x="1858594" y="1622983"/>
                  </a:lnTo>
                  <a:lnTo>
                    <a:pt x="1868779" y="1620926"/>
                  </a:lnTo>
                  <a:lnTo>
                    <a:pt x="1877098" y="1615325"/>
                  </a:lnTo>
                  <a:lnTo>
                    <a:pt x="1882711" y="1607007"/>
                  </a:lnTo>
                  <a:lnTo>
                    <a:pt x="1884768" y="1596809"/>
                  </a:lnTo>
                  <a:close/>
                </a:path>
                <a:path w="1885314" h="1885315">
                  <a:moveTo>
                    <a:pt x="1884768" y="1335036"/>
                  </a:moveTo>
                  <a:lnTo>
                    <a:pt x="1882711" y="1324851"/>
                  </a:lnTo>
                  <a:lnTo>
                    <a:pt x="1877098" y="1316532"/>
                  </a:lnTo>
                  <a:lnTo>
                    <a:pt x="1868779" y="1310919"/>
                  </a:lnTo>
                  <a:lnTo>
                    <a:pt x="1858594" y="1308862"/>
                  </a:lnTo>
                  <a:lnTo>
                    <a:pt x="1848396" y="1310919"/>
                  </a:lnTo>
                  <a:lnTo>
                    <a:pt x="1840077" y="1316532"/>
                  </a:lnTo>
                  <a:lnTo>
                    <a:pt x="1834464" y="1324851"/>
                  </a:lnTo>
                  <a:lnTo>
                    <a:pt x="1832406" y="1335036"/>
                  </a:lnTo>
                  <a:lnTo>
                    <a:pt x="1834464" y="1345234"/>
                  </a:lnTo>
                  <a:lnTo>
                    <a:pt x="1840077" y="1353553"/>
                  </a:lnTo>
                  <a:lnTo>
                    <a:pt x="1848396" y="1359154"/>
                  </a:lnTo>
                  <a:lnTo>
                    <a:pt x="1858594" y="1361211"/>
                  </a:lnTo>
                  <a:lnTo>
                    <a:pt x="1868779" y="1359154"/>
                  </a:lnTo>
                  <a:lnTo>
                    <a:pt x="1877098" y="1353553"/>
                  </a:lnTo>
                  <a:lnTo>
                    <a:pt x="1882711" y="1345234"/>
                  </a:lnTo>
                  <a:lnTo>
                    <a:pt x="1884768" y="1335036"/>
                  </a:lnTo>
                  <a:close/>
                </a:path>
                <a:path w="1885314" h="1885315">
                  <a:moveTo>
                    <a:pt x="1884768" y="1073264"/>
                  </a:moveTo>
                  <a:lnTo>
                    <a:pt x="1882711" y="1063078"/>
                  </a:lnTo>
                  <a:lnTo>
                    <a:pt x="1877098" y="1054760"/>
                  </a:lnTo>
                  <a:lnTo>
                    <a:pt x="1868779" y="1049147"/>
                  </a:lnTo>
                  <a:lnTo>
                    <a:pt x="1858594" y="1047089"/>
                  </a:lnTo>
                  <a:lnTo>
                    <a:pt x="1848396" y="1049147"/>
                  </a:lnTo>
                  <a:lnTo>
                    <a:pt x="1840077" y="1054760"/>
                  </a:lnTo>
                  <a:lnTo>
                    <a:pt x="1834464" y="1063078"/>
                  </a:lnTo>
                  <a:lnTo>
                    <a:pt x="1832406" y="1073264"/>
                  </a:lnTo>
                  <a:lnTo>
                    <a:pt x="1834464" y="1083462"/>
                  </a:lnTo>
                  <a:lnTo>
                    <a:pt x="1840077" y="1091780"/>
                  </a:lnTo>
                  <a:lnTo>
                    <a:pt x="1848396" y="1097381"/>
                  </a:lnTo>
                  <a:lnTo>
                    <a:pt x="1858594" y="1099439"/>
                  </a:lnTo>
                  <a:lnTo>
                    <a:pt x="1868779" y="1097381"/>
                  </a:lnTo>
                  <a:lnTo>
                    <a:pt x="1877098" y="1091780"/>
                  </a:lnTo>
                  <a:lnTo>
                    <a:pt x="1882711" y="1083462"/>
                  </a:lnTo>
                  <a:lnTo>
                    <a:pt x="1884768" y="1073264"/>
                  </a:lnTo>
                  <a:close/>
                </a:path>
                <a:path w="1885314" h="1885315">
                  <a:moveTo>
                    <a:pt x="1884768" y="811491"/>
                  </a:moveTo>
                  <a:lnTo>
                    <a:pt x="1882711" y="801306"/>
                  </a:lnTo>
                  <a:lnTo>
                    <a:pt x="1877098" y="792988"/>
                  </a:lnTo>
                  <a:lnTo>
                    <a:pt x="1868779" y="787374"/>
                  </a:lnTo>
                  <a:lnTo>
                    <a:pt x="1858594" y="785317"/>
                  </a:lnTo>
                  <a:lnTo>
                    <a:pt x="1848396" y="787374"/>
                  </a:lnTo>
                  <a:lnTo>
                    <a:pt x="1840077" y="792988"/>
                  </a:lnTo>
                  <a:lnTo>
                    <a:pt x="1834464" y="801306"/>
                  </a:lnTo>
                  <a:lnTo>
                    <a:pt x="1832406" y="811491"/>
                  </a:lnTo>
                  <a:lnTo>
                    <a:pt x="1834464" y="821690"/>
                  </a:lnTo>
                  <a:lnTo>
                    <a:pt x="1840077" y="830008"/>
                  </a:lnTo>
                  <a:lnTo>
                    <a:pt x="1848396" y="835609"/>
                  </a:lnTo>
                  <a:lnTo>
                    <a:pt x="1858594" y="837666"/>
                  </a:lnTo>
                  <a:lnTo>
                    <a:pt x="1868779" y="835609"/>
                  </a:lnTo>
                  <a:lnTo>
                    <a:pt x="1877098" y="830008"/>
                  </a:lnTo>
                  <a:lnTo>
                    <a:pt x="1882711" y="821690"/>
                  </a:lnTo>
                  <a:lnTo>
                    <a:pt x="1884768" y="811491"/>
                  </a:lnTo>
                  <a:close/>
                </a:path>
                <a:path w="1885314" h="1885315">
                  <a:moveTo>
                    <a:pt x="1884768" y="549719"/>
                  </a:moveTo>
                  <a:lnTo>
                    <a:pt x="1882711" y="539534"/>
                  </a:lnTo>
                  <a:lnTo>
                    <a:pt x="1877098" y="531215"/>
                  </a:lnTo>
                  <a:lnTo>
                    <a:pt x="1868779" y="525602"/>
                  </a:lnTo>
                  <a:lnTo>
                    <a:pt x="1858594" y="523544"/>
                  </a:lnTo>
                  <a:lnTo>
                    <a:pt x="1848396" y="525602"/>
                  </a:lnTo>
                  <a:lnTo>
                    <a:pt x="1840077" y="531215"/>
                  </a:lnTo>
                  <a:lnTo>
                    <a:pt x="1834464" y="539534"/>
                  </a:lnTo>
                  <a:lnTo>
                    <a:pt x="1832406" y="549719"/>
                  </a:lnTo>
                  <a:lnTo>
                    <a:pt x="1834464" y="559917"/>
                  </a:lnTo>
                  <a:lnTo>
                    <a:pt x="1840077" y="568236"/>
                  </a:lnTo>
                  <a:lnTo>
                    <a:pt x="1848396" y="573836"/>
                  </a:lnTo>
                  <a:lnTo>
                    <a:pt x="1858594" y="575894"/>
                  </a:lnTo>
                  <a:lnTo>
                    <a:pt x="1868779" y="573836"/>
                  </a:lnTo>
                  <a:lnTo>
                    <a:pt x="1877098" y="568236"/>
                  </a:lnTo>
                  <a:lnTo>
                    <a:pt x="1882711" y="559917"/>
                  </a:lnTo>
                  <a:lnTo>
                    <a:pt x="1884768" y="549719"/>
                  </a:lnTo>
                  <a:close/>
                </a:path>
                <a:path w="1885314" h="1885315">
                  <a:moveTo>
                    <a:pt x="1884768" y="287947"/>
                  </a:moveTo>
                  <a:lnTo>
                    <a:pt x="1882711" y="277761"/>
                  </a:lnTo>
                  <a:lnTo>
                    <a:pt x="1877098" y="269443"/>
                  </a:lnTo>
                  <a:lnTo>
                    <a:pt x="1868779" y="263829"/>
                  </a:lnTo>
                  <a:lnTo>
                    <a:pt x="1858594" y="261772"/>
                  </a:lnTo>
                  <a:lnTo>
                    <a:pt x="1848396" y="263829"/>
                  </a:lnTo>
                  <a:lnTo>
                    <a:pt x="1840077" y="269443"/>
                  </a:lnTo>
                  <a:lnTo>
                    <a:pt x="1834464" y="277761"/>
                  </a:lnTo>
                  <a:lnTo>
                    <a:pt x="1832406" y="287947"/>
                  </a:lnTo>
                  <a:lnTo>
                    <a:pt x="1834464" y="298145"/>
                  </a:lnTo>
                  <a:lnTo>
                    <a:pt x="1840077" y="306463"/>
                  </a:lnTo>
                  <a:lnTo>
                    <a:pt x="1848396" y="312077"/>
                  </a:lnTo>
                  <a:lnTo>
                    <a:pt x="1858594" y="314121"/>
                  </a:lnTo>
                  <a:lnTo>
                    <a:pt x="1868779" y="312077"/>
                  </a:lnTo>
                  <a:lnTo>
                    <a:pt x="1877098" y="306463"/>
                  </a:lnTo>
                  <a:lnTo>
                    <a:pt x="1882711" y="298145"/>
                  </a:lnTo>
                  <a:lnTo>
                    <a:pt x="1884768" y="287947"/>
                  </a:lnTo>
                  <a:close/>
                </a:path>
                <a:path w="1885314" h="1885315">
                  <a:moveTo>
                    <a:pt x="1884768" y="26174"/>
                  </a:moveTo>
                  <a:lnTo>
                    <a:pt x="1882711" y="15989"/>
                  </a:lnTo>
                  <a:lnTo>
                    <a:pt x="1877098" y="7670"/>
                  </a:lnTo>
                  <a:lnTo>
                    <a:pt x="1868779" y="2057"/>
                  </a:lnTo>
                  <a:lnTo>
                    <a:pt x="1858594" y="0"/>
                  </a:lnTo>
                  <a:lnTo>
                    <a:pt x="1848396" y="2057"/>
                  </a:lnTo>
                  <a:lnTo>
                    <a:pt x="1840077" y="7670"/>
                  </a:lnTo>
                  <a:lnTo>
                    <a:pt x="1834464" y="15989"/>
                  </a:lnTo>
                  <a:lnTo>
                    <a:pt x="1832406" y="26174"/>
                  </a:lnTo>
                  <a:lnTo>
                    <a:pt x="1834464" y="36372"/>
                  </a:lnTo>
                  <a:lnTo>
                    <a:pt x="1840077" y="44691"/>
                  </a:lnTo>
                  <a:lnTo>
                    <a:pt x="1848396" y="50304"/>
                  </a:lnTo>
                  <a:lnTo>
                    <a:pt x="1858594" y="52349"/>
                  </a:lnTo>
                  <a:lnTo>
                    <a:pt x="1868779" y="50304"/>
                  </a:lnTo>
                  <a:lnTo>
                    <a:pt x="1877098" y="44691"/>
                  </a:lnTo>
                  <a:lnTo>
                    <a:pt x="1882711" y="36372"/>
                  </a:lnTo>
                  <a:lnTo>
                    <a:pt x="1884768" y="26174"/>
                  </a:lnTo>
                  <a:close/>
                </a:path>
              </a:pathLst>
            </a:custGeom>
            <a:solidFill>
              <a:srgbClr val="CCCCCC"/>
            </a:solidFill>
          </p:spPr>
          <p:txBody>
            <a:bodyPr wrap="square" lIns="0" tIns="0" rIns="0" bIns="0" rtlCol="0"/>
            <a:lstStyle/>
            <a:p>
              <a:endParaRPr/>
            </a:p>
          </p:txBody>
        </p:sp>
      </p:grpSp>
      <p:sp>
        <p:nvSpPr>
          <p:cNvPr id="8" name="object 8"/>
          <p:cNvSpPr txBox="1"/>
          <p:nvPr/>
        </p:nvSpPr>
        <p:spPr>
          <a:xfrm>
            <a:off x="1693737" y="7264054"/>
            <a:ext cx="9837420" cy="2035810"/>
          </a:xfrm>
          <a:prstGeom prst="rect">
            <a:avLst/>
          </a:prstGeom>
        </p:spPr>
        <p:txBody>
          <a:bodyPr vert="horz" wrap="square" lIns="0" tIns="12065" rIns="0" bIns="0" rtlCol="0">
            <a:spAutoFit/>
          </a:bodyPr>
          <a:lstStyle/>
          <a:p>
            <a:pPr marL="12700">
              <a:lnSpc>
                <a:spcPts val="7915"/>
              </a:lnSpc>
              <a:spcBef>
                <a:spcPts val="95"/>
              </a:spcBef>
            </a:pPr>
            <a:r>
              <a:rPr lang="pt-BR" sz="6600" b="1" spc="-20" dirty="0">
                <a:solidFill>
                  <a:srgbClr val="333333"/>
                </a:solidFill>
                <a:latin typeface="Montserrat ExtraBold"/>
                <a:cs typeface="Montserrat ExtraBold"/>
              </a:rPr>
              <a:t>AIOT - Classificação de redes - WAN</a:t>
            </a:r>
            <a:endParaRPr sz="6600" dirty="0">
              <a:latin typeface="Montserrat"/>
              <a:cs typeface="Montserrat"/>
            </a:endParaRPr>
          </a:p>
        </p:txBody>
      </p:sp>
      <p:sp>
        <p:nvSpPr>
          <p:cNvPr id="9" name="object 9"/>
          <p:cNvSpPr txBox="1"/>
          <p:nvPr/>
        </p:nvSpPr>
        <p:spPr>
          <a:xfrm>
            <a:off x="13599450" y="3884156"/>
            <a:ext cx="5462905" cy="5114862"/>
          </a:xfrm>
          <a:prstGeom prst="rect">
            <a:avLst/>
          </a:prstGeom>
        </p:spPr>
        <p:txBody>
          <a:bodyPr vert="horz" wrap="square" lIns="0" tIns="13335" rIns="0" bIns="0" rtlCol="0">
            <a:spAutoFit/>
          </a:bodyPr>
          <a:lstStyle/>
          <a:p>
            <a:pPr marL="12700" marR="5080">
              <a:lnSpc>
                <a:spcPct val="100000"/>
              </a:lnSpc>
              <a:spcBef>
                <a:spcPts val="105"/>
              </a:spcBef>
            </a:pPr>
            <a:r>
              <a:rPr lang="pt-BR" sz="2550" spc="-10" dirty="0">
                <a:solidFill>
                  <a:srgbClr val="FFFFFF"/>
                </a:solidFill>
                <a:latin typeface="Montserrat"/>
                <a:cs typeface="Montserrat"/>
              </a:rPr>
              <a:t>Uma WAN é o acrônimo de Rede de Área Distribuída (</a:t>
            </a:r>
            <a:r>
              <a:rPr lang="pt-BR" sz="2550" spc="-10" dirty="0" err="1">
                <a:solidFill>
                  <a:srgbClr val="FFFFFF"/>
                </a:solidFill>
                <a:latin typeface="Montserrat"/>
                <a:cs typeface="Montserrat"/>
              </a:rPr>
              <a:t>Wide</a:t>
            </a:r>
            <a:r>
              <a:rPr lang="pt-BR" sz="2550" spc="-10" dirty="0">
                <a:solidFill>
                  <a:srgbClr val="FFFFFF"/>
                </a:solidFill>
                <a:latin typeface="Montserrat"/>
                <a:cs typeface="Montserrat"/>
              </a:rPr>
              <a:t> Area Network). Pode ser chamada também de Rede de Longa Distância. Uma WAN se caracteriza pela união ou interligação de diversas </a:t>
            </a:r>
            <a:r>
              <a:rPr lang="pt-BR" sz="2550" spc="-10" dirty="0" err="1">
                <a:solidFill>
                  <a:srgbClr val="FFFFFF"/>
                </a:solidFill>
                <a:latin typeface="Montserrat"/>
                <a:cs typeface="Montserrat"/>
              </a:rPr>
              <a:t>LANs</a:t>
            </a:r>
            <a:r>
              <a:rPr lang="pt-BR" sz="2550" spc="-10" dirty="0">
                <a:solidFill>
                  <a:srgbClr val="FFFFFF"/>
                </a:solidFill>
                <a:latin typeface="Montserrat"/>
                <a:cs typeface="Montserrat"/>
              </a:rPr>
              <a:t>. Para que estas possam ser interligadas, criando uma WAN, serviços de provedores de telecomunicações geralmente são utilizados. Veja, a seguir, uma figura que demonstra uma WAN.</a:t>
            </a:r>
          </a:p>
        </p:txBody>
      </p:sp>
      <p:sp>
        <p:nvSpPr>
          <p:cNvPr id="10" name="object 10"/>
          <p:cNvSpPr/>
          <p:nvPr/>
        </p:nvSpPr>
        <p:spPr>
          <a:xfrm>
            <a:off x="11517973" y="3239430"/>
            <a:ext cx="2094230" cy="0"/>
          </a:xfrm>
          <a:custGeom>
            <a:avLst/>
            <a:gdLst/>
            <a:ahLst/>
            <a:cxnLst/>
            <a:rect l="l" t="t" r="r" b="b"/>
            <a:pathLst>
              <a:path w="2094230">
                <a:moveTo>
                  <a:pt x="0" y="0"/>
                </a:moveTo>
                <a:lnTo>
                  <a:pt x="2094177" y="0"/>
                </a:lnTo>
              </a:path>
            </a:pathLst>
          </a:custGeom>
          <a:ln w="31412">
            <a:solidFill>
              <a:srgbClr val="FFFFFF"/>
            </a:solidFill>
          </a:ln>
        </p:spPr>
        <p:txBody>
          <a:bodyPr wrap="square" lIns="0" tIns="0" rIns="0" bIns="0" rtlCol="0"/>
          <a:lstStyle/>
          <a:p>
            <a:endParaRPr/>
          </a:p>
        </p:txBody>
      </p:sp>
      <p:sp>
        <p:nvSpPr>
          <p:cNvPr id="11" name="object 11"/>
          <p:cNvSpPr txBox="1">
            <a:spLocks noGrp="1"/>
          </p:cNvSpPr>
          <p:nvPr>
            <p:ph type="title"/>
          </p:nvPr>
        </p:nvSpPr>
        <p:spPr>
          <a:xfrm>
            <a:off x="13599456" y="996639"/>
            <a:ext cx="5470525" cy="2169376"/>
          </a:xfrm>
          <a:prstGeom prst="rect">
            <a:avLst/>
          </a:prstGeom>
        </p:spPr>
        <p:txBody>
          <a:bodyPr vert="horz" wrap="square" lIns="0" tIns="11430" rIns="0" bIns="0" rtlCol="0">
            <a:spAutoFit/>
          </a:bodyPr>
          <a:lstStyle/>
          <a:p>
            <a:pPr marL="12700" marR="5080">
              <a:lnSpc>
                <a:spcPct val="100800"/>
              </a:lnSpc>
              <a:spcBef>
                <a:spcPts val="90"/>
              </a:spcBef>
            </a:pPr>
            <a:r>
              <a:rPr lang="pt-BR" sz="4700" b="1" spc="20" dirty="0">
                <a:solidFill>
                  <a:srgbClr val="FFFFFF"/>
                </a:solidFill>
              </a:rPr>
              <a:t>AIOT - Classificação de redes - WAN</a:t>
            </a:r>
            <a:endParaRPr sz="4700" b="1" dirty="0">
              <a:latin typeface="Montserrat ExtraBold"/>
              <a:cs typeface="Montserrat ExtraBold"/>
            </a:endParaRPr>
          </a:p>
        </p:txBody>
      </p:sp>
      <p:pic>
        <p:nvPicPr>
          <p:cNvPr id="12" name="Imagem 11">
            <a:extLst>
              <a:ext uri="{FF2B5EF4-FFF2-40B4-BE49-F238E27FC236}">
                <a16:creationId xmlns:a16="http://schemas.microsoft.com/office/drawing/2014/main" id="{200ED026-D10F-5B54-310E-9CCF37DC2526}"/>
              </a:ext>
            </a:extLst>
          </p:cNvPr>
          <p:cNvPicPr>
            <a:picLocks noChangeAspect="1"/>
          </p:cNvPicPr>
          <p:nvPr/>
        </p:nvPicPr>
        <p:blipFill>
          <a:blip r:embed="rId2"/>
          <a:stretch>
            <a:fillRect/>
          </a:stretch>
        </p:blipFill>
        <p:spPr>
          <a:xfrm>
            <a:off x="0" y="-5619"/>
            <a:ext cx="12565014" cy="59047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sp>
        <p:nvSpPr>
          <p:cNvPr id="3" name="object 3"/>
          <p:cNvSpPr/>
          <p:nvPr/>
        </p:nvSpPr>
        <p:spPr>
          <a:xfrm>
            <a:off x="14868656" y="0"/>
            <a:ext cx="5235575" cy="5235575"/>
          </a:xfrm>
          <a:custGeom>
            <a:avLst/>
            <a:gdLst/>
            <a:ahLst/>
            <a:cxnLst/>
            <a:rect l="l" t="t" r="r" b="b"/>
            <a:pathLst>
              <a:path w="5235575" h="5235575">
                <a:moveTo>
                  <a:pt x="5235442" y="0"/>
                </a:moveTo>
                <a:lnTo>
                  <a:pt x="0" y="0"/>
                </a:lnTo>
                <a:lnTo>
                  <a:pt x="0" y="5235442"/>
                </a:lnTo>
                <a:lnTo>
                  <a:pt x="5235442" y="5235442"/>
                </a:lnTo>
                <a:lnTo>
                  <a:pt x="5235442" y="0"/>
                </a:lnTo>
                <a:close/>
              </a:path>
            </a:pathLst>
          </a:custGeom>
          <a:solidFill>
            <a:srgbClr val="C1272C"/>
          </a:solidFill>
        </p:spPr>
        <p:txBody>
          <a:bodyPr wrap="square" lIns="0" tIns="0" rIns="0" bIns="0" rtlCol="0"/>
          <a:lstStyle/>
          <a:p>
            <a:endParaRPr/>
          </a:p>
        </p:txBody>
      </p:sp>
      <p:sp>
        <p:nvSpPr>
          <p:cNvPr id="4" name="object 4"/>
          <p:cNvSpPr/>
          <p:nvPr/>
        </p:nvSpPr>
        <p:spPr>
          <a:xfrm>
            <a:off x="19266428" y="8376708"/>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5" name="object 5"/>
          <p:cNvSpPr/>
          <p:nvPr/>
        </p:nvSpPr>
        <p:spPr>
          <a:xfrm>
            <a:off x="19528201" y="8376708"/>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6" name="object 6"/>
          <p:cNvSpPr/>
          <p:nvPr/>
        </p:nvSpPr>
        <p:spPr>
          <a:xfrm>
            <a:off x="19789973" y="8376708"/>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7" name="object 7"/>
          <p:cNvSpPr/>
          <p:nvPr/>
        </p:nvSpPr>
        <p:spPr>
          <a:xfrm>
            <a:off x="19266428" y="863848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9528201" y="863848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9789973" y="863848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9266428" y="890025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9528201" y="890025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9789973" y="890025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9266428" y="916202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9528201" y="916202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9789973" y="916202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9266428" y="942379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9528201" y="942379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9789973" y="942379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9266428" y="968556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528201" y="968556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789973" y="968556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266428" y="994734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528201" y="994734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789973" y="994734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1020911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20911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789973" y="1020911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grpSp>
        <p:nvGrpSpPr>
          <p:cNvPr id="28" name="object 28"/>
          <p:cNvGrpSpPr/>
          <p:nvPr/>
        </p:nvGrpSpPr>
        <p:grpSpPr>
          <a:xfrm>
            <a:off x="0" y="0"/>
            <a:ext cx="19842480" cy="11308715"/>
            <a:chOff x="0" y="0"/>
            <a:chExt cx="19842480" cy="11308715"/>
          </a:xfrm>
        </p:grpSpPr>
        <p:pic>
          <p:nvPicPr>
            <p:cNvPr id="29" name="object 29"/>
            <p:cNvPicPr/>
            <p:nvPr/>
          </p:nvPicPr>
          <p:blipFill>
            <a:blip r:embed="rId2" cstate="print"/>
            <a:stretch>
              <a:fillRect/>
            </a:stretch>
          </p:blipFill>
          <p:spPr>
            <a:xfrm>
              <a:off x="0" y="0"/>
              <a:ext cx="14868657" cy="11308556"/>
            </a:xfrm>
            <a:prstGeom prst="rect">
              <a:avLst/>
            </a:prstGeom>
          </p:spPr>
        </p:pic>
        <p:pic>
          <p:nvPicPr>
            <p:cNvPr id="30" name="object 30"/>
            <p:cNvPicPr/>
            <p:nvPr/>
          </p:nvPicPr>
          <p:blipFill>
            <a:blip r:embed="rId3" cstate="print"/>
            <a:stretch>
              <a:fillRect/>
            </a:stretch>
          </p:blipFill>
          <p:spPr>
            <a:xfrm>
              <a:off x="9057316" y="261772"/>
              <a:ext cx="10785011" cy="10785011"/>
            </a:xfrm>
            <a:prstGeom prst="rect">
              <a:avLst/>
            </a:prstGeom>
          </p:spPr>
        </p:pic>
        <p:sp>
          <p:nvSpPr>
            <p:cNvPr id="31" name="object 31"/>
            <p:cNvSpPr/>
            <p:nvPr/>
          </p:nvSpPr>
          <p:spPr>
            <a:xfrm>
              <a:off x="9842632" y="1047088"/>
              <a:ext cx="9214485" cy="9214485"/>
            </a:xfrm>
            <a:custGeom>
              <a:avLst/>
              <a:gdLst/>
              <a:ahLst/>
              <a:cxnLst/>
              <a:rect l="l" t="t" r="r" b="b"/>
              <a:pathLst>
                <a:path w="9214485" h="9214485">
                  <a:moveTo>
                    <a:pt x="9214379" y="0"/>
                  </a:moveTo>
                  <a:lnTo>
                    <a:pt x="0" y="0"/>
                  </a:lnTo>
                  <a:lnTo>
                    <a:pt x="0" y="9214379"/>
                  </a:lnTo>
                  <a:lnTo>
                    <a:pt x="9214379" y="9214379"/>
                  </a:lnTo>
                  <a:lnTo>
                    <a:pt x="9214379" y="0"/>
                  </a:lnTo>
                  <a:close/>
                </a:path>
              </a:pathLst>
            </a:custGeom>
            <a:solidFill>
              <a:srgbClr val="FFFFFF"/>
            </a:solidFill>
          </p:spPr>
          <p:txBody>
            <a:bodyPr wrap="square" lIns="0" tIns="0" rIns="0" bIns="0" rtlCol="0"/>
            <a:lstStyle/>
            <a:p>
              <a:endParaRPr/>
            </a:p>
          </p:txBody>
        </p:sp>
      </p:grpSp>
      <p:sp>
        <p:nvSpPr>
          <p:cNvPr id="32" name="object 32"/>
          <p:cNvSpPr txBox="1"/>
          <p:nvPr/>
        </p:nvSpPr>
        <p:spPr>
          <a:xfrm>
            <a:off x="10281795" y="4068558"/>
            <a:ext cx="8534400" cy="6381875"/>
          </a:xfrm>
          <a:prstGeom prst="rect">
            <a:avLst/>
          </a:prstGeom>
        </p:spPr>
        <p:txBody>
          <a:bodyPr vert="horz" wrap="square" lIns="0" tIns="13335" rIns="0" bIns="0" rtlCol="0">
            <a:spAutoFit/>
          </a:bodyPr>
          <a:lstStyle/>
          <a:p>
            <a:pPr marL="12700" marR="5080">
              <a:lnSpc>
                <a:spcPct val="100000"/>
              </a:lnSpc>
              <a:spcBef>
                <a:spcPts val="105"/>
              </a:spcBef>
            </a:pPr>
            <a:r>
              <a:rPr lang="pt-BR" sz="2550" spc="-5" dirty="0">
                <a:solidFill>
                  <a:srgbClr val="4D4D4D"/>
                </a:solidFill>
                <a:latin typeface="Montserrat"/>
                <a:cs typeface="Montserrat"/>
              </a:rPr>
              <a:t>MAN: Rede de Área Metropolitana que interliga </a:t>
            </a:r>
            <a:r>
              <a:rPr lang="pt-BR" sz="2550" spc="-5" dirty="0" err="1">
                <a:solidFill>
                  <a:srgbClr val="4D4D4D"/>
                </a:solidFill>
                <a:latin typeface="Montserrat"/>
                <a:cs typeface="Montserrat"/>
              </a:rPr>
              <a:t>LANs</a:t>
            </a:r>
            <a:r>
              <a:rPr lang="pt-BR" sz="2550" spc="-5" dirty="0">
                <a:solidFill>
                  <a:srgbClr val="4D4D4D"/>
                </a:solidFill>
                <a:latin typeface="Montserrat"/>
                <a:cs typeface="Montserrat"/>
              </a:rPr>
              <a:t> em uma distância não tão maior do que uma WAN. São, geralmente, disponibilizadas por operadoras de TV a cabo.</a:t>
            </a:r>
          </a:p>
          <a:p>
            <a:pPr marL="12700" marR="5080">
              <a:lnSpc>
                <a:spcPct val="100000"/>
              </a:lnSpc>
              <a:spcBef>
                <a:spcPts val="105"/>
              </a:spcBef>
            </a:pPr>
            <a:endParaRPr lang="pt-BR" sz="2550" spc="-5" dirty="0">
              <a:solidFill>
                <a:srgbClr val="4D4D4D"/>
              </a:solidFill>
              <a:latin typeface="Montserrat"/>
              <a:cs typeface="Montserrat"/>
            </a:endParaRPr>
          </a:p>
          <a:p>
            <a:pPr marL="12700" marR="5080">
              <a:lnSpc>
                <a:spcPct val="100000"/>
              </a:lnSpc>
              <a:spcBef>
                <a:spcPts val="105"/>
              </a:spcBef>
            </a:pPr>
            <a:r>
              <a:rPr lang="pt-BR" sz="2550" spc="-5" dirty="0">
                <a:solidFill>
                  <a:srgbClr val="4D4D4D"/>
                </a:solidFill>
                <a:latin typeface="Montserrat"/>
                <a:cs typeface="Montserrat"/>
              </a:rPr>
              <a:t>PAN: Rede de Área Pessoal que interliga dispositivos bem próximos uns dos outros, geralmente utilizando tecnologias de bluetooth3 .</a:t>
            </a:r>
          </a:p>
          <a:p>
            <a:pPr marL="12700" marR="5080">
              <a:lnSpc>
                <a:spcPct val="100000"/>
              </a:lnSpc>
              <a:spcBef>
                <a:spcPts val="105"/>
              </a:spcBef>
            </a:pPr>
            <a:endParaRPr lang="pt-BR" sz="2550" spc="-5" dirty="0">
              <a:solidFill>
                <a:srgbClr val="4D4D4D"/>
              </a:solidFill>
              <a:latin typeface="Montserrat"/>
              <a:cs typeface="Montserrat"/>
            </a:endParaRPr>
          </a:p>
          <a:p>
            <a:pPr marL="12700" marR="5080">
              <a:lnSpc>
                <a:spcPct val="100000"/>
              </a:lnSpc>
              <a:spcBef>
                <a:spcPts val="105"/>
              </a:spcBef>
            </a:pPr>
            <a:r>
              <a:rPr lang="pt-BR" sz="2550" spc="-5" dirty="0">
                <a:solidFill>
                  <a:srgbClr val="4D4D4D"/>
                </a:solidFill>
                <a:latin typeface="Montserrat"/>
                <a:cs typeface="Montserrat"/>
              </a:rPr>
              <a:t>SAN: Rede de Área de Armazenamento usada na interligação de servidores e recursos de armazenamento.</a:t>
            </a:r>
          </a:p>
          <a:p>
            <a:pPr marL="12700" marR="5080">
              <a:lnSpc>
                <a:spcPct val="100000"/>
              </a:lnSpc>
              <a:spcBef>
                <a:spcPts val="105"/>
              </a:spcBef>
            </a:pPr>
            <a:endParaRPr lang="pt-BR" sz="2550" spc="-5" dirty="0">
              <a:solidFill>
                <a:srgbClr val="4D4D4D"/>
              </a:solidFill>
              <a:latin typeface="Montserrat"/>
              <a:cs typeface="Montserrat"/>
            </a:endParaRPr>
          </a:p>
          <a:p>
            <a:pPr marL="12700" marR="5080">
              <a:lnSpc>
                <a:spcPct val="100000"/>
              </a:lnSpc>
              <a:spcBef>
                <a:spcPts val="105"/>
              </a:spcBef>
            </a:pPr>
            <a:r>
              <a:rPr lang="pt-BR" sz="2550" spc="-5" dirty="0">
                <a:solidFill>
                  <a:srgbClr val="4D4D4D"/>
                </a:solidFill>
                <a:latin typeface="Montserrat"/>
                <a:cs typeface="Montserrat"/>
              </a:rPr>
              <a:t>WLAN: Muito próxima de uma LAN, mas, utiliza redes sem fio</a:t>
            </a:r>
          </a:p>
          <a:p>
            <a:pPr marL="12700" marR="5080">
              <a:lnSpc>
                <a:spcPct val="100000"/>
              </a:lnSpc>
              <a:spcBef>
                <a:spcPts val="105"/>
              </a:spcBef>
            </a:pPr>
            <a:r>
              <a:rPr sz="2550" spc="-5" dirty="0">
                <a:solidFill>
                  <a:srgbClr val="4D4D4D"/>
                </a:solidFill>
                <a:latin typeface="Montserrat"/>
                <a:cs typeface="Montserrat"/>
              </a:rPr>
              <a:t>.</a:t>
            </a:r>
            <a:endParaRPr sz="2550" dirty="0">
              <a:latin typeface="Montserrat"/>
              <a:cs typeface="Montserrat"/>
            </a:endParaRPr>
          </a:p>
        </p:txBody>
      </p:sp>
      <p:grpSp>
        <p:nvGrpSpPr>
          <p:cNvPr id="33" name="object 33"/>
          <p:cNvGrpSpPr/>
          <p:nvPr/>
        </p:nvGrpSpPr>
        <p:grpSpPr>
          <a:xfrm>
            <a:off x="0" y="3791079"/>
            <a:ext cx="20104100" cy="7517765"/>
            <a:chOff x="0" y="3791079"/>
            <a:chExt cx="20104100" cy="7517765"/>
          </a:xfrm>
        </p:grpSpPr>
        <p:sp>
          <p:nvSpPr>
            <p:cNvPr id="34" name="object 34"/>
            <p:cNvSpPr/>
            <p:nvPr/>
          </p:nvSpPr>
          <p:spPr>
            <a:xfrm>
              <a:off x="8795543" y="3806785"/>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35" name="object 35"/>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36" name="object 3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37" name="object 37"/>
          <p:cNvSpPr txBox="1">
            <a:spLocks noGrp="1"/>
          </p:cNvSpPr>
          <p:nvPr>
            <p:ph type="title"/>
          </p:nvPr>
        </p:nvSpPr>
        <p:spPr>
          <a:xfrm>
            <a:off x="10647720" y="1933962"/>
            <a:ext cx="8441870" cy="740587"/>
          </a:xfrm>
          <a:prstGeom prst="rect">
            <a:avLst/>
          </a:prstGeom>
        </p:spPr>
        <p:txBody>
          <a:bodyPr vert="horz" wrap="square" lIns="0" tIns="17145" rIns="0" bIns="0" rtlCol="0">
            <a:spAutoFit/>
          </a:bodyPr>
          <a:lstStyle/>
          <a:p>
            <a:pPr marL="12700">
              <a:lnSpc>
                <a:spcPct val="100000"/>
              </a:lnSpc>
              <a:spcBef>
                <a:spcPts val="135"/>
              </a:spcBef>
            </a:pPr>
            <a:r>
              <a:rPr lang="pt-BR" sz="4700" spc="20" dirty="0"/>
              <a:t>AIOT -Classificação de redes</a:t>
            </a:r>
            <a:endParaRPr sz="4700" dirty="0">
              <a:latin typeface="Montserrat ExtraBold"/>
              <a:cs typeface="Montserrat ExtraBold"/>
            </a:endParaRPr>
          </a:p>
        </p:txBody>
      </p:sp>
      <p:sp>
        <p:nvSpPr>
          <p:cNvPr id="38" name="object 38"/>
          <p:cNvSpPr txBox="1"/>
          <p:nvPr/>
        </p:nvSpPr>
        <p:spPr>
          <a:xfrm>
            <a:off x="10877020" y="2660401"/>
            <a:ext cx="7938030" cy="740587"/>
          </a:xfrm>
          <a:prstGeom prst="rect">
            <a:avLst/>
          </a:prstGeom>
        </p:spPr>
        <p:txBody>
          <a:bodyPr vert="horz" wrap="square" lIns="0" tIns="17145" rIns="0" bIns="0" rtlCol="0">
            <a:spAutoFit/>
          </a:bodyPr>
          <a:lstStyle/>
          <a:p>
            <a:pPr marL="12700">
              <a:lnSpc>
                <a:spcPct val="100000"/>
              </a:lnSpc>
              <a:spcBef>
                <a:spcPts val="135"/>
              </a:spcBef>
            </a:pPr>
            <a:r>
              <a:rPr lang="it-IT" sz="4700" b="1" spc="15" dirty="0">
                <a:solidFill>
                  <a:srgbClr val="333333"/>
                </a:solidFill>
                <a:latin typeface="Montserrat ExtraBold"/>
                <a:cs typeface="Montserrat ExtraBold"/>
              </a:rPr>
              <a:t>MAN, PAN, SAN E WLAN</a:t>
            </a:r>
            <a:endParaRPr sz="4700" dirty="0">
              <a:latin typeface="Montserrat ExtraBold"/>
              <a:cs typeface="Montserrat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35259" y="0"/>
            <a:ext cx="8408120" cy="493627"/>
          </a:xfrm>
          <a:prstGeom prst="rect">
            <a:avLst/>
          </a:prstGeom>
        </p:spPr>
      </p:pic>
      <p:sp>
        <p:nvSpPr>
          <p:cNvPr id="3" name="object 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4" name="object 4"/>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5" name="object 5"/>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6" name="object 6"/>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7" name="object 7"/>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grpSp>
        <p:nvGrpSpPr>
          <p:cNvPr id="27" name="object 27"/>
          <p:cNvGrpSpPr/>
          <p:nvPr/>
        </p:nvGrpSpPr>
        <p:grpSpPr>
          <a:xfrm>
            <a:off x="0" y="4877004"/>
            <a:ext cx="20104100" cy="6431968"/>
            <a:chOff x="0" y="4877004"/>
            <a:chExt cx="20104100" cy="6431968"/>
          </a:xfrm>
        </p:grpSpPr>
        <p:sp>
          <p:nvSpPr>
            <p:cNvPr id="29" name="object 29"/>
            <p:cNvSpPr/>
            <p:nvPr/>
          </p:nvSpPr>
          <p:spPr>
            <a:xfrm>
              <a:off x="9004961" y="4877004"/>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30" name="object 30"/>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31" name="object 31"/>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32" name="object 32"/>
          <p:cNvSpPr txBox="1"/>
          <p:nvPr/>
        </p:nvSpPr>
        <p:spPr>
          <a:xfrm>
            <a:off x="11086438" y="5774443"/>
            <a:ext cx="7865109" cy="3894015"/>
          </a:xfrm>
          <a:prstGeom prst="rect">
            <a:avLst/>
          </a:prstGeom>
        </p:spPr>
        <p:txBody>
          <a:bodyPr vert="horz" wrap="square" lIns="0" tIns="15875" rIns="0" bIns="0" rtlCol="0">
            <a:spAutoFit/>
          </a:bodyPr>
          <a:lstStyle/>
          <a:p>
            <a:pPr marL="12700" algn="just">
              <a:lnSpc>
                <a:spcPct val="100000"/>
              </a:lnSpc>
              <a:spcBef>
                <a:spcPts val="125"/>
              </a:spcBef>
            </a:pPr>
            <a:r>
              <a:rPr lang="pt-BR" sz="3600" b="0" spc="15" dirty="0">
                <a:latin typeface="Montserrat Light"/>
                <a:cs typeface="Montserrat Light"/>
              </a:rPr>
              <a:t>Em uma rede ponto a ponto, as funções de cliente e servidor não são bem definidas, ou seja, em um momento um dispositivo poderá fazer o papel de servidor e, logo após, poderá fazer o papel de um cliente. </a:t>
            </a:r>
          </a:p>
        </p:txBody>
      </p:sp>
      <p:sp>
        <p:nvSpPr>
          <p:cNvPr id="33" name="object 33"/>
          <p:cNvSpPr txBox="1">
            <a:spLocks noGrp="1"/>
          </p:cNvSpPr>
          <p:nvPr>
            <p:ph type="title"/>
          </p:nvPr>
        </p:nvSpPr>
        <p:spPr>
          <a:xfrm>
            <a:off x="2145691" y="1020182"/>
            <a:ext cx="15812717" cy="2968313"/>
          </a:xfrm>
          <a:prstGeom prst="rect">
            <a:avLst/>
          </a:prstGeom>
        </p:spPr>
        <p:txBody>
          <a:bodyPr vert="horz" wrap="square" lIns="0" tIns="12700" rIns="0" bIns="0" rtlCol="0">
            <a:spAutoFit/>
          </a:bodyPr>
          <a:lstStyle/>
          <a:p>
            <a:pPr marL="8952865" marR="5080">
              <a:lnSpc>
                <a:spcPct val="107000"/>
              </a:lnSpc>
              <a:spcBef>
                <a:spcPts val="100"/>
              </a:spcBef>
            </a:pPr>
            <a:r>
              <a:rPr lang="pt-BR" b="1" spc="-15" dirty="0">
                <a:latin typeface="Montserrat ExtraBold"/>
                <a:cs typeface="Montserrat ExtraBold"/>
              </a:rPr>
              <a:t>AIOT – Tipos de redes - Rede Ponto a Ponto</a:t>
            </a:r>
            <a:endParaRPr spc="-25" dirty="0"/>
          </a:p>
        </p:txBody>
      </p:sp>
      <p:pic>
        <p:nvPicPr>
          <p:cNvPr id="34" name="Imagem 33">
            <a:extLst>
              <a:ext uri="{FF2B5EF4-FFF2-40B4-BE49-F238E27FC236}">
                <a16:creationId xmlns:a16="http://schemas.microsoft.com/office/drawing/2014/main" id="{59F67F0E-8835-D6A6-7526-5148CE042AF4}"/>
              </a:ext>
            </a:extLst>
          </p:cNvPr>
          <p:cNvPicPr>
            <a:picLocks noChangeAspect="1"/>
          </p:cNvPicPr>
          <p:nvPr/>
        </p:nvPicPr>
        <p:blipFill>
          <a:blip r:embed="rId3"/>
          <a:stretch>
            <a:fillRect/>
          </a:stretch>
        </p:blipFill>
        <p:spPr>
          <a:xfrm>
            <a:off x="146050" y="1913314"/>
            <a:ext cx="10439400" cy="71164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dirty="0"/>
          </a:p>
        </p:txBody>
      </p:sp>
      <p:pic>
        <p:nvPicPr>
          <p:cNvPr id="3" name="object 3"/>
          <p:cNvPicPr/>
          <p:nvPr/>
        </p:nvPicPr>
        <p:blipFill>
          <a:blip r:embed="rId2" cstate="print"/>
          <a:stretch>
            <a:fillRect/>
          </a:stretch>
        </p:blipFill>
        <p:spPr>
          <a:xfrm>
            <a:off x="261772" y="0"/>
            <a:ext cx="7329619" cy="575898"/>
          </a:xfrm>
          <a:prstGeom prst="rect">
            <a:avLst/>
          </a:prstGeom>
        </p:spPr>
      </p:pic>
      <p:grpSp>
        <p:nvGrpSpPr>
          <p:cNvPr id="4" name="object 4"/>
          <p:cNvGrpSpPr/>
          <p:nvPr/>
        </p:nvGrpSpPr>
        <p:grpSpPr>
          <a:xfrm>
            <a:off x="6387239" y="0"/>
            <a:ext cx="13455650" cy="575945"/>
            <a:chOff x="6387239" y="0"/>
            <a:chExt cx="13455650" cy="575945"/>
          </a:xfrm>
        </p:grpSpPr>
        <p:pic>
          <p:nvPicPr>
            <p:cNvPr id="5" name="object 5"/>
            <p:cNvPicPr/>
            <p:nvPr/>
          </p:nvPicPr>
          <p:blipFill>
            <a:blip r:embed="rId2" cstate="print"/>
            <a:stretch>
              <a:fillRect/>
            </a:stretch>
          </p:blipFill>
          <p:spPr>
            <a:xfrm>
              <a:off x="12512707" y="0"/>
              <a:ext cx="7329619" cy="575898"/>
            </a:xfrm>
            <a:prstGeom prst="rect">
              <a:avLst/>
            </a:prstGeom>
          </p:spPr>
        </p:pic>
        <p:pic>
          <p:nvPicPr>
            <p:cNvPr id="6" name="object 6"/>
            <p:cNvPicPr/>
            <p:nvPr/>
          </p:nvPicPr>
          <p:blipFill>
            <a:blip r:embed="rId2" cstate="print"/>
            <a:stretch>
              <a:fillRect/>
            </a:stretch>
          </p:blipFill>
          <p:spPr>
            <a:xfrm>
              <a:off x="6387239" y="0"/>
              <a:ext cx="7329619" cy="575898"/>
            </a:xfrm>
            <a:prstGeom prst="rect">
              <a:avLst/>
            </a:prstGeom>
          </p:spPr>
        </p:pic>
      </p:grpSp>
      <p:sp>
        <p:nvSpPr>
          <p:cNvPr id="7" name="object 7"/>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8" name="object 8"/>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9" name="object 9"/>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0" name="object 10"/>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1" name="object 11"/>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2" name="object 12"/>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3" name="object 13"/>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4" name="object 14"/>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5" name="object 15"/>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6" name="object 1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7" name="object 17"/>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8" name="object 18"/>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9" name="object 19"/>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0" name="object 20"/>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1" name="object 2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2" name="object 22"/>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3" name="object 23"/>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4" name="object 24"/>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5" name="object 25"/>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6" name="object 26"/>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7" name="object 27"/>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8" name="object 28"/>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9" name="object 29"/>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30" name="object 30"/>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grpSp>
        <p:nvGrpSpPr>
          <p:cNvPr id="31" name="object 31"/>
          <p:cNvGrpSpPr/>
          <p:nvPr/>
        </p:nvGrpSpPr>
        <p:grpSpPr>
          <a:xfrm>
            <a:off x="0" y="4877009"/>
            <a:ext cx="20104100" cy="6431963"/>
            <a:chOff x="0" y="4877009"/>
            <a:chExt cx="20104100" cy="6431963"/>
          </a:xfrm>
        </p:grpSpPr>
        <p:sp>
          <p:nvSpPr>
            <p:cNvPr id="33" name="object 33"/>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86"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77" y="762660"/>
                  </a:lnTo>
                  <a:lnTo>
                    <a:pt x="289217" y="732675"/>
                  </a:lnTo>
                  <a:lnTo>
                    <a:pt x="274358" y="694804"/>
                  </a:lnTo>
                  <a:lnTo>
                    <a:pt x="269405" y="648309"/>
                  </a:lnTo>
                  <a:lnTo>
                    <a:pt x="275488" y="592455"/>
                  </a:lnTo>
                  <a:lnTo>
                    <a:pt x="461670" y="592455"/>
                  </a:lnTo>
                  <a:lnTo>
                    <a:pt x="460578" y="634403"/>
                  </a:lnTo>
                  <a:lnTo>
                    <a:pt x="477113" y="665022"/>
                  </a:lnTo>
                  <a:lnTo>
                    <a:pt x="508876" y="683780"/>
                  </a:lnTo>
                  <a:lnTo>
                    <a:pt x="553491" y="690143"/>
                  </a:lnTo>
                  <a:lnTo>
                    <a:pt x="587768" y="685965"/>
                  </a:lnTo>
                  <a:lnTo>
                    <a:pt x="622033"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35" name="object 35"/>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34" name="object 34"/>
            <p:cNvSpPr/>
            <p:nvPr/>
          </p:nvSpPr>
          <p:spPr>
            <a:xfrm>
              <a:off x="9004961" y="4877009"/>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grpSp>
      <p:pic>
        <p:nvPicPr>
          <p:cNvPr id="38" name="Imagem 37">
            <a:extLst>
              <a:ext uri="{FF2B5EF4-FFF2-40B4-BE49-F238E27FC236}">
                <a16:creationId xmlns:a16="http://schemas.microsoft.com/office/drawing/2014/main" id="{0741A2E9-3FCB-F88B-CC1B-61E77043722B}"/>
              </a:ext>
            </a:extLst>
          </p:cNvPr>
          <p:cNvPicPr>
            <a:picLocks noChangeAspect="1"/>
          </p:cNvPicPr>
          <p:nvPr/>
        </p:nvPicPr>
        <p:blipFill>
          <a:blip r:embed="rId3"/>
          <a:stretch>
            <a:fillRect/>
          </a:stretch>
        </p:blipFill>
        <p:spPr>
          <a:xfrm>
            <a:off x="261772" y="418973"/>
            <a:ext cx="10105244" cy="8778875"/>
          </a:xfrm>
          <a:prstGeom prst="rect">
            <a:avLst/>
          </a:prstGeom>
        </p:spPr>
      </p:pic>
      <p:sp>
        <p:nvSpPr>
          <p:cNvPr id="36" name="object 36"/>
          <p:cNvSpPr txBox="1"/>
          <p:nvPr/>
        </p:nvSpPr>
        <p:spPr>
          <a:xfrm>
            <a:off x="11086438" y="5774443"/>
            <a:ext cx="7865109" cy="2232021"/>
          </a:xfrm>
          <a:prstGeom prst="rect">
            <a:avLst/>
          </a:prstGeom>
        </p:spPr>
        <p:txBody>
          <a:bodyPr vert="horz" wrap="square" lIns="0" tIns="15875" rIns="0" bIns="0" rtlCol="0">
            <a:spAutoFit/>
          </a:bodyPr>
          <a:lstStyle/>
          <a:p>
            <a:pPr marL="12700">
              <a:lnSpc>
                <a:spcPct val="100000"/>
              </a:lnSpc>
              <a:spcBef>
                <a:spcPts val="125"/>
              </a:spcBef>
            </a:pPr>
            <a:r>
              <a:rPr lang="pt-BR" sz="3600" b="0" spc="15" dirty="0">
                <a:solidFill>
                  <a:srgbClr val="C1272C"/>
                </a:solidFill>
                <a:latin typeface="Montserrat Light"/>
                <a:cs typeface="Montserrat Light"/>
              </a:rPr>
              <a:t>No quadro ao lado, você pode observar as vantagens e desvantagens das redes cliente/servidor e ponto a ponto.</a:t>
            </a:r>
          </a:p>
        </p:txBody>
      </p:sp>
      <p:sp>
        <p:nvSpPr>
          <p:cNvPr id="37" name="object 37"/>
          <p:cNvSpPr txBox="1">
            <a:spLocks noGrp="1"/>
          </p:cNvSpPr>
          <p:nvPr>
            <p:ph type="title"/>
          </p:nvPr>
        </p:nvSpPr>
        <p:spPr>
          <a:prstGeom prst="rect">
            <a:avLst/>
          </a:prstGeom>
        </p:spPr>
        <p:txBody>
          <a:bodyPr vert="horz" wrap="square" lIns="0" tIns="12700" rIns="0" bIns="0" rtlCol="0">
            <a:spAutoFit/>
          </a:bodyPr>
          <a:lstStyle/>
          <a:p>
            <a:pPr marL="8952865" marR="5080">
              <a:lnSpc>
                <a:spcPct val="107000"/>
              </a:lnSpc>
              <a:spcBef>
                <a:spcPts val="100"/>
              </a:spcBef>
            </a:pPr>
            <a:r>
              <a:rPr lang="pt-BR" b="1" spc="-15" dirty="0">
                <a:solidFill>
                  <a:srgbClr val="FFFFFF"/>
                </a:solidFill>
                <a:latin typeface="Montserrat ExtraBold"/>
                <a:cs typeface="Montserrat ExtraBold"/>
              </a:rPr>
              <a:t>AIOT – Tipos de redes - Rede Ponto a Ponto</a:t>
            </a:r>
            <a:endParaRPr spc="-25"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grpSp>
        <p:nvGrpSpPr>
          <p:cNvPr id="3" name="object 3"/>
          <p:cNvGrpSpPr/>
          <p:nvPr/>
        </p:nvGrpSpPr>
        <p:grpSpPr>
          <a:xfrm>
            <a:off x="1047088" y="9319087"/>
            <a:ext cx="3693160" cy="942975"/>
            <a:chOff x="1047088" y="9319087"/>
            <a:chExt cx="3693160" cy="942975"/>
          </a:xfrm>
        </p:grpSpPr>
        <p:sp>
          <p:nvSpPr>
            <p:cNvPr id="4" name="object 4"/>
            <p:cNvSpPr/>
            <p:nvPr/>
          </p:nvSpPr>
          <p:spPr>
            <a:xfrm>
              <a:off x="1047151" y="9319087"/>
              <a:ext cx="3693160" cy="942975"/>
            </a:xfrm>
            <a:custGeom>
              <a:avLst/>
              <a:gdLst/>
              <a:ahLst/>
              <a:cxnLst/>
              <a:rect l="l" t="t" r="r" b="b"/>
              <a:pathLst>
                <a:path w="3693160" h="942975">
                  <a:moveTo>
                    <a:pt x="3692955" y="0"/>
                  </a:moveTo>
                  <a:lnTo>
                    <a:pt x="0" y="0"/>
                  </a:lnTo>
                  <a:lnTo>
                    <a:pt x="0" y="942379"/>
                  </a:lnTo>
                  <a:lnTo>
                    <a:pt x="3692955" y="942379"/>
                  </a:lnTo>
                  <a:lnTo>
                    <a:pt x="3692955" y="0"/>
                  </a:lnTo>
                  <a:close/>
                </a:path>
              </a:pathLst>
            </a:custGeom>
            <a:solidFill>
              <a:srgbClr val="E21013"/>
            </a:solidFill>
          </p:spPr>
          <p:txBody>
            <a:bodyPr wrap="square" lIns="0" tIns="0" rIns="0" bIns="0" rtlCol="0"/>
            <a:lstStyle/>
            <a:p>
              <a:endParaRPr/>
            </a:p>
          </p:txBody>
        </p:sp>
        <p:sp>
          <p:nvSpPr>
            <p:cNvPr id="5" name="object 5"/>
            <p:cNvSpPr/>
            <p:nvPr/>
          </p:nvSpPr>
          <p:spPr>
            <a:xfrm>
              <a:off x="1047076" y="9439611"/>
              <a:ext cx="3693160" cy="700405"/>
            </a:xfrm>
            <a:custGeom>
              <a:avLst/>
              <a:gdLst/>
              <a:ahLst/>
              <a:cxnLst/>
              <a:rect l="l" t="t" r="r" b="b"/>
              <a:pathLst>
                <a:path w="3693160" h="700404">
                  <a:moveTo>
                    <a:pt x="198361" y="660984"/>
                  </a:moveTo>
                  <a:lnTo>
                    <a:pt x="0" y="660984"/>
                  </a:lnTo>
                  <a:lnTo>
                    <a:pt x="0" y="685812"/>
                  </a:lnTo>
                  <a:lnTo>
                    <a:pt x="198361" y="685812"/>
                  </a:lnTo>
                  <a:lnTo>
                    <a:pt x="198361" y="660984"/>
                  </a:lnTo>
                  <a:close/>
                </a:path>
                <a:path w="3693160" h="700404">
                  <a:moveTo>
                    <a:pt x="198361" y="502246"/>
                  </a:moveTo>
                  <a:lnTo>
                    <a:pt x="0" y="502246"/>
                  </a:lnTo>
                  <a:lnTo>
                    <a:pt x="0" y="527050"/>
                  </a:lnTo>
                  <a:lnTo>
                    <a:pt x="198361" y="527050"/>
                  </a:lnTo>
                  <a:lnTo>
                    <a:pt x="198361" y="502246"/>
                  </a:lnTo>
                  <a:close/>
                </a:path>
                <a:path w="3693160" h="700404">
                  <a:moveTo>
                    <a:pt x="198361" y="337553"/>
                  </a:moveTo>
                  <a:lnTo>
                    <a:pt x="0" y="337553"/>
                  </a:lnTo>
                  <a:lnTo>
                    <a:pt x="0" y="362356"/>
                  </a:lnTo>
                  <a:lnTo>
                    <a:pt x="198361" y="362356"/>
                  </a:lnTo>
                  <a:lnTo>
                    <a:pt x="198361" y="337553"/>
                  </a:lnTo>
                  <a:close/>
                </a:path>
                <a:path w="3693160" h="700404">
                  <a:moveTo>
                    <a:pt x="198361" y="175056"/>
                  </a:moveTo>
                  <a:lnTo>
                    <a:pt x="0" y="175056"/>
                  </a:lnTo>
                  <a:lnTo>
                    <a:pt x="0" y="199898"/>
                  </a:lnTo>
                  <a:lnTo>
                    <a:pt x="198361" y="199898"/>
                  </a:lnTo>
                  <a:lnTo>
                    <a:pt x="198361" y="175056"/>
                  </a:lnTo>
                  <a:close/>
                </a:path>
                <a:path w="3693160" h="700404">
                  <a:moveTo>
                    <a:pt x="198361" y="16802"/>
                  </a:moveTo>
                  <a:lnTo>
                    <a:pt x="0" y="16802"/>
                  </a:lnTo>
                  <a:lnTo>
                    <a:pt x="0" y="41592"/>
                  </a:lnTo>
                  <a:lnTo>
                    <a:pt x="198361" y="41592"/>
                  </a:lnTo>
                  <a:lnTo>
                    <a:pt x="198361" y="16802"/>
                  </a:lnTo>
                  <a:close/>
                </a:path>
                <a:path w="3693160" h="700404">
                  <a:moveTo>
                    <a:pt x="908532" y="161366"/>
                  </a:moveTo>
                  <a:lnTo>
                    <a:pt x="905624" y="119291"/>
                  </a:lnTo>
                  <a:lnTo>
                    <a:pt x="870216" y="56515"/>
                  </a:lnTo>
                  <a:lnTo>
                    <a:pt x="804735" y="18783"/>
                  </a:lnTo>
                  <a:lnTo>
                    <a:pt x="764209" y="8001"/>
                  </a:lnTo>
                  <a:lnTo>
                    <a:pt x="720382" y="1917"/>
                  </a:lnTo>
                  <a:lnTo>
                    <a:pt x="674649" y="0"/>
                  </a:lnTo>
                  <a:lnTo>
                    <a:pt x="627659" y="1714"/>
                  </a:lnTo>
                  <a:lnTo>
                    <a:pt x="580986" y="7264"/>
                  </a:lnTo>
                  <a:lnTo>
                    <a:pt x="535622" y="17233"/>
                  </a:lnTo>
                  <a:lnTo>
                    <a:pt x="492493" y="32219"/>
                  </a:lnTo>
                  <a:lnTo>
                    <a:pt x="452564" y="52793"/>
                  </a:lnTo>
                  <a:lnTo>
                    <a:pt x="416788" y="79565"/>
                  </a:lnTo>
                  <a:lnTo>
                    <a:pt x="386118" y="113106"/>
                  </a:lnTo>
                  <a:lnTo>
                    <a:pt x="361518" y="154025"/>
                  </a:lnTo>
                  <a:lnTo>
                    <a:pt x="343941" y="202895"/>
                  </a:lnTo>
                  <a:lnTo>
                    <a:pt x="339204" y="254914"/>
                  </a:lnTo>
                  <a:lnTo>
                    <a:pt x="348361" y="300837"/>
                  </a:lnTo>
                  <a:lnTo>
                    <a:pt x="371957" y="338747"/>
                  </a:lnTo>
                  <a:lnTo>
                    <a:pt x="410489" y="366712"/>
                  </a:lnTo>
                  <a:lnTo>
                    <a:pt x="460273" y="387235"/>
                  </a:lnTo>
                  <a:lnTo>
                    <a:pt x="508939" y="402196"/>
                  </a:lnTo>
                  <a:lnTo>
                    <a:pt x="594931" y="424522"/>
                  </a:lnTo>
                  <a:lnTo>
                    <a:pt x="628256" y="436435"/>
                  </a:lnTo>
                  <a:lnTo>
                    <a:pt x="652462" y="451904"/>
                  </a:lnTo>
                  <a:lnTo>
                    <a:pt x="665543" y="473189"/>
                  </a:lnTo>
                  <a:lnTo>
                    <a:pt x="665505" y="502577"/>
                  </a:lnTo>
                  <a:lnTo>
                    <a:pt x="650049" y="531901"/>
                  </a:lnTo>
                  <a:lnTo>
                    <a:pt x="622071" y="552831"/>
                  </a:lnTo>
                  <a:lnTo>
                    <a:pt x="587806" y="565391"/>
                  </a:lnTo>
                  <a:lnTo>
                    <a:pt x="553504" y="569569"/>
                  </a:lnTo>
                  <a:lnTo>
                    <a:pt x="508876" y="563206"/>
                  </a:lnTo>
                  <a:lnTo>
                    <a:pt x="477113" y="544449"/>
                  </a:lnTo>
                  <a:lnTo>
                    <a:pt x="460578" y="513829"/>
                  </a:lnTo>
                  <a:lnTo>
                    <a:pt x="461683" y="471868"/>
                  </a:lnTo>
                  <a:lnTo>
                    <a:pt x="275539" y="471868"/>
                  </a:lnTo>
                  <a:lnTo>
                    <a:pt x="269443" y="527735"/>
                  </a:lnTo>
                  <a:lnTo>
                    <a:pt x="274370" y="574230"/>
                  </a:lnTo>
                  <a:lnTo>
                    <a:pt x="289229" y="612101"/>
                  </a:lnTo>
                  <a:lnTo>
                    <a:pt x="312877" y="642086"/>
                  </a:lnTo>
                  <a:lnTo>
                    <a:pt x="344220" y="664946"/>
                  </a:lnTo>
                  <a:lnTo>
                    <a:pt x="382130" y="681431"/>
                  </a:lnTo>
                  <a:lnTo>
                    <a:pt x="425475" y="692277"/>
                  </a:lnTo>
                  <a:lnTo>
                    <a:pt x="473163" y="698233"/>
                  </a:lnTo>
                  <a:lnTo>
                    <a:pt x="524065" y="700049"/>
                  </a:lnTo>
                  <a:lnTo>
                    <a:pt x="575640" y="697547"/>
                  </a:lnTo>
                  <a:lnTo>
                    <a:pt x="626084" y="690016"/>
                  </a:lnTo>
                  <a:lnTo>
                    <a:pt x="674420" y="677392"/>
                  </a:lnTo>
                  <a:lnTo>
                    <a:pt x="719620" y="659612"/>
                  </a:lnTo>
                  <a:lnTo>
                    <a:pt x="760679" y="636625"/>
                  </a:lnTo>
                  <a:lnTo>
                    <a:pt x="796594" y="608368"/>
                  </a:lnTo>
                  <a:lnTo>
                    <a:pt x="826350" y="574789"/>
                  </a:lnTo>
                  <a:lnTo>
                    <a:pt x="848969" y="535825"/>
                  </a:lnTo>
                  <a:lnTo>
                    <a:pt x="863409" y="491413"/>
                  </a:lnTo>
                  <a:lnTo>
                    <a:pt x="869188" y="436968"/>
                  </a:lnTo>
                  <a:lnTo>
                    <a:pt x="862253" y="393585"/>
                  </a:lnTo>
                  <a:lnTo>
                    <a:pt x="844715" y="359727"/>
                  </a:lnTo>
                  <a:lnTo>
                    <a:pt x="786193" y="314401"/>
                  </a:lnTo>
                  <a:lnTo>
                    <a:pt x="749401" y="299821"/>
                  </a:lnTo>
                  <a:lnTo>
                    <a:pt x="710374" y="288569"/>
                  </a:lnTo>
                  <a:lnTo>
                    <a:pt x="634009" y="269887"/>
                  </a:lnTo>
                  <a:lnTo>
                    <a:pt x="598487" y="259118"/>
                  </a:lnTo>
                  <a:lnTo>
                    <a:pt x="566508" y="244424"/>
                  </a:lnTo>
                  <a:lnTo>
                    <a:pt x="545211" y="222923"/>
                  </a:lnTo>
                  <a:lnTo>
                    <a:pt x="541718" y="191719"/>
                  </a:lnTo>
                  <a:lnTo>
                    <a:pt x="553250" y="167982"/>
                  </a:lnTo>
                  <a:lnTo>
                    <a:pt x="574878" y="148437"/>
                  </a:lnTo>
                  <a:lnTo>
                    <a:pt x="603186" y="135178"/>
                  </a:lnTo>
                  <a:lnTo>
                    <a:pt x="634784" y="130302"/>
                  </a:lnTo>
                  <a:lnTo>
                    <a:pt x="656831" y="131686"/>
                  </a:lnTo>
                  <a:lnTo>
                    <a:pt x="701929" y="151726"/>
                  </a:lnTo>
                  <a:lnTo>
                    <a:pt x="716407" y="192938"/>
                  </a:lnTo>
                  <a:lnTo>
                    <a:pt x="713600" y="211264"/>
                  </a:lnTo>
                  <a:lnTo>
                    <a:pt x="899718" y="211264"/>
                  </a:lnTo>
                  <a:lnTo>
                    <a:pt x="908532" y="161366"/>
                  </a:lnTo>
                  <a:close/>
                </a:path>
                <a:path w="3693160" h="700404">
                  <a:moveTo>
                    <a:pt x="1580984" y="13944"/>
                  </a:moveTo>
                  <a:lnTo>
                    <a:pt x="1069111" y="13944"/>
                  </a:lnTo>
                  <a:lnTo>
                    <a:pt x="926261" y="685939"/>
                  </a:lnTo>
                  <a:lnTo>
                    <a:pt x="1438148" y="685939"/>
                  </a:lnTo>
                  <a:lnTo>
                    <a:pt x="1465910" y="555612"/>
                  </a:lnTo>
                  <a:lnTo>
                    <a:pt x="1140142" y="555612"/>
                  </a:lnTo>
                  <a:lnTo>
                    <a:pt x="1170393" y="413207"/>
                  </a:lnTo>
                  <a:lnTo>
                    <a:pt x="1470088" y="413207"/>
                  </a:lnTo>
                  <a:lnTo>
                    <a:pt x="1497698" y="282968"/>
                  </a:lnTo>
                  <a:lnTo>
                    <a:pt x="1198003" y="282968"/>
                  </a:lnTo>
                  <a:lnTo>
                    <a:pt x="1227467" y="144246"/>
                  </a:lnTo>
                  <a:lnTo>
                    <a:pt x="1553235" y="144246"/>
                  </a:lnTo>
                  <a:lnTo>
                    <a:pt x="1580984" y="13944"/>
                  </a:lnTo>
                  <a:close/>
                </a:path>
                <a:path w="3693160" h="700404">
                  <a:moveTo>
                    <a:pt x="2341359" y="13944"/>
                  </a:moveTo>
                  <a:lnTo>
                    <a:pt x="2173846" y="13944"/>
                  </a:lnTo>
                  <a:lnTo>
                    <a:pt x="2067737" y="512787"/>
                  </a:lnTo>
                  <a:lnTo>
                    <a:pt x="2065578" y="514692"/>
                  </a:lnTo>
                  <a:lnTo>
                    <a:pt x="1984095" y="171284"/>
                  </a:lnTo>
                  <a:lnTo>
                    <a:pt x="1946757" y="13944"/>
                  </a:lnTo>
                  <a:lnTo>
                    <a:pt x="1686153" y="13944"/>
                  </a:lnTo>
                  <a:lnTo>
                    <a:pt x="1543291" y="685939"/>
                  </a:lnTo>
                  <a:lnTo>
                    <a:pt x="1710829" y="685939"/>
                  </a:lnTo>
                  <a:lnTo>
                    <a:pt x="1820202" y="171284"/>
                  </a:lnTo>
                  <a:lnTo>
                    <a:pt x="1822056" y="171284"/>
                  </a:lnTo>
                  <a:lnTo>
                    <a:pt x="1940699" y="685939"/>
                  </a:lnTo>
                  <a:lnTo>
                    <a:pt x="2198522" y="685939"/>
                  </a:lnTo>
                  <a:lnTo>
                    <a:pt x="2234920" y="514692"/>
                  </a:lnTo>
                  <a:lnTo>
                    <a:pt x="2341359" y="13944"/>
                  </a:lnTo>
                  <a:close/>
                </a:path>
                <a:path w="3693160" h="700404">
                  <a:moveTo>
                    <a:pt x="3024975" y="685939"/>
                  </a:moveTo>
                  <a:lnTo>
                    <a:pt x="3001073" y="554697"/>
                  </a:lnTo>
                  <a:lnTo>
                    <a:pt x="2977337" y="424408"/>
                  </a:lnTo>
                  <a:lnTo>
                    <a:pt x="2926486" y="145161"/>
                  </a:lnTo>
                  <a:lnTo>
                    <a:pt x="2902597" y="13944"/>
                  </a:lnTo>
                  <a:lnTo>
                    <a:pt x="2779903" y="13944"/>
                  </a:lnTo>
                  <a:lnTo>
                    <a:pt x="2779903" y="424408"/>
                  </a:lnTo>
                  <a:lnTo>
                    <a:pt x="2600274" y="424408"/>
                  </a:lnTo>
                  <a:lnTo>
                    <a:pt x="2750870" y="145161"/>
                  </a:lnTo>
                  <a:lnTo>
                    <a:pt x="2753652" y="145161"/>
                  </a:lnTo>
                  <a:lnTo>
                    <a:pt x="2779903" y="424408"/>
                  </a:lnTo>
                  <a:lnTo>
                    <a:pt x="2779903" y="13944"/>
                  </a:lnTo>
                  <a:lnTo>
                    <a:pt x="2675483" y="13944"/>
                  </a:lnTo>
                  <a:lnTo>
                    <a:pt x="2267369" y="685939"/>
                  </a:lnTo>
                  <a:lnTo>
                    <a:pt x="2453525" y="685939"/>
                  </a:lnTo>
                  <a:lnTo>
                    <a:pt x="2525179" y="554697"/>
                  </a:lnTo>
                  <a:lnTo>
                    <a:pt x="2797886" y="554697"/>
                  </a:lnTo>
                  <a:lnTo>
                    <a:pt x="2814637" y="685939"/>
                  </a:lnTo>
                  <a:lnTo>
                    <a:pt x="3024975" y="685939"/>
                  </a:lnTo>
                  <a:close/>
                </a:path>
                <a:path w="3693160" h="700404">
                  <a:moveTo>
                    <a:pt x="3424682" y="13944"/>
                  </a:moveTo>
                  <a:lnTo>
                    <a:pt x="3238550" y="13944"/>
                  </a:lnTo>
                  <a:lnTo>
                    <a:pt x="3095675" y="685939"/>
                  </a:lnTo>
                  <a:lnTo>
                    <a:pt x="3281845" y="685939"/>
                  </a:lnTo>
                  <a:lnTo>
                    <a:pt x="3424682" y="13944"/>
                  </a:lnTo>
                  <a:close/>
                </a:path>
                <a:path w="3693160" h="700404">
                  <a:moveTo>
                    <a:pt x="3692931" y="660984"/>
                  </a:moveTo>
                  <a:lnTo>
                    <a:pt x="3494582" y="660984"/>
                  </a:lnTo>
                  <a:lnTo>
                    <a:pt x="3494582" y="685812"/>
                  </a:lnTo>
                  <a:lnTo>
                    <a:pt x="3692931" y="685812"/>
                  </a:lnTo>
                  <a:lnTo>
                    <a:pt x="3692931" y="660984"/>
                  </a:lnTo>
                  <a:close/>
                </a:path>
                <a:path w="3693160" h="700404">
                  <a:moveTo>
                    <a:pt x="3692931" y="502246"/>
                  </a:moveTo>
                  <a:lnTo>
                    <a:pt x="3494582" y="502246"/>
                  </a:lnTo>
                  <a:lnTo>
                    <a:pt x="3494582" y="527050"/>
                  </a:lnTo>
                  <a:lnTo>
                    <a:pt x="3692931" y="527050"/>
                  </a:lnTo>
                  <a:lnTo>
                    <a:pt x="3692931" y="502246"/>
                  </a:lnTo>
                  <a:close/>
                </a:path>
                <a:path w="3693160" h="700404">
                  <a:moveTo>
                    <a:pt x="3692931" y="337553"/>
                  </a:moveTo>
                  <a:lnTo>
                    <a:pt x="3494582" y="337553"/>
                  </a:lnTo>
                  <a:lnTo>
                    <a:pt x="3494582" y="362356"/>
                  </a:lnTo>
                  <a:lnTo>
                    <a:pt x="3692931" y="362356"/>
                  </a:lnTo>
                  <a:lnTo>
                    <a:pt x="3692931" y="337553"/>
                  </a:lnTo>
                  <a:close/>
                </a:path>
                <a:path w="3693160" h="700404">
                  <a:moveTo>
                    <a:pt x="3692931" y="175056"/>
                  </a:moveTo>
                  <a:lnTo>
                    <a:pt x="3494582" y="175056"/>
                  </a:lnTo>
                  <a:lnTo>
                    <a:pt x="3494582" y="199898"/>
                  </a:lnTo>
                  <a:lnTo>
                    <a:pt x="3692931" y="199898"/>
                  </a:lnTo>
                  <a:lnTo>
                    <a:pt x="3692931" y="175056"/>
                  </a:lnTo>
                  <a:close/>
                </a:path>
                <a:path w="3693160" h="700404">
                  <a:moveTo>
                    <a:pt x="3692931" y="16802"/>
                  </a:moveTo>
                  <a:lnTo>
                    <a:pt x="3494582" y="16802"/>
                  </a:lnTo>
                  <a:lnTo>
                    <a:pt x="3494582" y="41592"/>
                  </a:lnTo>
                  <a:lnTo>
                    <a:pt x="3692931" y="41592"/>
                  </a:lnTo>
                  <a:lnTo>
                    <a:pt x="3692931" y="16802"/>
                  </a:lnTo>
                  <a:close/>
                </a:path>
              </a:pathLst>
            </a:custGeom>
            <a:solidFill>
              <a:srgbClr val="FFFFFF"/>
            </a:solidFill>
          </p:spPr>
          <p:txBody>
            <a:bodyPr wrap="square" lIns="0" tIns="0" rIns="0" bIns="0" rtlCol="0"/>
            <a:lstStyle/>
            <a:p>
              <a:endParaRPr/>
            </a:p>
          </p:txBody>
        </p:sp>
      </p:gr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7" name="object 7"/>
          <p:cNvSpPr/>
          <p:nvPr/>
        </p:nvSpPr>
        <p:spPr>
          <a:xfrm>
            <a:off x="10418530"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0418530"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0418530"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0680303"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0680303"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0680303"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0942075"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0942075"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0942075"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1203847"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1203847"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1203847"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1465619"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1465619"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1465619"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1727391"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1727391"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1727391"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1989163"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1989163"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1989163"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2250935"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2250935"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2250935"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3" name="object 33"/>
          <p:cNvSpPr/>
          <p:nvPr/>
        </p:nvSpPr>
        <p:spPr>
          <a:xfrm>
            <a:off x="4740104" y="3017179"/>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34" name="object 34"/>
          <p:cNvSpPr txBox="1"/>
          <p:nvPr/>
        </p:nvSpPr>
        <p:spPr>
          <a:xfrm>
            <a:off x="997861" y="3271216"/>
            <a:ext cx="4660222" cy="6722994"/>
          </a:xfrm>
          <a:prstGeom prst="rect">
            <a:avLst/>
          </a:prstGeom>
        </p:spPr>
        <p:txBody>
          <a:bodyPr vert="horz" wrap="square" lIns="0" tIns="13335" rIns="0" bIns="0" rtlCol="0">
            <a:spAutoFit/>
          </a:bodyPr>
          <a:lstStyle/>
          <a:p>
            <a:pPr marL="12700" marR="5080" indent="624840" algn="r">
              <a:lnSpc>
                <a:spcPct val="100000"/>
              </a:lnSpc>
              <a:spcBef>
                <a:spcPts val="105"/>
              </a:spcBef>
            </a:pPr>
            <a:r>
              <a:rPr lang="pt-BR" sz="2550" dirty="0">
                <a:latin typeface="Montserrat"/>
                <a:cs typeface="Montserrat"/>
              </a:rPr>
              <a:t>O Modelo de Referência OSI (Open Systems </a:t>
            </a:r>
            <a:r>
              <a:rPr lang="pt-BR" sz="2550" dirty="0" err="1">
                <a:latin typeface="Montserrat"/>
                <a:cs typeface="Montserrat"/>
              </a:rPr>
              <a:t>Interconnection</a:t>
            </a:r>
            <a:r>
              <a:rPr lang="pt-BR" sz="2550" dirty="0">
                <a:latin typeface="Montserrat"/>
                <a:cs typeface="Montserrat"/>
              </a:rPr>
              <a:t>) foi criado pela ISO4 (</a:t>
            </a:r>
            <a:r>
              <a:rPr lang="pt-BR" sz="2550" dirty="0" err="1">
                <a:latin typeface="Montserrat"/>
                <a:cs typeface="Montserrat"/>
              </a:rPr>
              <a:t>International</a:t>
            </a:r>
            <a:r>
              <a:rPr lang="pt-BR" sz="2550" dirty="0">
                <a:latin typeface="Montserrat"/>
                <a:cs typeface="Montserrat"/>
              </a:rPr>
              <a:t> </a:t>
            </a:r>
            <a:r>
              <a:rPr lang="pt-BR" sz="2550" dirty="0" err="1">
                <a:latin typeface="Montserrat"/>
                <a:cs typeface="Montserrat"/>
              </a:rPr>
              <a:t>Organization</a:t>
            </a:r>
            <a:r>
              <a:rPr lang="pt-BR" sz="2550" dirty="0">
                <a:latin typeface="Montserrat"/>
                <a:cs typeface="Montserrat"/>
              </a:rPr>
              <a:t> for </a:t>
            </a:r>
            <a:r>
              <a:rPr lang="pt-BR" sz="2550" dirty="0" err="1">
                <a:latin typeface="Montserrat"/>
                <a:cs typeface="Montserrat"/>
              </a:rPr>
              <a:t>Standardization</a:t>
            </a:r>
            <a:r>
              <a:rPr lang="pt-BR" sz="2550" dirty="0">
                <a:latin typeface="Montserrat"/>
                <a:cs typeface="Montserrat"/>
              </a:rPr>
              <a:t>) em 1984 para manter uma maior interoperabilidade e compatibilidade entre as diversas tecnologias de rede existentes.</a:t>
            </a:r>
          </a:p>
          <a:p>
            <a:pPr marL="12700" marR="5080" indent="624840" algn="r">
              <a:lnSpc>
                <a:spcPct val="100000"/>
              </a:lnSpc>
              <a:spcBef>
                <a:spcPts val="105"/>
              </a:spcBef>
            </a:pPr>
            <a:endParaRPr lang="pt-BR" sz="2550" dirty="0">
              <a:latin typeface="Montserrat"/>
              <a:cs typeface="Montserrat"/>
            </a:endParaRPr>
          </a:p>
          <a:p>
            <a:pPr marL="12700" marR="5080" indent="624840" algn="r">
              <a:lnSpc>
                <a:spcPct val="100000"/>
              </a:lnSpc>
              <a:spcBef>
                <a:spcPts val="105"/>
              </a:spcBef>
            </a:pPr>
            <a:r>
              <a:rPr lang="pt-BR" sz="2550" dirty="0">
                <a:latin typeface="Montserrat"/>
                <a:cs typeface="Montserrat"/>
              </a:rPr>
              <a:t>O modelo OSI é composto de sete camadas conforme descritas na figura a seguir</a:t>
            </a:r>
          </a:p>
          <a:p>
            <a:pPr marL="12700" marR="5080" indent="624840" algn="r">
              <a:lnSpc>
                <a:spcPct val="100000"/>
              </a:lnSpc>
              <a:spcBef>
                <a:spcPts val="105"/>
              </a:spcBef>
            </a:pPr>
            <a:endParaRPr sz="2550" dirty="0">
              <a:latin typeface="Montserrat"/>
              <a:cs typeface="Montserrat"/>
            </a:endParaRPr>
          </a:p>
        </p:txBody>
      </p:sp>
      <p:sp>
        <p:nvSpPr>
          <p:cNvPr id="35" name="object 35"/>
          <p:cNvSpPr txBox="1">
            <a:spLocks noGrp="1"/>
          </p:cNvSpPr>
          <p:nvPr>
            <p:ph type="title"/>
          </p:nvPr>
        </p:nvSpPr>
        <p:spPr>
          <a:xfrm>
            <a:off x="421765" y="1780176"/>
            <a:ext cx="5354107" cy="1089657"/>
          </a:xfrm>
          <a:prstGeom prst="rect">
            <a:avLst/>
          </a:prstGeom>
        </p:spPr>
        <p:txBody>
          <a:bodyPr vert="horz" wrap="square" lIns="0" tIns="12065" rIns="0" bIns="0" rtlCol="0">
            <a:spAutoFit/>
          </a:bodyPr>
          <a:lstStyle/>
          <a:p>
            <a:pPr marL="1231900">
              <a:lnSpc>
                <a:spcPts val="4255"/>
              </a:lnSpc>
              <a:spcBef>
                <a:spcPts val="95"/>
              </a:spcBef>
            </a:pPr>
            <a:r>
              <a:rPr lang="pt-BR" sz="3550" b="1" spc="-5" dirty="0"/>
              <a:t>AIOT – Modelo de Referência OSI</a:t>
            </a:r>
            <a:endParaRPr lang="pt-BR" sz="3550" b="1" dirty="0">
              <a:latin typeface="Montserrat ExtraBold"/>
              <a:cs typeface="Montserrat ExtraBold"/>
            </a:endParaRPr>
          </a:p>
        </p:txBody>
      </p:sp>
      <p:pic>
        <p:nvPicPr>
          <p:cNvPr id="39" name="Imagem 38">
            <a:extLst>
              <a:ext uri="{FF2B5EF4-FFF2-40B4-BE49-F238E27FC236}">
                <a16:creationId xmlns:a16="http://schemas.microsoft.com/office/drawing/2014/main" id="{FBA32953-685A-9183-C62A-7194099D29B7}"/>
              </a:ext>
            </a:extLst>
          </p:cNvPr>
          <p:cNvPicPr>
            <a:picLocks noChangeAspect="1"/>
          </p:cNvPicPr>
          <p:nvPr/>
        </p:nvPicPr>
        <p:blipFill>
          <a:blip r:embed="rId2"/>
          <a:stretch>
            <a:fillRect/>
          </a:stretch>
        </p:blipFill>
        <p:spPr>
          <a:xfrm>
            <a:off x="9697849" y="2125012"/>
            <a:ext cx="5734276" cy="76232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64003" y="9319087"/>
            <a:ext cx="3693160" cy="942975"/>
            <a:chOff x="15364003" y="9319087"/>
            <a:chExt cx="3693160" cy="942975"/>
          </a:xfrm>
        </p:grpSpPr>
        <p:sp>
          <p:nvSpPr>
            <p:cNvPr id="3" name="object 3"/>
            <p:cNvSpPr/>
            <p:nvPr/>
          </p:nvSpPr>
          <p:spPr>
            <a:xfrm>
              <a:off x="15364066" y="9319087"/>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4" name="object 4"/>
            <p:cNvSpPr/>
            <p:nvPr/>
          </p:nvSpPr>
          <p:spPr>
            <a:xfrm>
              <a:off x="15364003" y="9439611"/>
              <a:ext cx="3693160" cy="700405"/>
            </a:xfrm>
            <a:custGeom>
              <a:avLst/>
              <a:gdLst/>
              <a:ahLst/>
              <a:cxnLst/>
              <a:rect l="l" t="t" r="r" b="b"/>
              <a:pathLst>
                <a:path w="3693159" h="700404">
                  <a:moveTo>
                    <a:pt x="198348" y="660984"/>
                  </a:moveTo>
                  <a:lnTo>
                    <a:pt x="0" y="660984"/>
                  </a:lnTo>
                  <a:lnTo>
                    <a:pt x="0" y="685812"/>
                  </a:lnTo>
                  <a:lnTo>
                    <a:pt x="198348" y="685812"/>
                  </a:lnTo>
                  <a:lnTo>
                    <a:pt x="198348" y="660984"/>
                  </a:lnTo>
                  <a:close/>
                </a:path>
                <a:path w="3693159" h="700404">
                  <a:moveTo>
                    <a:pt x="198348" y="502246"/>
                  </a:moveTo>
                  <a:lnTo>
                    <a:pt x="0" y="502246"/>
                  </a:lnTo>
                  <a:lnTo>
                    <a:pt x="0" y="527050"/>
                  </a:lnTo>
                  <a:lnTo>
                    <a:pt x="198348" y="527050"/>
                  </a:lnTo>
                  <a:lnTo>
                    <a:pt x="198348" y="502246"/>
                  </a:lnTo>
                  <a:close/>
                </a:path>
                <a:path w="3693159" h="700404">
                  <a:moveTo>
                    <a:pt x="198348" y="337553"/>
                  </a:moveTo>
                  <a:lnTo>
                    <a:pt x="0" y="337553"/>
                  </a:lnTo>
                  <a:lnTo>
                    <a:pt x="0" y="362356"/>
                  </a:lnTo>
                  <a:lnTo>
                    <a:pt x="198348" y="362356"/>
                  </a:lnTo>
                  <a:lnTo>
                    <a:pt x="198348" y="337553"/>
                  </a:lnTo>
                  <a:close/>
                </a:path>
                <a:path w="3693159" h="700404">
                  <a:moveTo>
                    <a:pt x="198348" y="175056"/>
                  </a:moveTo>
                  <a:lnTo>
                    <a:pt x="0" y="175056"/>
                  </a:lnTo>
                  <a:lnTo>
                    <a:pt x="0" y="199898"/>
                  </a:lnTo>
                  <a:lnTo>
                    <a:pt x="198348" y="199898"/>
                  </a:lnTo>
                  <a:lnTo>
                    <a:pt x="198348" y="175056"/>
                  </a:lnTo>
                  <a:close/>
                </a:path>
                <a:path w="3693159" h="700404">
                  <a:moveTo>
                    <a:pt x="198348" y="16802"/>
                  </a:moveTo>
                  <a:lnTo>
                    <a:pt x="0" y="16802"/>
                  </a:lnTo>
                  <a:lnTo>
                    <a:pt x="0" y="41592"/>
                  </a:lnTo>
                  <a:lnTo>
                    <a:pt x="198348" y="41592"/>
                  </a:lnTo>
                  <a:lnTo>
                    <a:pt x="198348" y="16802"/>
                  </a:lnTo>
                  <a:close/>
                </a:path>
                <a:path w="3693159" h="700404">
                  <a:moveTo>
                    <a:pt x="908519" y="161366"/>
                  </a:moveTo>
                  <a:lnTo>
                    <a:pt x="906360" y="130302"/>
                  </a:lnTo>
                  <a:lnTo>
                    <a:pt x="905611" y="119291"/>
                  </a:lnTo>
                  <a:lnTo>
                    <a:pt x="892365" y="84518"/>
                  </a:lnTo>
                  <a:lnTo>
                    <a:pt x="840524" y="34785"/>
                  </a:lnTo>
                  <a:lnTo>
                    <a:pt x="804722" y="18783"/>
                  </a:lnTo>
                  <a:lnTo>
                    <a:pt x="764197" y="8001"/>
                  </a:lnTo>
                  <a:lnTo>
                    <a:pt x="720369" y="1917"/>
                  </a:lnTo>
                  <a:lnTo>
                    <a:pt x="674636" y="0"/>
                  </a:lnTo>
                  <a:lnTo>
                    <a:pt x="627634" y="1714"/>
                  </a:lnTo>
                  <a:lnTo>
                    <a:pt x="580974" y="7264"/>
                  </a:lnTo>
                  <a:lnTo>
                    <a:pt x="535597" y="17233"/>
                  </a:lnTo>
                  <a:lnTo>
                    <a:pt x="492467" y="32219"/>
                  </a:lnTo>
                  <a:lnTo>
                    <a:pt x="452539" y="52793"/>
                  </a:lnTo>
                  <a:lnTo>
                    <a:pt x="416775" y="79565"/>
                  </a:lnTo>
                  <a:lnTo>
                    <a:pt x="386105" y="113106"/>
                  </a:lnTo>
                  <a:lnTo>
                    <a:pt x="361505" y="154025"/>
                  </a:lnTo>
                  <a:lnTo>
                    <a:pt x="343928" y="202895"/>
                  </a:lnTo>
                  <a:lnTo>
                    <a:pt x="339178" y="254914"/>
                  </a:lnTo>
                  <a:lnTo>
                    <a:pt x="348348" y="300837"/>
                  </a:lnTo>
                  <a:lnTo>
                    <a:pt x="371932" y="338747"/>
                  </a:lnTo>
                  <a:lnTo>
                    <a:pt x="410464" y="366712"/>
                  </a:lnTo>
                  <a:lnTo>
                    <a:pt x="460248" y="387235"/>
                  </a:lnTo>
                  <a:lnTo>
                    <a:pt x="508927" y="402196"/>
                  </a:lnTo>
                  <a:lnTo>
                    <a:pt x="594918" y="424522"/>
                  </a:lnTo>
                  <a:lnTo>
                    <a:pt x="628230" y="436435"/>
                  </a:lnTo>
                  <a:lnTo>
                    <a:pt x="652437" y="451904"/>
                  </a:lnTo>
                  <a:lnTo>
                    <a:pt x="665518" y="473189"/>
                  </a:lnTo>
                  <a:lnTo>
                    <a:pt x="665480" y="502577"/>
                  </a:lnTo>
                  <a:lnTo>
                    <a:pt x="650036" y="531901"/>
                  </a:lnTo>
                  <a:lnTo>
                    <a:pt x="622058" y="552831"/>
                  </a:lnTo>
                  <a:lnTo>
                    <a:pt x="587781" y="565391"/>
                  </a:lnTo>
                  <a:lnTo>
                    <a:pt x="553491" y="569569"/>
                  </a:lnTo>
                  <a:lnTo>
                    <a:pt x="508863" y="563206"/>
                  </a:lnTo>
                  <a:lnTo>
                    <a:pt x="477088" y="544449"/>
                  </a:lnTo>
                  <a:lnTo>
                    <a:pt x="460565" y="513829"/>
                  </a:lnTo>
                  <a:lnTo>
                    <a:pt x="461657" y="471868"/>
                  </a:lnTo>
                  <a:lnTo>
                    <a:pt x="275513" y="471868"/>
                  </a:lnTo>
                  <a:lnTo>
                    <a:pt x="269417" y="527735"/>
                  </a:lnTo>
                  <a:lnTo>
                    <a:pt x="274345" y="574230"/>
                  </a:lnTo>
                  <a:lnTo>
                    <a:pt x="289204" y="612101"/>
                  </a:lnTo>
                  <a:lnTo>
                    <a:pt x="312864" y="642086"/>
                  </a:lnTo>
                  <a:lnTo>
                    <a:pt x="344195" y="664946"/>
                  </a:lnTo>
                  <a:lnTo>
                    <a:pt x="382104" y="681431"/>
                  </a:lnTo>
                  <a:lnTo>
                    <a:pt x="425462" y="692277"/>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89"/>
                  </a:lnTo>
                  <a:lnTo>
                    <a:pt x="829360" y="569569"/>
                  </a:lnTo>
                  <a:lnTo>
                    <a:pt x="848944" y="535825"/>
                  </a:lnTo>
                  <a:lnTo>
                    <a:pt x="863396" y="491413"/>
                  </a:lnTo>
                  <a:lnTo>
                    <a:pt x="869175" y="436968"/>
                  </a:lnTo>
                  <a:lnTo>
                    <a:pt x="862241" y="393585"/>
                  </a:lnTo>
                  <a:lnTo>
                    <a:pt x="844702" y="359727"/>
                  </a:lnTo>
                  <a:lnTo>
                    <a:pt x="786168" y="314401"/>
                  </a:lnTo>
                  <a:lnTo>
                    <a:pt x="749376" y="299821"/>
                  </a:lnTo>
                  <a:lnTo>
                    <a:pt x="710349" y="288569"/>
                  </a:lnTo>
                  <a:lnTo>
                    <a:pt x="633984" y="269887"/>
                  </a:lnTo>
                  <a:lnTo>
                    <a:pt x="598474" y="259118"/>
                  </a:lnTo>
                  <a:lnTo>
                    <a:pt x="566496" y="244424"/>
                  </a:lnTo>
                  <a:lnTo>
                    <a:pt x="545185" y="222923"/>
                  </a:lnTo>
                  <a:lnTo>
                    <a:pt x="541693" y="191719"/>
                  </a:lnTo>
                  <a:lnTo>
                    <a:pt x="553224" y="167982"/>
                  </a:lnTo>
                  <a:lnTo>
                    <a:pt x="574852" y="148437"/>
                  </a:lnTo>
                  <a:lnTo>
                    <a:pt x="603161" y="135178"/>
                  </a:lnTo>
                  <a:lnTo>
                    <a:pt x="634758" y="130302"/>
                  </a:lnTo>
                  <a:lnTo>
                    <a:pt x="656818" y="131686"/>
                  </a:lnTo>
                  <a:lnTo>
                    <a:pt x="701903" y="151726"/>
                  </a:lnTo>
                  <a:lnTo>
                    <a:pt x="716381" y="192938"/>
                  </a:lnTo>
                  <a:lnTo>
                    <a:pt x="713574" y="211264"/>
                  </a:lnTo>
                  <a:lnTo>
                    <a:pt x="899693" y="211264"/>
                  </a:lnTo>
                  <a:lnTo>
                    <a:pt x="908519" y="161366"/>
                  </a:lnTo>
                  <a:close/>
                </a:path>
                <a:path w="3693159" h="700404">
                  <a:moveTo>
                    <a:pt x="1580972" y="13944"/>
                  </a:moveTo>
                  <a:lnTo>
                    <a:pt x="1069098" y="13944"/>
                  </a:lnTo>
                  <a:lnTo>
                    <a:pt x="926249" y="685939"/>
                  </a:lnTo>
                  <a:lnTo>
                    <a:pt x="1438135" y="685939"/>
                  </a:lnTo>
                  <a:lnTo>
                    <a:pt x="1465884" y="555612"/>
                  </a:lnTo>
                  <a:lnTo>
                    <a:pt x="1140129" y="555612"/>
                  </a:lnTo>
                  <a:lnTo>
                    <a:pt x="1170381" y="413207"/>
                  </a:lnTo>
                  <a:lnTo>
                    <a:pt x="1470063" y="413207"/>
                  </a:lnTo>
                  <a:lnTo>
                    <a:pt x="1497672" y="282968"/>
                  </a:lnTo>
                  <a:lnTo>
                    <a:pt x="1197978" y="282968"/>
                  </a:lnTo>
                  <a:lnTo>
                    <a:pt x="1227455" y="144246"/>
                  </a:lnTo>
                  <a:lnTo>
                    <a:pt x="1553210" y="144246"/>
                  </a:lnTo>
                  <a:lnTo>
                    <a:pt x="1580972" y="13944"/>
                  </a:lnTo>
                  <a:close/>
                </a:path>
                <a:path w="3693159" h="700404">
                  <a:moveTo>
                    <a:pt x="2341346" y="13944"/>
                  </a:moveTo>
                  <a:lnTo>
                    <a:pt x="2173833" y="13944"/>
                  </a:lnTo>
                  <a:lnTo>
                    <a:pt x="2067725" y="512787"/>
                  </a:lnTo>
                  <a:lnTo>
                    <a:pt x="2065553" y="514692"/>
                  </a:lnTo>
                  <a:lnTo>
                    <a:pt x="1984070" y="171284"/>
                  </a:lnTo>
                  <a:lnTo>
                    <a:pt x="1946732" y="13944"/>
                  </a:lnTo>
                  <a:lnTo>
                    <a:pt x="1686140" y="13944"/>
                  </a:lnTo>
                  <a:lnTo>
                    <a:pt x="1543278" y="685939"/>
                  </a:lnTo>
                  <a:lnTo>
                    <a:pt x="1710817" y="685939"/>
                  </a:lnTo>
                  <a:lnTo>
                    <a:pt x="1820189" y="171284"/>
                  </a:lnTo>
                  <a:lnTo>
                    <a:pt x="1822030" y="171284"/>
                  </a:lnTo>
                  <a:lnTo>
                    <a:pt x="1940687" y="685939"/>
                  </a:lnTo>
                  <a:lnTo>
                    <a:pt x="2198497" y="685939"/>
                  </a:lnTo>
                  <a:lnTo>
                    <a:pt x="2234895" y="514692"/>
                  </a:lnTo>
                  <a:lnTo>
                    <a:pt x="2341346" y="13944"/>
                  </a:lnTo>
                  <a:close/>
                </a:path>
                <a:path w="3693159" h="700404">
                  <a:moveTo>
                    <a:pt x="3024949" y="685939"/>
                  </a:moveTo>
                  <a:lnTo>
                    <a:pt x="3001048" y="554697"/>
                  </a:lnTo>
                  <a:lnTo>
                    <a:pt x="2977324" y="424408"/>
                  </a:lnTo>
                  <a:lnTo>
                    <a:pt x="2926461" y="145161"/>
                  </a:lnTo>
                  <a:lnTo>
                    <a:pt x="2902572" y="13944"/>
                  </a:lnTo>
                  <a:lnTo>
                    <a:pt x="2779877" y="13944"/>
                  </a:lnTo>
                  <a:lnTo>
                    <a:pt x="2779877" y="424408"/>
                  </a:lnTo>
                  <a:lnTo>
                    <a:pt x="2600248" y="424408"/>
                  </a:lnTo>
                  <a:lnTo>
                    <a:pt x="2750858" y="145161"/>
                  </a:lnTo>
                  <a:lnTo>
                    <a:pt x="2753639" y="145161"/>
                  </a:lnTo>
                  <a:lnTo>
                    <a:pt x="2779877" y="424408"/>
                  </a:lnTo>
                  <a:lnTo>
                    <a:pt x="2779877" y="13944"/>
                  </a:lnTo>
                  <a:lnTo>
                    <a:pt x="2675471" y="13944"/>
                  </a:lnTo>
                  <a:lnTo>
                    <a:pt x="2267343" y="685939"/>
                  </a:lnTo>
                  <a:lnTo>
                    <a:pt x="2453513" y="685939"/>
                  </a:lnTo>
                  <a:lnTo>
                    <a:pt x="2525153" y="554697"/>
                  </a:lnTo>
                  <a:lnTo>
                    <a:pt x="2797873" y="554697"/>
                  </a:lnTo>
                  <a:lnTo>
                    <a:pt x="2814612" y="685939"/>
                  </a:lnTo>
                  <a:lnTo>
                    <a:pt x="3024949" y="685939"/>
                  </a:lnTo>
                  <a:close/>
                </a:path>
                <a:path w="3693159" h="700404">
                  <a:moveTo>
                    <a:pt x="3424669" y="13944"/>
                  </a:moveTo>
                  <a:lnTo>
                    <a:pt x="3238538" y="13944"/>
                  </a:lnTo>
                  <a:lnTo>
                    <a:pt x="3095663" y="685939"/>
                  </a:lnTo>
                  <a:lnTo>
                    <a:pt x="3281819" y="685939"/>
                  </a:lnTo>
                  <a:lnTo>
                    <a:pt x="3424669" y="13944"/>
                  </a:lnTo>
                  <a:close/>
                </a:path>
                <a:path w="3693159" h="700404">
                  <a:moveTo>
                    <a:pt x="3692918" y="660984"/>
                  </a:moveTo>
                  <a:lnTo>
                    <a:pt x="3494570" y="660984"/>
                  </a:lnTo>
                  <a:lnTo>
                    <a:pt x="3494570" y="685812"/>
                  </a:lnTo>
                  <a:lnTo>
                    <a:pt x="3692918" y="685812"/>
                  </a:lnTo>
                  <a:lnTo>
                    <a:pt x="3692918" y="660984"/>
                  </a:lnTo>
                  <a:close/>
                </a:path>
                <a:path w="3693159" h="700404">
                  <a:moveTo>
                    <a:pt x="3692918" y="502246"/>
                  </a:moveTo>
                  <a:lnTo>
                    <a:pt x="3494570" y="502246"/>
                  </a:lnTo>
                  <a:lnTo>
                    <a:pt x="3494570" y="527050"/>
                  </a:lnTo>
                  <a:lnTo>
                    <a:pt x="3692918" y="527050"/>
                  </a:lnTo>
                  <a:lnTo>
                    <a:pt x="3692918" y="502246"/>
                  </a:lnTo>
                  <a:close/>
                </a:path>
                <a:path w="3693159" h="700404">
                  <a:moveTo>
                    <a:pt x="3692918" y="337553"/>
                  </a:moveTo>
                  <a:lnTo>
                    <a:pt x="3494570" y="337553"/>
                  </a:lnTo>
                  <a:lnTo>
                    <a:pt x="3494570" y="362356"/>
                  </a:lnTo>
                  <a:lnTo>
                    <a:pt x="3692918" y="362356"/>
                  </a:lnTo>
                  <a:lnTo>
                    <a:pt x="3692918" y="337553"/>
                  </a:lnTo>
                  <a:close/>
                </a:path>
                <a:path w="3693159" h="700404">
                  <a:moveTo>
                    <a:pt x="3692918" y="175056"/>
                  </a:moveTo>
                  <a:lnTo>
                    <a:pt x="3494570" y="175056"/>
                  </a:lnTo>
                  <a:lnTo>
                    <a:pt x="3494570" y="199898"/>
                  </a:lnTo>
                  <a:lnTo>
                    <a:pt x="3692918" y="199898"/>
                  </a:lnTo>
                  <a:lnTo>
                    <a:pt x="3692918" y="175056"/>
                  </a:lnTo>
                  <a:close/>
                </a:path>
                <a:path w="3693159" h="700404">
                  <a:moveTo>
                    <a:pt x="3692918" y="16802"/>
                  </a:moveTo>
                  <a:lnTo>
                    <a:pt x="3494570" y="16802"/>
                  </a:lnTo>
                  <a:lnTo>
                    <a:pt x="3494570" y="41592"/>
                  </a:lnTo>
                  <a:lnTo>
                    <a:pt x="3692918" y="41592"/>
                  </a:lnTo>
                  <a:lnTo>
                    <a:pt x="3692918" y="16802"/>
                  </a:lnTo>
                  <a:close/>
                </a:path>
              </a:pathLst>
            </a:custGeom>
            <a:solidFill>
              <a:srgbClr val="FFFFFF"/>
            </a:solidFill>
          </p:spPr>
          <p:txBody>
            <a:bodyPr wrap="square" lIns="0" tIns="0" rIns="0" bIns="0" rtlCol="0"/>
            <a:lstStyle/>
            <a:p>
              <a:endParaRPr/>
            </a:p>
          </p:txBody>
        </p:sp>
      </p:grpSp>
      <p:sp>
        <p:nvSpPr>
          <p:cNvPr id="5" name="object 5"/>
          <p:cNvSpPr/>
          <p:nvPr/>
        </p:nvSpPr>
        <p:spPr>
          <a:xfrm>
            <a:off x="17957569"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 name="object 6"/>
          <p:cNvSpPr/>
          <p:nvPr/>
        </p:nvSpPr>
        <p:spPr>
          <a:xfrm>
            <a:off x="18219340"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7" name="object 7"/>
          <p:cNvSpPr/>
          <p:nvPr/>
        </p:nvSpPr>
        <p:spPr>
          <a:xfrm>
            <a:off x="18481112"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8" name="object 8"/>
          <p:cNvSpPr/>
          <p:nvPr/>
        </p:nvSpPr>
        <p:spPr>
          <a:xfrm>
            <a:off x="18742885"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9" name="object 9"/>
          <p:cNvSpPr/>
          <p:nvPr/>
        </p:nvSpPr>
        <p:spPr>
          <a:xfrm>
            <a:off x="19004657"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0" name="object 10"/>
          <p:cNvSpPr/>
          <p:nvPr/>
        </p:nvSpPr>
        <p:spPr>
          <a:xfrm>
            <a:off x="19266428"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1" name="object 11"/>
          <p:cNvSpPr/>
          <p:nvPr/>
        </p:nvSpPr>
        <p:spPr>
          <a:xfrm>
            <a:off x="19528201"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2" name="object 12"/>
          <p:cNvSpPr/>
          <p:nvPr/>
        </p:nvSpPr>
        <p:spPr>
          <a:xfrm>
            <a:off x="19789973"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3" name="object 13"/>
          <p:cNvSpPr/>
          <p:nvPr/>
        </p:nvSpPr>
        <p:spPr>
          <a:xfrm>
            <a:off x="17957569"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4" name="object 14"/>
          <p:cNvSpPr/>
          <p:nvPr/>
        </p:nvSpPr>
        <p:spPr>
          <a:xfrm>
            <a:off x="18219340"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5" name="object 15"/>
          <p:cNvSpPr/>
          <p:nvPr/>
        </p:nvSpPr>
        <p:spPr>
          <a:xfrm>
            <a:off x="18481112"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6" name="object 16"/>
          <p:cNvSpPr/>
          <p:nvPr/>
        </p:nvSpPr>
        <p:spPr>
          <a:xfrm>
            <a:off x="18742885"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7" name="object 17"/>
          <p:cNvSpPr/>
          <p:nvPr/>
        </p:nvSpPr>
        <p:spPr>
          <a:xfrm>
            <a:off x="19004657"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8" name="object 18"/>
          <p:cNvSpPr/>
          <p:nvPr/>
        </p:nvSpPr>
        <p:spPr>
          <a:xfrm>
            <a:off x="19266428"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9" name="object 19"/>
          <p:cNvSpPr/>
          <p:nvPr/>
        </p:nvSpPr>
        <p:spPr>
          <a:xfrm>
            <a:off x="19528201"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0" name="object 20"/>
          <p:cNvSpPr/>
          <p:nvPr/>
        </p:nvSpPr>
        <p:spPr>
          <a:xfrm>
            <a:off x="19789973"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1" name="object 21"/>
          <p:cNvSpPr/>
          <p:nvPr/>
        </p:nvSpPr>
        <p:spPr>
          <a:xfrm>
            <a:off x="17957569"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2" name="object 22"/>
          <p:cNvSpPr/>
          <p:nvPr/>
        </p:nvSpPr>
        <p:spPr>
          <a:xfrm>
            <a:off x="18219340"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3" name="object 23"/>
          <p:cNvSpPr/>
          <p:nvPr/>
        </p:nvSpPr>
        <p:spPr>
          <a:xfrm>
            <a:off x="18481112"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4" name="object 24"/>
          <p:cNvSpPr/>
          <p:nvPr/>
        </p:nvSpPr>
        <p:spPr>
          <a:xfrm>
            <a:off x="18742885"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5" name="object 25"/>
          <p:cNvSpPr/>
          <p:nvPr/>
        </p:nvSpPr>
        <p:spPr>
          <a:xfrm>
            <a:off x="19004657"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6" name="object 26"/>
          <p:cNvSpPr/>
          <p:nvPr/>
        </p:nvSpPr>
        <p:spPr>
          <a:xfrm>
            <a:off x="19266428"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7" name="object 27"/>
          <p:cNvSpPr/>
          <p:nvPr/>
        </p:nvSpPr>
        <p:spPr>
          <a:xfrm>
            <a:off x="19528201"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8" name="object 28"/>
          <p:cNvSpPr/>
          <p:nvPr/>
        </p:nvSpPr>
        <p:spPr>
          <a:xfrm>
            <a:off x="19789973"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9" name="object 29"/>
          <p:cNvSpPr/>
          <p:nvPr/>
        </p:nvSpPr>
        <p:spPr>
          <a:xfrm>
            <a:off x="17957569"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0" name="object 30"/>
          <p:cNvSpPr/>
          <p:nvPr/>
        </p:nvSpPr>
        <p:spPr>
          <a:xfrm>
            <a:off x="18219340"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1" name="object 31"/>
          <p:cNvSpPr/>
          <p:nvPr/>
        </p:nvSpPr>
        <p:spPr>
          <a:xfrm>
            <a:off x="18481112"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2" name="object 32"/>
          <p:cNvSpPr/>
          <p:nvPr/>
        </p:nvSpPr>
        <p:spPr>
          <a:xfrm>
            <a:off x="18742885"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3" name="object 33"/>
          <p:cNvSpPr/>
          <p:nvPr/>
        </p:nvSpPr>
        <p:spPr>
          <a:xfrm>
            <a:off x="19004657"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4" name="object 34"/>
          <p:cNvSpPr/>
          <p:nvPr/>
        </p:nvSpPr>
        <p:spPr>
          <a:xfrm>
            <a:off x="19266428"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5" name="object 35"/>
          <p:cNvSpPr/>
          <p:nvPr/>
        </p:nvSpPr>
        <p:spPr>
          <a:xfrm>
            <a:off x="19528201"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6" name="object 36"/>
          <p:cNvSpPr/>
          <p:nvPr/>
        </p:nvSpPr>
        <p:spPr>
          <a:xfrm>
            <a:off x="19789973"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7" name="object 37"/>
          <p:cNvSpPr/>
          <p:nvPr/>
        </p:nvSpPr>
        <p:spPr>
          <a:xfrm>
            <a:off x="17957569"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8" name="object 38"/>
          <p:cNvSpPr/>
          <p:nvPr/>
        </p:nvSpPr>
        <p:spPr>
          <a:xfrm>
            <a:off x="18219340"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9" name="object 39"/>
          <p:cNvSpPr/>
          <p:nvPr/>
        </p:nvSpPr>
        <p:spPr>
          <a:xfrm>
            <a:off x="18481112"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0" name="object 40"/>
          <p:cNvSpPr/>
          <p:nvPr/>
        </p:nvSpPr>
        <p:spPr>
          <a:xfrm>
            <a:off x="18742885"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1" name="object 41"/>
          <p:cNvSpPr/>
          <p:nvPr/>
        </p:nvSpPr>
        <p:spPr>
          <a:xfrm>
            <a:off x="19004657"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2" name="object 42"/>
          <p:cNvSpPr/>
          <p:nvPr/>
        </p:nvSpPr>
        <p:spPr>
          <a:xfrm>
            <a:off x="19266428"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3" name="object 43"/>
          <p:cNvSpPr/>
          <p:nvPr/>
        </p:nvSpPr>
        <p:spPr>
          <a:xfrm>
            <a:off x="19528201"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4" name="object 44"/>
          <p:cNvSpPr/>
          <p:nvPr/>
        </p:nvSpPr>
        <p:spPr>
          <a:xfrm>
            <a:off x="19789973"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5" name="object 45"/>
          <p:cNvSpPr/>
          <p:nvPr/>
        </p:nvSpPr>
        <p:spPr>
          <a:xfrm>
            <a:off x="17957569"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6" name="object 46"/>
          <p:cNvSpPr/>
          <p:nvPr/>
        </p:nvSpPr>
        <p:spPr>
          <a:xfrm>
            <a:off x="18219340"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7" name="object 47"/>
          <p:cNvSpPr/>
          <p:nvPr/>
        </p:nvSpPr>
        <p:spPr>
          <a:xfrm>
            <a:off x="18481112"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8" name="object 48"/>
          <p:cNvSpPr/>
          <p:nvPr/>
        </p:nvSpPr>
        <p:spPr>
          <a:xfrm>
            <a:off x="18742885"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9" name="object 49"/>
          <p:cNvSpPr/>
          <p:nvPr/>
        </p:nvSpPr>
        <p:spPr>
          <a:xfrm>
            <a:off x="19004657"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0" name="object 50"/>
          <p:cNvSpPr/>
          <p:nvPr/>
        </p:nvSpPr>
        <p:spPr>
          <a:xfrm>
            <a:off x="19266428"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1" name="object 51"/>
          <p:cNvSpPr/>
          <p:nvPr/>
        </p:nvSpPr>
        <p:spPr>
          <a:xfrm>
            <a:off x="19528201"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2" name="object 52"/>
          <p:cNvSpPr/>
          <p:nvPr/>
        </p:nvSpPr>
        <p:spPr>
          <a:xfrm>
            <a:off x="19789973"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3" name="object 53"/>
          <p:cNvSpPr/>
          <p:nvPr/>
        </p:nvSpPr>
        <p:spPr>
          <a:xfrm>
            <a:off x="17957569"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4" name="object 54"/>
          <p:cNvSpPr/>
          <p:nvPr/>
        </p:nvSpPr>
        <p:spPr>
          <a:xfrm>
            <a:off x="18219340"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5" name="object 55"/>
          <p:cNvSpPr/>
          <p:nvPr/>
        </p:nvSpPr>
        <p:spPr>
          <a:xfrm>
            <a:off x="18481112"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6" name="object 56"/>
          <p:cNvSpPr/>
          <p:nvPr/>
        </p:nvSpPr>
        <p:spPr>
          <a:xfrm>
            <a:off x="18742885"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7" name="object 57"/>
          <p:cNvSpPr/>
          <p:nvPr/>
        </p:nvSpPr>
        <p:spPr>
          <a:xfrm>
            <a:off x="19004657"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8" name="object 58"/>
          <p:cNvSpPr/>
          <p:nvPr/>
        </p:nvSpPr>
        <p:spPr>
          <a:xfrm>
            <a:off x="19266428"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9" name="object 59"/>
          <p:cNvSpPr/>
          <p:nvPr/>
        </p:nvSpPr>
        <p:spPr>
          <a:xfrm>
            <a:off x="19528201"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0" name="object 60"/>
          <p:cNvSpPr/>
          <p:nvPr/>
        </p:nvSpPr>
        <p:spPr>
          <a:xfrm>
            <a:off x="19789973"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1" name="object 61"/>
          <p:cNvSpPr/>
          <p:nvPr/>
        </p:nvSpPr>
        <p:spPr>
          <a:xfrm>
            <a:off x="17957569"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2" name="object 62"/>
          <p:cNvSpPr/>
          <p:nvPr/>
        </p:nvSpPr>
        <p:spPr>
          <a:xfrm>
            <a:off x="18219340"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3" name="object 63"/>
          <p:cNvSpPr/>
          <p:nvPr/>
        </p:nvSpPr>
        <p:spPr>
          <a:xfrm>
            <a:off x="18481112"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4" name="object 64"/>
          <p:cNvSpPr/>
          <p:nvPr/>
        </p:nvSpPr>
        <p:spPr>
          <a:xfrm>
            <a:off x="18742885"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5" name="object 65"/>
          <p:cNvSpPr/>
          <p:nvPr/>
        </p:nvSpPr>
        <p:spPr>
          <a:xfrm>
            <a:off x="19004657"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6" name="object 66"/>
          <p:cNvSpPr/>
          <p:nvPr/>
        </p:nvSpPr>
        <p:spPr>
          <a:xfrm>
            <a:off x="19266428"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7" name="object 67"/>
          <p:cNvSpPr/>
          <p:nvPr/>
        </p:nvSpPr>
        <p:spPr>
          <a:xfrm>
            <a:off x="19528201"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8" name="object 68"/>
          <p:cNvSpPr/>
          <p:nvPr/>
        </p:nvSpPr>
        <p:spPr>
          <a:xfrm>
            <a:off x="19789973"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grpSp>
        <p:nvGrpSpPr>
          <p:cNvPr id="69" name="object 69"/>
          <p:cNvGrpSpPr/>
          <p:nvPr/>
        </p:nvGrpSpPr>
        <p:grpSpPr>
          <a:xfrm>
            <a:off x="0" y="0"/>
            <a:ext cx="14314169" cy="11308715"/>
            <a:chOff x="0" y="0"/>
            <a:chExt cx="14314169" cy="11308715"/>
          </a:xfrm>
        </p:grpSpPr>
        <p:pic>
          <p:nvPicPr>
            <p:cNvPr id="70" name="object 70"/>
            <p:cNvPicPr/>
            <p:nvPr/>
          </p:nvPicPr>
          <p:blipFill>
            <a:blip r:embed="rId2" cstate="print"/>
            <a:stretch>
              <a:fillRect/>
            </a:stretch>
          </p:blipFill>
          <p:spPr>
            <a:xfrm>
              <a:off x="0" y="0"/>
              <a:ext cx="14313700" cy="11308556"/>
            </a:xfrm>
            <a:prstGeom prst="rect">
              <a:avLst/>
            </a:prstGeom>
          </p:spPr>
        </p:pic>
        <p:sp>
          <p:nvSpPr>
            <p:cNvPr id="71" name="object 71"/>
            <p:cNvSpPr/>
            <p:nvPr/>
          </p:nvSpPr>
          <p:spPr>
            <a:xfrm>
              <a:off x="5395174" y="7776085"/>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grpSp>
      <p:sp>
        <p:nvSpPr>
          <p:cNvPr id="72" name="object 72"/>
          <p:cNvSpPr txBox="1">
            <a:spLocks noGrp="1"/>
          </p:cNvSpPr>
          <p:nvPr>
            <p:ph type="title"/>
          </p:nvPr>
        </p:nvSpPr>
        <p:spPr>
          <a:xfrm>
            <a:off x="5301852" y="4166225"/>
            <a:ext cx="10448290" cy="4190250"/>
          </a:xfrm>
          <a:prstGeom prst="rect">
            <a:avLst/>
          </a:prstGeom>
        </p:spPr>
        <p:txBody>
          <a:bodyPr vert="horz" wrap="square" lIns="0" tIns="12065" rIns="0" bIns="0" rtlCol="0">
            <a:spAutoFit/>
          </a:bodyPr>
          <a:lstStyle/>
          <a:p>
            <a:pPr marL="12700" marR="5080">
              <a:lnSpc>
                <a:spcPct val="100200"/>
              </a:lnSpc>
              <a:spcBef>
                <a:spcPts val="95"/>
              </a:spcBef>
            </a:pPr>
            <a:r>
              <a:rPr lang="pt-BR" sz="9050" spc="10" dirty="0">
                <a:solidFill>
                  <a:srgbClr val="FFFFFF"/>
                </a:solidFill>
              </a:rPr>
              <a:t>AIOT – Arquitetura de camadas</a:t>
            </a:r>
            <a:endParaRPr sz="9050" dirty="0">
              <a:latin typeface="Montserrat ExtraBold"/>
              <a:cs typeface="Montserrat ExtraBold"/>
            </a:endParaRPr>
          </a:p>
        </p:txBody>
      </p:sp>
      <p:sp>
        <p:nvSpPr>
          <p:cNvPr id="73" name="object 7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931847"/>
            <a:ext cx="8376920" cy="8376920"/>
            <a:chOff x="0" y="2931847"/>
            <a:chExt cx="8376920" cy="8376920"/>
          </a:xfrm>
        </p:grpSpPr>
        <p:sp>
          <p:nvSpPr>
            <p:cNvPr id="3" name="object 3"/>
            <p:cNvSpPr/>
            <p:nvPr/>
          </p:nvSpPr>
          <p:spPr>
            <a:xfrm>
              <a:off x="0" y="2931847"/>
              <a:ext cx="8376920" cy="8220075"/>
            </a:xfrm>
            <a:custGeom>
              <a:avLst/>
              <a:gdLst/>
              <a:ahLst/>
              <a:cxnLst/>
              <a:rect l="l" t="t" r="r" b="b"/>
              <a:pathLst>
                <a:path w="8376920" h="8220075">
                  <a:moveTo>
                    <a:pt x="0" y="8219645"/>
                  </a:moveTo>
                  <a:lnTo>
                    <a:pt x="8376708" y="8219645"/>
                  </a:lnTo>
                  <a:lnTo>
                    <a:pt x="8376708" y="0"/>
                  </a:lnTo>
                  <a:lnTo>
                    <a:pt x="0" y="0"/>
                  </a:lnTo>
                  <a:lnTo>
                    <a:pt x="0" y="8219645"/>
                  </a:lnTo>
                  <a:close/>
                </a:path>
              </a:pathLst>
            </a:custGeom>
            <a:solidFill>
              <a:srgbClr val="1A1A1A"/>
            </a:solidFill>
          </p:spPr>
          <p:txBody>
            <a:bodyPr wrap="square" lIns="0" tIns="0" rIns="0" bIns="0" rtlCol="0"/>
            <a:lstStyle/>
            <a:p>
              <a:endParaRPr/>
            </a:p>
          </p:txBody>
        </p:sp>
        <p:sp>
          <p:nvSpPr>
            <p:cNvPr id="4" name="object 4"/>
            <p:cNvSpPr/>
            <p:nvPr/>
          </p:nvSpPr>
          <p:spPr>
            <a:xfrm>
              <a:off x="0" y="8167290"/>
              <a:ext cx="3141345" cy="3141345"/>
            </a:xfrm>
            <a:custGeom>
              <a:avLst/>
              <a:gdLst/>
              <a:ahLst/>
              <a:cxnLst/>
              <a:rect l="l" t="t" r="r" b="b"/>
              <a:pathLst>
                <a:path w="3141345" h="3141345">
                  <a:moveTo>
                    <a:pt x="3141265" y="0"/>
                  </a:moveTo>
                  <a:lnTo>
                    <a:pt x="0" y="0"/>
                  </a:lnTo>
                  <a:lnTo>
                    <a:pt x="0" y="3141265"/>
                  </a:lnTo>
                  <a:lnTo>
                    <a:pt x="3141265" y="3141265"/>
                  </a:lnTo>
                  <a:lnTo>
                    <a:pt x="3141265" y="0"/>
                  </a:lnTo>
                  <a:close/>
                </a:path>
              </a:pathLst>
            </a:custGeom>
            <a:solidFill>
              <a:srgbClr val="C1272C"/>
            </a:solidFill>
          </p:spPr>
          <p:txBody>
            <a:bodyPr wrap="square" lIns="0" tIns="0" rIns="0" bIns="0" rtlCol="0"/>
            <a:lstStyle/>
            <a:p>
              <a:endParaRPr/>
            </a:p>
          </p:txBody>
        </p:sp>
      </p:grpSp>
      <p:grpSp>
        <p:nvGrpSpPr>
          <p:cNvPr id="5" name="object 5"/>
          <p:cNvGrpSpPr/>
          <p:nvPr/>
        </p:nvGrpSpPr>
        <p:grpSpPr>
          <a:xfrm>
            <a:off x="15364003" y="9319087"/>
            <a:ext cx="3693160" cy="942975"/>
            <a:chOff x="15364003" y="9319087"/>
            <a:chExt cx="3693160" cy="942975"/>
          </a:xfrm>
        </p:grpSpPr>
        <p:sp>
          <p:nvSpPr>
            <p:cNvPr id="6" name="object 6"/>
            <p:cNvSpPr/>
            <p:nvPr/>
          </p:nvSpPr>
          <p:spPr>
            <a:xfrm>
              <a:off x="15364066" y="9319087"/>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 name="object 7"/>
            <p:cNvSpPr/>
            <p:nvPr/>
          </p:nvSpPr>
          <p:spPr>
            <a:xfrm>
              <a:off x="15364003" y="9439611"/>
              <a:ext cx="3693160" cy="700405"/>
            </a:xfrm>
            <a:custGeom>
              <a:avLst/>
              <a:gdLst/>
              <a:ahLst/>
              <a:cxnLst/>
              <a:rect l="l" t="t" r="r" b="b"/>
              <a:pathLst>
                <a:path w="3693159" h="700404">
                  <a:moveTo>
                    <a:pt x="198348" y="660984"/>
                  </a:moveTo>
                  <a:lnTo>
                    <a:pt x="0" y="660984"/>
                  </a:lnTo>
                  <a:lnTo>
                    <a:pt x="0" y="685812"/>
                  </a:lnTo>
                  <a:lnTo>
                    <a:pt x="198348" y="685812"/>
                  </a:lnTo>
                  <a:lnTo>
                    <a:pt x="198348" y="660984"/>
                  </a:lnTo>
                  <a:close/>
                </a:path>
                <a:path w="3693159" h="700404">
                  <a:moveTo>
                    <a:pt x="198348" y="502246"/>
                  </a:moveTo>
                  <a:lnTo>
                    <a:pt x="0" y="502246"/>
                  </a:lnTo>
                  <a:lnTo>
                    <a:pt x="0" y="527050"/>
                  </a:lnTo>
                  <a:lnTo>
                    <a:pt x="198348" y="527050"/>
                  </a:lnTo>
                  <a:lnTo>
                    <a:pt x="198348" y="502246"/>
                  </a:lnTo>
                  <a:close/>
                </a:path>
                <a:path w="3693159" h="700404">
                  <a:moveTo>
                    <a:pt x="198348" y="337553"/>
                  </a:moveTo>
                  <a:lnTo>
                    <a:pt x="0" y="337553"/>
                  </a:lnTo>
                  <a:lnTo>
                    <a:pt x="0" y="362356"/>
                  </a:lnTo>
                  <a:lnTo>
                    <a:pt x="198348" y="362356"/>
                  </a:lnTo>
                  <a:lnTo>
                    <a:pt x="198348" y="337553"/>
                  </a:lnTo>
                  <a:close/>
                </a:path>
                <a:path w="3693159" h="700404">
                  <a:moveTo>
                    <a:pt x="198348" y="175056"/>
                  </a:moveTo>
                  <a:lnTo>
                    <a:pt x="0" y="175056"/>
                  </a:lnTo>
                  <a:lnTo>
                    <a:pt x="0" y="199898"/>
                  </a:lnTo>
                  <a:lnTo>
                    <a:pt x="198348" y="199898"/>
                  </a:lnTo>
                  <a:lnTo>
                    <a:pt x="198348" y="175056"/>
                  </a:lnTo>
                  <a:close/>
                </a:path>
                <a:path w="3693159" h="700404">
                  <a:moveTo>
                    <a:pt x="198348" y="16802"/>
                  </a:moveTo>
                  <a:lnTo>
                    <a:pt x="0" y="16802"/>
                  </a:lnTo>
                  <a:lnTo>
                    <a:pt x="0" y="41592"/>
                  </a:lnTo>
                  <a:lnTo>
                    <a:pt x="198348" y="41592"/>
                  </a:lnTo>
                  <a:lnTo>
                    <a:pt x="198348" y="16802"/>
                  </a:lnTo>
                  <a:close/>
                </a:path>
                <a:path w="3693159" h="700404">
                  <a:moveTo>
                    <a:pt x="908519" y="161366"/>
                  </a:moveTo>
                  <a:lnTo>
                    <a:pt x="906360" y="130302"/>
                  </a:lnTo>
                  <a:lnTo>
                    <a:pt x="905611" y="119291"/>
                  </a:lnTo>
                  <a:lnTo>
                    <a:pt x="892365" y="84518"/>
                  </a:lnTo>
                  <a:lnTo>
                    <a:pt x="840524" y="34785"/>
                  </a:lnTo>
                  <a:lnTo>
                    <a:pt x="804722" y="18783"/>
                  </a:lnTo>
                  <a:lnTo>
                    <a:pt x="764197" y="8001"/>
                  </a:lnTo>
                  <a:lnTo>
                    <a:pt x="720369" y="1917"/>
                  </a:lnTo>
                  <a:lnTo>
                    <a:pt x="674636" y="0"/>
                  </a:lnTo>
                  <a:lnTo>
                    <a:pt x="627634" y="1714"/>
                  </a:lnTo>
                  <a:lnTo>
                    <a:pt x="580974" y="7264"/>
                  </a:lnTo>
                  <a:lnTo>
                    <a:pt x="535597" y="17233"/>
                  </a:lnTo>
                  <a:lnTo>
                    <a:pt x="492467" y="32219"/>
                  </a:lnTo>
                  <a:lnTo>
                    <a:pt x="452539" y="52793"/>
                  </a:lnTo>
                  <a:lnTo>
                    <a:pt x="416775" y="79565"/>
                  </a:lnTo>
                  <a:lnTo>
                    <a:pt x="386105" y="113106"/>
                  </a:lnTo>
                  <a:lnTo>
                    <a:pt x="361505" y="154025"/>
                  </a:lnTo>
                  <a:lnTo>
                    <a:pt x="343928" y="202895"/>
                  </a:lnTo>
                  <a:lnTo>
                    <a:pt x="339178" y="254914"/>
                  </a:lnTo>
                  <a:lnTo>
                    <a:pt x="348348" y="300837"/>
                  </a:lnTo>
                  <a:lnTo>
                    <a:pt x="371932" y="338747"/>
                  </a:lnTo>
                  <a:lnTo>
                    <a:pt x="410464" y="366712"/>
                  </a:lnTo>
                  <a:lnTo>
                    <a:pt x="460248" y="387235"/>
                  </a:lnTo>
                  <a:lnTo>
                    <a:pt x="508927" y="402196"/>
                  </a:lnTo>
                  <a:lnTo>
                    <a:pt x="594918" y="424522"/>
                  </a:lnTo>
                  <a:lnTo>
                    <a:pt x="628230" y="436435"/>
                  </a:lnTo>
                  <a:lnTo>
                    <a:pt x="652437" y="451904"/>
                  </a:lnTo>
                  <a:lnTo>
                    <a:pt x="665518" y="473189"/>
                  </a:lnTo>
                  <a:lnTo>
                    <a:pt x="665480" y="502577"/>
                  </a:lnTo>
                  <a:lnTo>
                    <a:pt x="650036" y="531901"/>
                  </a:lnTo>
                  <a:lnTo>
                    <a:pt x="622058" y="552831"/>
                  </a:lnTo>
                  <a:lnTo>
                    <a:pt x="587781" y="565391"/>
                  </a:lnTo>
                  <a:lnTo>
                    <a:pt x="553491" y="569569"/>
                  </a:lnTo>
                  <a:lnTo>
                    <a:pt x="508863" y="563206"/>
                  </a:lnTo>
                  <a:lnTo>
                    <a:pt x="477088" y="544449"/>
                  </a:lnTo>
                  <a:lnTo>
                    <a:pt x="460565" y="513829"/>
                  </a:lnTo>
                  <a:lnTo>
                    <a:pt x="461657" y="471868"/>
                  </a:lnTo>
                  <a:lnTo>
                    <a:pt x="275513" y="471868"/>
                  </a:lnTo>
                  <a:lnTo>
                    <a:pt x="269417" y="527735"/>
                  </a:lnTo>
                  <a:lnTo>
                    <a:pt x="274345" y="574230"/>
                  </a:lnTo>
                  <a:lnTo>
                    <a:pt x="289204" y="612101"/>
                  </a:lnTo>
                  <a:lnTo>
                    <a:pt x="312864" y="642086"/>
                  </a:lnTo>
                  <a:lnTo>
                    <a:pt x="344195" y="664946"/>
                  </a:lnTo>
                  <a:lnTo>
                    <a:pt x="382104" y="681431"/>
                  </a:lnTo>
                  <a:lnTo>
                    <a:pt x="425462" y="692277"/>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89"/>
                  </a:lnTo>
                  <a:lnTo>
                    <a:pt x="829360" y="569569"/>
                  </a:lnTo>
                  <a:lnTo>
                    <a:pt x="848944" y="535825"/>
                  </a:lnTo>
                  <a:lnTo>
                    <a:pt x="863396" y="491413"/>
                  </a:lnTo>
                  <a:lnTo>
                    <a:pt x="869175" y="436968"/>
                  </a:lnTo>
                  <a:lnTo>
                    <a:pt x="862241" y="393585"/>
                  </a:lnTo>
                  <a:lnTo>
                    <a:pt x="844702" y="359727"/>
                  </a:lnTo>
                  <a:lnTo>
                    <a:pt x="786168" y="314401"/>
                  </a:lnTo>
                  <a:lnTo>
                    <a:pt x="749376" y="299821"/>
                  </a:lnTo>
                  <a:lnTo>
                    <a:pt x="710349" y="288569"/>
                  </a:lnTo>
                  <a:lnTo>
                    <a:pt x="633984" y="269887"/>
                  </a:lnTo>
                  <a:lnTo>
                    <a:pt x="598474" y="259118"/>
                  </a:lnTo>
                  <a:lnTo>
                    <a:pt x="566496" y="244424"/>
                  </a:lnTo>
                  <a:lnTo>
                    <a:pt x="545185" y="222923"/>
                  </a:lnTo>
                  <a:lnTo>
                    <a:pt x="541693" y="191719"/>
                  </a:lnTo>
                  <a:lnTo>
                    <a:pt x="553224" y="167982"/>
                  </a:lnTo>
                  <a:lnTo>
                    <a:pt x="574852" y="148437"/>
                  </a:lnTo>
                  <a:lnTo>
                    <a:pt x="603161" y="135178"/>
                  </a:lnTo>
                  <a:lnTo>
                    <a:pt x="634758" y="130302"/>
                  </a:lnTo>
                  <a:lnTo>
                    <a:pt x="656818" y="131686"/>
                  </a:lnTo>
                  <a:lnTo>
                    <a:pt x="701903" y="151726"/>
                  </a:lnTo>
                  <a:lnTo>
                    <a:pt x="716381" y="192938"/>
                  </a:lnTo>
                  <a:lnTo>
                    <a:pt x="713574" y="211264"/>
                  </a:lnTo>
                  <a:lnTo>
                    <a:pt x="899693" y="211264"/>
                  </a:lnTo>
                  <a:lnTo>
                    <a:pt x="908519" y="161366"/>
                  </a:lnTo>
                  <a:close/>
                </a:path>
                <a:path w="3693159" h="700404">
                  <a:moveTo>
                    <a:pt x="1580972" y="13944"/>
                  </a:moveTo>
                  <a:lnTo>
                    <a:pt x="1069098" y="13944"/>
                  </a:lnTo>
                  <a:lnTo>
                    <a:pt x="926249" y="685939"/>
                  </a:lnTo>
                  <a:lnTo>
                    <a:pt x="1438135" y="685939"/>
                  </a:lnTo>
                  <a:lnTo>
                    <a:pt x="1465884" y="555612"/>
                  </a:lnTo>
                  <a:lnTo>
                    <a:pt x="1140129" y="555612"/>
                  </a:lnTo>
                  <a:lnTo>
                    <a:pt x="1170381" y="413207"/>
                  </a:lnTo>
                  <a:lnTo>
                    <a:pt x="1470063" y="413207"/>
                  </a:lnTo>
                  <a:lnTo>
                    <a:pt x="1497672" y="282968"/>
                  </a:lnTo>
                  <a:lnTo>
                    <a:pt x="1197978" y="282968"/>
                  </a:lnTo>
                  <a:lnTo>
                    <a:pt x="1227455" y="144246"/>
                  </a:lnTo>
                  <a:lnTo>
                    <a:pt x="1553210" y="144246"/>
                  </a:lnTo>
                  <a:lnTo>
                    <a:pt x="1580972" y="13944"/>
                  </a:lnTo>
                  <a:close/>
                </a:path>
                <a:path w="3693159" h="700404">
                  <a:moveTo>
                    <a:pt x="2341346" y="13944"/>
                  </a:moveTo>
                  <a:lnTo>
                    <a:pt x="2173833" y="13944"/>
                  </a:lnTo>
                  <a:lnTo>
                    <a:pt x="2067725" y="512787"/>
                  </a:lnTo>
                  <a:lnTo>
                    <a:pt x="2065553" y="514692"/>
                  </a:lnTo>
                  <a:lnTo>
                    <a:pt x="1984070" y="171284"/>
                  </a:lnTo>
                  <a:lnTo>
                    <a:pt x="1946732" y="13944"/>
                  </a:lnTo>
                  <a:lnTo>
                    <a:pt x="1686140" y="13944"/>
                  </a:lnTo>
                  <a:lnTo>
                    <a:pt x="1543278" y="685939"/>
                  </a:lnTo>
                  <a:lnTo>
                    <a:pt x="1710817" y="685939"/>
                  </a:lnTo>
                  <a:lnTo>
                    <a:pt x="1820189" y="171284"/>
                  </a:lnTo>
                  <a:lnTo>
                    <a:pt x="1822030" y="171284"/>
                  </a:lnTo>
                  <a:lnTo>
                    <a:pt x="1940687" y="685939"/>
                  </a:lnTo>
                  <a:lnTo>
                    <a:pt x="2198497" y="685939"/>
                  </a:lnTo>
                  <a:lnTo>
                    <a:pt x="2234895" y="514692"/>
                  </a:lnTo>
                  <a:lnTo>
                    <a:pt x="2341346" y="13944"/>
                  </a:lnTo>
                  <a:close/>
                </a:path>
                <a:path w="3693159" h="700404">
                  <a:moveTo>
                    <a:pt x="3024949" y="685939"/>
                  </a:moveTo>
                  <a:lnTo>
                    <a:pt x="3001048" y="554697"/>
                  </a:lnTo>
                  <a:lnTo>
                    <a:pt x="2977324" y="424408"/>
                  </a:lnTo>
                  <a:lnTo>
                    <a:pt x="2926461" y="145161"/>
                  </a:lnTo>
                  <a:lnTo>
                    <a:pt x="2902572" y="13944"/>
                  </a:lnTo>
                  <a:lnTo>
                    <a:pt x="2779877" y="13944"/>
                  </a:lnTo>
                  <a:lnTo>
                    <a:pt x="2779877" y="424408"/>
                  </a:lnTo>
                  <a:lnTo>
                    <a:pt x="2600248" y="424408"/>
                  </a:lnTo>
                  <a:lnTo>
                    <a:pt x="2750858" y="145161"/>
                  </a:lnTo>
                  <a:lnTo>
                    <a:pt x="2753639" y="145161"/>
                  </a:lnTo>
                  <a:lnTo>
                    <a:pt x="2779877" y="424408"/>
                  </a:lnTo>
                  <a:lnTo>
                    <a:pt x="2779877" y="13944"/>
                  </a:lnTo>
                  <a:lnTo>
                    <a:pt x="2675471" y="13944"/>
                  </a:lnTo>
                  <a:lnTo>
                    <a:pt x="2267343" y="685939"/>
                  </a:lnTo>
                  <a:lnTo>
                    <a:pt x="2453513" y="685939"/>
                  </a:lnTo>
                  <a:lnTo>
                    <a:pt x="2525153" y="554697"/>
                  </a:lnTo>
                  <a:lnTo>
                    <a:pt x="2797873" y="554697"/>
                  </a:lnTo>
                  <a:lnTo>
                    <a:pt x="2814612" y="685939"/>
                  </a:lnTo>
                  <a:lnTo>
                    <a:pt x="3024949" y="685939"/>
                  </a:lnTo>
                  <a:close/>
                </a:path>
                <a:path w="3693159" h="700404">
                  <a:moveTo>
                    <a:pt x="3424669" y="13944"/>
                  </a:moveTo>
                  <a:lnTo>
                    <a:pt x="3238538" y="13944"/>
                  </a:lnTo>
                  <a:lnTo>
                    <a:pt x="3095663" y="685939"/>
                  </a:lnTo>
                  <a:lnTo>
                    <a:pt x="3281819" y="685939"/>
                  </a:lnTo>
                  <a:lnTo>
                    <a:pt x="3424669" y="13944"/>
                  </a:lnTo>
                  <a:close/>
                </a:path>
                <a:path w="3693159" h="700404">
                  <a:moveTo>
                    <a:pt x="3692918" y="660984"/>
                  </a:moveTo>
                  <a:lnTo>
                    <a:pt x="3494570" y="660984"/>
                  </a:lnTo>
                  <a:lnTo>
                    <a:pt x="3494570" y="685812"/>
                  </a:lnTo>
                  <a:lnTo>
                    <a:pt x="3692918" y="685812"/>
                  </a:lnTo>
                  <a:lnTo>
                    <a:pt x="3692918" y="660984"/>
                  </a:lnTo>
                  <a:close/>
                </a:path>
                <a:path w="3693159" h="700404">
                  <a:moveTo>
                    <a:pt x="3692918" y="502246"/>
                  </a:moveTo>
                  <a:lnTo>
                    <a:pt x="3494570" y="502246"/>
                  </a:lnTo>
                  <a:lnTo>
                    <a:pt x="3494570" y="527050"/>
                  </a:lnTo>
                  <a:lnTo>
                    <a:pt x="3692918" y="527050"/>
                  </a:lnTo>
                  <a:lnTo>
                    <a:pt x="3692918" y="502246"/>
                  </a:lnTo>
                  <a:close/>
                </a:path>
                <a:path w="3693159" h="700404">
                  <a:moveTo>
                    <a:pt x="3692918" y="337553"/>
                  </a:moveTo>
                  <a:lnTo>
                    <a:pt x="3494570" y="337553"/>
                  </a:lnTo>
                  <a:lnTo>
                    <a:pt x="3494570" y="362356"/>
                  </a:lnTo>
                  <a:lnTo>
                    <a:pt x="3692918" y="362356"/>
                  </a:lnTo>
                  <a:lnTo>
                    <a:pt x="3692918" y="337553"/>
                  </a:lnTo>
                  <a:close/>
                </a:path>
                <a:path w="3693159" h="700404">
                  <a:moveTo>
                    <a:pt x="3692918" y="175056"/>
                  </a:moveTo>
                  <a:lnTo>
                    <a:pt x="3494570" y="175056"/>
                  </a:lnTo>
                  <a:lnTo>
                    <a:pt x="3494570" y="199898"/>
                  </a:lnTo>
                  <a:lnTo>
                    <a:pt x="3692918" y="199898"/>
                  </a:lnTo>
                  <a:lnTo>
                    <a:pt x="3692918" y="175056"/>
                  </a:lnTo>
                  <a:close/>
                </a:path>
                <a:path w="3693159" h="700404">
                  <a:moveTo>
                    <a:pt x="3692918" y="16802"/>
                  </a:moveTo>
                  <a:lnTo>
                    <a:pt x="3494570" y="16802"/>
                  </a:lnTo>
                  <a:lnTo>
                    <a:pt x="3494570" y="41592"/>
                  </a:lnTo>
                  <a:lnTo>
                    <a:pt x="3692918" y="41592"/>
                  </a:lnTo>
                  <a:lnTo>
                    <a:pt x="3692918" y="16802"/>
                  </a:lnTo>
                  <a:close/>
                </a:path>
              </a:pathLst>
            </a:custGeom>
            <a:solidFill>
              <a:srgbClr val="FFFFFF"/>
            </a:solidFill>
          </p:spPr>
          <p:txBody>
            <a:bodyPr wrap="square" lIns="0" tIns="0" rIns="0" bIns="0" rtlCol="0"/>
            <a:lstStyle/>
            <a:p>
              <a:endParaRPr/>
            </a:p>
          </p:txBody>
        </p:sp>
      </p:grpSp>
      <p:sp>
        <p:nvSpPr>
          <p:cNvPr id="8" name="object 8"/>
          <p:cNvSpPr/>
          <p:nvPr/>
        </p:nvSpPr>
        <p:spPr>
          <a:xfrm>
            <a:off x="1047088"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047088"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047088"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308860"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308860"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308860"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570632"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570632"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570632"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32405"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32405"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32405"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2094177"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2094177"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2094177"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2355949"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2355949"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2355949"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2617721"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2617721"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2617721"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2879493"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2879493"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2879493"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5" name="object 35"/>
          <p:cNvSpPr txBox="1"/>
          <p:nvPr/>
        </p:nvSpPr>
        <p:spPr>
          <a:xfrm>
            <a:off x="3835662" y="2994222"/>
            <a:ext cx="15812717" cy="6186950"/>
          </a:xfrm>
          <a:prstGeom prst="rect">
            <a:avLst/>
          </a:prstGeom>
        </p:spPr>
        <p:txBody>
          <a:bodyPr vert="horz" wrap="square" lIns="0" tIns="15875" rIns="0" bIns="0" rtlCol="0">
            <a:spAutoFit/>
          </a:bodyPr>
          <a:lstStyle/>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a) Aplicação: fornece serviços de redes para as aplicações;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b) Apresentação: fornece uma estrutura de formatação dos dados;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c) Sessão: estabelece, gerencia e termina sessões entre aplicações;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d) Transporte: estabelece, mantém e termina circuitos virtuais entre dispositivos finais;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e) Rede: endereçamento de rede e determinação do melhor caminho;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f) Enlace de dados: controle de acesso ao meio de rede;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g) Física: transmissão binária através dos meios físicos de redes. Mais adiante, nesta unidade curricular, você estudará os detalhes de cada camada do modelo OSI.</a:t>
            </a:r>
          </a:p>
        </p:txBody>
      </p:sp>
      <p:sp>
        <p:nvSpPr>
          <p:cNvPr id="36" name="object 36"/>
          <p:cNvSpPr txBox="1">
            <a:spLocks noGrp="1"/>
          </p:cNvSpPr>
          <p:nvPr>
            <p:ph type="title"/>
          </p:nvPr>
        </p:nvSpPr>
        <p:spPr>
          <a:xfrm>
            <a:off x="5861050" y="960031"/>
            <a:ext cx="13592150" cy="959430"/>
          </a:xfrm>
          <a:prstGeom prst="rect">
            <a:avLst/>
          </a:prstGeom>
        </p:spPr>
        <p:txBody>
          <a:bodyPr vert="horz" wrap="square" lIns="0" tIns="12700" rIns="0" bIns="0" rtlCol="0">
            <a:spAutoFit/>
          </a:bodyPr>
          <a:lstStyle/>
          <a:p>
            <a:pPr marL="8952865" marR="5080">
              <a:lnSpc>
                <a:spcPct val="107000"/>
              </a:lnSpc>
              <a:spcBef>
                <a:spcPts val="100"/>
              </a:spcBef>
            </a:pPr>
            <a:r>
              <a:rPr lang="pt-BR" b="1" spc="-15" dirty="0">
                <a:latin typeface="Montserrat ExtraBold"/>
                <a:cs typeface="Montserrat ExtraBold"/>
              </a:rPr>
              <a:t>Camadas</a:t>
            </a:r>
            <a:endParaRPr spc="-25" dirty="0"/>
          </a:p>
        </p:txBody>
      </p:sp>
      <p:sp>
        <p:nvSpPr>
          <p:cNvPr id="37" name="object 3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p:cNvGrpSpPr/>
          <p:nvPr/>
        </p:nvGrpSpPr>
        <p:grpSpPr>
          <a:xfrm>
            <a:off x="261772" y="1308860"/>
            <a:ext cx="10366176" cy="8690834"/>
            <a:chOff x="261772" y="1308860"/>
            <a:chExt cx="10366176" cy="8690834"/>
          </a:xfrm>
        </p:grpSpPr>
        <p:pic>
          <p:nvPicPr>
            <p:cNvPr id="63" name="object 63"/>
            <p:cNvPicPr/>
            <p:nvPr/>
          </p:nvPicPr>
          <p:blipFill>
            <a:blip r:embed="rId2" cstate="print"/>
            <a:stretch>
              <a:fillRect/>
            </a:stretch>
          </p:blipFill>
          <p:spPr>
            <a:xfrm>
              <a:off x="261772" y="1308860"/>
              <a:ext cx="10366176" cy="8690834"/>
            </a:xfrm>
            <a:prstGeom prst="rect">
              <a:avLst/>
            </a:prstGeom>
          </p:spPr>
        </p:pic>
        <p:sp>
          <p:nvSpPr>
            <p:cNvPr id="64" name="object 64"/>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Rede em Árvore (Hierárquica)</a:t>
            </a:r>
            <a:endParaRPr sz="5350" dirty="0">
              <a:latin typeface="Montserrat ExtraBold"/>
              <a:cs typeface="Montserrat ExtraBold"/>
            </a:endParaRPr>
          </a:p>
        </p:txBody>
      </p:sp>
      <p:pic>
        <p:nvPicPr>
          <p:cNvPr id="68" name="Picture 2" descr="Vídeo em Redes Par-a-Par">
            <a:extLst>
              <a:ext uri="{FF2B5EF4-FFF2-40B4-BE49-F238E27FC236}">
                <a16:creationId xmlns:a16="http://schemas.microsoft.com/office/drawing/2014/main" id="{C60A650B-85FA-5D7C-F636-BB0AA60C2782}"/>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6935" y="3469727"/>
            <a:ext cx="11623343" cy="65299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2565062" y="0"/>
            <a:ext cx="7539355" cy="11308715"/>
            <a:chOff x="12565062" y="0"/>
            <a:chExt cx="7539355" cy="11308715"/>
          </a:xfrm>
        </p:grpSpPr>
        <p:sp>
          <p:nvSpPr>
            <p:cNvPr id="3" name="object 3"/>
            <p:cNvSpPr/>
            <p:nvPr/>
          </p:nvSpPr>
          <p:spPr>
            <a:xfrm>
              <a:off x="12565062" y="0"/>
              <a:ext cx="6492240" cy="11151870"/>
            </a:xfrm>
            <a:custGeom>
              <a:avLst/>
              <a:gdLst/>
              <a:ahLst/>
              <a:cxnLst/>
              <a:rect l="l" t="t" r="r" b="b"/>
              <a:pathLst>
                <a:path w="6492240" h="11151870">
                  <a:moveTo>
                    <a:pt x="0" y="11151492"/>
                  </a:moveTo>
                  <a:lnTo>
                    <a:pt x="6491948" y="11151492"/>
                  </a:lnTo>
                  <a:lnTo>
                    <a:pt x="6491948" y="0"/>
                  </a:lnTo>
                  <a:lnTo>
                    <a:pt x="0" y="0"/>
                  </a:lnTo>
                  <a:lnTo>
                    <a:pt x="0" y="11151492"/>
                  </a:lnTo>
                  <a:close/>
                </a:path>
              </a:pathLst>
            </a:custGeom>
            <a:solidFill>
              <a:srgbClr val="F1F1F1"/>
            </a:solidFill>
          </p:spPr>
          <p:txBody>
            <a:bodyPr wrap="square" lIns="0" tIns="0" rIns="0" bIns="0" rtlCol="0"/>
            <a:lstStyle/>
            <a:p>
              <a:endParaRPr/>
            </a:p>
          </p:txBody>
        </p:sp>
        <p:sp>
          <p:nvSpPr>
            <p:cNvPr id="4" name="object 4"/>
            <p:cNvSpPr/>
            <p:nvPr/>
          </p:nvSpPr>
          <p:spPr>
            <a:xfrm>
              <a:off x="19057011" y="0"/>
              <a:ext cx="1047115" cy="11308715"/>
            </a:xfrm>
            <a:custGeom>
              <a:avLst/>
              <a:gdLst/>
              <a:ahLst/>
              <a:cxnLst/>
              <a:rect l="l" t="t" r="r" b="b"/>
              <a:pathLst>
                <a:path w="1047115" h="11308715">
                  <a:moveTo>
                    <a:pt x="1047088" y="0"/>
                  </a:moveTo>
                  <a:lnTo>
                    <a:pt x="0" y="0"/>
                  </a:lnTo>
                  <a:lnTo>
                    <a:pt x="0" y="11308556"/>
                  </a:lnTo>
                  <a:lnTo>
                    <a:pt x="1047088" y="11308556"/>
                  </a:lnTo>
                  <a:lnTo>
                    <a:pt x="1047088" y="0"/>
                  </a:lnTo>
                  <a:close/>
                </a:path>
              </a:pathLst>
            </a:custGeom>
            <a:solidFill>
              <a:srgbClr val="C1272C"/>
            </a:solidFill>
          </p:spPr>
          <p:txBody>
            <a:bodyPr wrap="square" lIns="0" tIns="0" rIns="0" bIns="0" rtlCol="0"/>
            <a:lstStyle/>
            <a:p>
              <a:endParaRPr/>
            </a:p>
          </p:txBody>
        </p:sp>
      </p:grpSp>
      <p:sp>
        <p:nvSpPr>
          <p:cNvPr id="5" name="object 5"/>
          <p:cNvSpPr/>
          <p:nvPr/>
        </p:nvSpPr>
        <p:spPr>
          <a:xfrm>
            <a:off x="0" y="1047088"/>
            <a:ext cx="11308715" cy="9214485"/>
          </a:xfrm>
          <a:custGeom>
            <a:avLst/>
            <a:gdLst/>
            <a:ahLst/>
            <a:cxnLst/>
            <a:rect l="l" t="t" r="r" b="b"/>
            <a:pathLst>
              <a:path w="11308715" h="9214485">
                <a:moveTo>
                  <a:pt x="11308556" y="0"/>
                </a:moveTo>
                <a:lnTo>
                  <a:pt x="0" y="0"/>
                </a:lnTo>
                <a:lnTo>
                  <a:pt x="0" y="9214379"/>
                </a:lnTo>
                <a:lnTo>
                  <a:pt x="11308556" y="9214379"/>
                </a:lnTo>
                <a:lnTo>
                  <a:pt x="11308556" y="0"/>
                </a:lnTo>
                <a:close/>
              </a:path>
            </a:pathLst>
          </a:custGeom>
          <a:solidFill>
            <a:srgbClr val="1A1A1A"/>
          </a:solidFill>
        </p:spPr>
        <p:txBody>
          <a:bodyPr wrap="square" lIns="0" tIns="0" rIns="0" bIns="0" rtlCol="0"/>
          <a:lstStyle/>
          <a:p>
            <a:endParaRPr/>
          </a:p>
        </p:txBody>
      </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6910479"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6910479"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6910479"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172252"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7172252"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7172252"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7434024"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7434024"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7434024"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7695795"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7695795"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7695795"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7957569"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7957569"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7957569"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8219340"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8219340"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8219340"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8481112"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8481112"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8481112"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8742885"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8742885"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8742885"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2" name="object 32"/>
          <p:cNvSpPr txBox="1"/>
          <p:nvPr/>
        </p:nvSpPr>
        <p:spPr>
          <a:xfrm>
            <a:off x="1335925" y="4161933"/>
            <a:ext cx="9249526" cy="4065857"/>
          </a:xfrm>
          <a:prstGeom prst="rect">
            <a:avLst/>
          </a:prstGeom>
        </p:spPr>
        <p:txBody>
          <a:bodyPr vert="horz" wrap="square" lIns="0" tIns="13335" rIns="0" bIns="0" rtlCol="0">
            <a:spAutoFit/>
          </a:bodyPr>
          <a:lstStyle/>
          <a:p>
            <a:pPr marL="12700" marR="5080">
              <a:lnSpc>
                <a:spcPct val="100000"/>
              </a:lnSpc>
              <a:spcBef>
                <a:spcPts val="105"/>
              </a:spcBef>
            </a:pPr>
            <a:r>
              <a:rPr lang="pt-BR" sz="2000" dirty="0">
                <a:solidFill>
                  <a:schemeClr val="bg1"/>
                </a:solidFill>
                <a:latin typeface="Montserrat"/>
                <a:cs typeface="Montserrat"/>
              </a:rPr>
              <a:t>Uma rede em anel (</a:t>
            </a:r>
            <a:r>
              <a:rPr lang="pt-BR" sz="2000" dirty="0" err="1">
                <a:solidFill>
                  <a:schemeClr val="bg1"/>
                </a:solidFill>
                <a:latin typeface="Montserrat"/>
                <a:cs typeface="Montserrat"/>
              </a:rPr>
              <a:t>ring</a:t>
            </a:r>
            <a:r>
              <a:rPr lang="pt-BR" sz="2000" dirty="0">
                <a:solidFill>
                  <a:schemeClr val="bg1"/>
                </a:solidFill>
                <a:latin typeface="Montserrat"/>
                <a:cs typeface="Montserrat"/>
              </a:rPr>
              <a:t>) é uma topologia de rede que consiste em estações conectadas através de um circuito fechado, em série. O anel não interliga as estações diretamente, mas consiste de uma série de repetidores ligados por um meio físico, sendo cada estação ligada a estes repetidores. </a:t>
            </a:r>
          </a:p>
          <a:p>
            <a:pPr marL="12700" marR="5080">
              <a:lnSpc>
                <a:spcPct val="100000"/>
              </a:lnSpc>
              <a:spcBef>
                <a:spcPts val="105"/>
              </a:spcBef>
            </a:pPr>
            <a:endParaRPr lang="pt-BR" sz="2000" dirty="0">
              <a:solidFill>
                <a:schemeClr val="bg1"/>
              </a:solidFill>
              <a:latin typeface="Montserrat"/>
              <a:cs typeface="Montserrat"/>
            </a:endParaRPr>
          </a:p>
          <a:p>
            <a:pPr marL="12700" marR="5080">
              <a:lnSpc>
                <a:spcPct val="100000"/>
              </a:lnSpc>
              <a:spcBef>
                <a:spcPts val="105"/>
              </a:spcBef>
            </a:pPr>
            <a:r>
              <a:rPr lang="pt-BR" sz="2000" dirty="0">
                <a:solidFill>
                  <a:schemeClr val="bg1"/>
                </a:solidFill>
                <a:latin typeface="Montserrat"/>
                <a:cs typeface="Montserrat"/>
              </a:rPr>
              <a:t>Na topologia em anel, cada dispositivo circulam por todos os dispositivos da rede, tendo cada um o seu endereço. O fluxo de informação é unidirecional, existindo um dispositivo (hub) que intercepta e gere o fluxo de dados que entra e sai do anel.</a:t>
            </a:r>
          </a:p>
          <a:p>
            <a:pPr marL="12700" marR="5080">
              <a:lnSpc>
                <a:spcPct val="100000"/>
              </a:lnSpc>
              <a:spcBef>
                <a:spcPts val="105"/>
              </a:spcBef>
            </a:pPr>
            <a:endParaRPr lang="pt-BR" sz="2000" dirty="0">
              <a:solidFill>
                <a:schemeClr val="bg1"/>
              </a:solidFill>
              <a:latin typeface="Montserrat"/>
              <a:cs typeface="Montserrat"/>
            </a:endParaRPr>
          </a:p>
          <a:p>
            <a:pPr marL="12700" marR="5080">
              <a:lnSpc>
                <a:spcPct val="100000"/>
              </a:lnSpc>
              <a:spcBef>
                <a:spcPts val="105"/>
              </a:spcBef>
            </a:pPr>
            <a:r>
              <a:rPr lang="pt-BR" sz="2000" dirty="0">
                <a:solidFill>
                  <a:schemeClr val="bg1"/>
                </a:solidFill>
                <a:latin typeface="Montserrat"/>
                <a:cs typeface="Montserrat"/>
              </a:rPr>
              <a:t>As redes em anel são capazes de transmitir e receber dados em qualquer direção, mas as configurações mais usuais são unidirecionais</a:t>
            </a:r>
            <a:endParaRPr sz="2000" dirty="0">
              <a:solidFill>
                <a:schemeClr val="bg1"/>
              </a:solidFill>
              <a:latin typeface="Montserrat"/>
              <a:cs typeface="Montserrat"/>
            </a:endParaRPr>
          </a:p>
        </p:txBody>
      </p:sp>
      <p:sp>
        <p:nvSpPr>
          <p:cNvPr id="33" name="object 33"/>
          <p:cNvSpPr txBox="1">
            <a:spLocks noGrp="1"/>
          </p:cNvSpPr>
          <p:nvPr>
            <p:ph type="title"/>
          </p:nvPr>
        </p:nvSpPr>
        <p:spPr>
          <a:xfrm>
            <a:off x="1348520" y="2430486"/>
            <a:ext cx="5470525" cy="1470025"/>
          </a:xfrm>
          <a:prstGeom prst="rect">
            <a:avLst/>
          </a:prstGeom>
        </p:spPr>
        <p:txBody>
          <a:bodyPr vert="horz" wrap="square" lIns="0" tIns="11430" rIns="0" bIns="0" rtlCol="0">
            <a:spAutoFit/>
          </a:bodyPr>
          <a:lstStyle/>
          <a:p>
            <a:pPr marL="12700" marR="5080">
              <a:lnSpc>
                <a:spcPct val="100800"/>
              </a:lnSpc>
              <a:spcBef>
                <a:spcPts val="90"/>
              </a:spcBef>
            </a:pPr>
            <a:r>
              <a:rPr lang="pt-BR" sz="4700" spc="20" dirty="0">
                <a:solidFill>
                  <a:srgbClr val="FFFFFF"/>
                </a:solidFill>
              </a:rPr>
              <a:t>AIOT – Rede em Anel (</a:t>
            </a:r>
            <a:r>
              <a:rPr lang="pt-BR" sz="4700" spc="20" dirty="0" err="1">
                <a:solidFill>
                  <a:srgbClr val="FFFFFF"/>
                </a:solidFill>
              </a:rPr>
              <a:t>ring</a:t>
            </a:r>
            <a:r>
              <a:rPr lang="pt-BR" sz="4700" spc="20" dirty="0">
                <a:solidFill>
                  <a:srgbClr val="FFFFFF"/>
                </a:solidFill>
              </a:rPr>
              <a:t>)</a:t>
            </a:r>
            <a:endParaRPr sz="4700" dirty="0">
              <a:latin typeface="Montserrat ExtraBold"/>
              <a:cs typeface="Montserrat ExtraBold"/>
            </a:endParaRPr>
          </a:p>
        </p:txBody>
      </p:sp>
      <p:pic>
        <p:nvPicPr>
          <p:cNvPr id="2050" name="Picture 2" descr="Topologia de Rede: Tipos e Aplicações em Redes de Telecomunicações">
            <a:extLst>
              <a:ext uri="{FF2B5EF4-FFF2-40B4-BE49-F238E27FC236}">
                <a16:creationId xmlns:a16="http://schemas.microsoft.com/office/drawing/2014/main" id="{2A163834-F80D-D859-1920-BFFB3E720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5565" y="2916109"/>
            <a:ext cx="8311446" cy="5843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grpSp>
        <p:nvGrpSpPr>
          <p:cNvPr id="3" name="object 3"/>
          <p:cNvGrpSpPr/>
          <p:nvPr/>
        </p:nvGrpSpPr>
        <p:grpSpPr>
          <a:xfrm>
            <a:off x="10366176" y="2816668"/>
            <a:ext cx="9476740" cy="8230234"/>
            <a:chOff x="10366176" y="2816668"/>
            <a:chExt cx="9476740" cy="8230234"/>
          </a:xfrm>
        </p:grpSpPr>
        <p:pic>
          <p:nvPicPr>
            <p:cNvPr id="4" name="object 4"/>
            <p:cNvPicPr/>
            <p:nvPr/>
          </p:nvPicPr>
          <p:blipFill>
            <a:blip r:embed="rId2" cstate="print"/>
            <a:stretch>
              <a:fillRect/>
            </a:stretch>
          </p:blipFill>
          <p:spPr>
            <a:xfrm>
              <a:off x="10366176" y="2816668"/>
              <a:ext cx="9476151" cy="3444921"/>
            </a:xfrm>
            <a:prstGeom prst="rect">
              <a:avLst/>
            </a:prstGeom>
          </p:spPr>
        </p:pic>
        <p:sp>
          <p:nvSpPr>
            <p:cNvPr id="5" name="object 5"/>
            <p:cNvSpPr/>
            <p:nvPr/>
          </p:nvSpPr>
          <p:spPr>
            <a:xfrm>
              <a:off x="11153377" y="3603879"/>
              <a:ext cx="7903845" cy="1870710"/>
            </a:xfrm>
            <a:custGeom>
              <a:avLst/>
              <a:gdLst/>
              <a:ahLst/>
              <a:cxnLst/>
              <a:rect l="l" t="t" r="r" b="b"/>
              <a:pathLst>
                <a:path w="7903844" h="1870710">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10366176" y="5204030"/>
              <a:ext cx="9476151" cy="3455392"/>
            </a:xfrm>
            <a:prstGeom prst="rect">
              <a:avLst/>
            </a:prstGeom>
          </p:spPr>
        </p:pic>
        <p:sp>
          <p:nvSpPr>
            <p:cNvPr id="7" name="object 7"/>
            <p:cNvSpPr/>
            <p:nvPr/>
          </p:nvSpPr>
          <p:spPr>
            <a:xfrm>
              <a:off x="11153377" y="5997587"/>
              <a:ext cx="7903845" cy="1870710"/>
            </a:xfrm>
            <a:custGeom>
              <a:avLst/>
              <a:gdLst/>
              <a:ahLst/>
              <a:cxnLst/>
              <a:rect l="l" t="t" r="r" b="b"/>
              <a:pathLst>
                <a:path w="7903844" h="1870709">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pic>
          <p:nvPicPr>
            <p:cNvPr id="8" name="object 8"/>
            <p:cNvPicPr/>
            <p:nvPr/>
          </p:nvPicPr>
          <p:blipFill>
            <a:blip r:embed="rId2" cstate="print"/>
            <a:stretch>
              <a:fillRect/>
            </a:stretch>
          </p:blipFill>
          <p:spPr>
            <a:xfrm>
              <a:off x="10366176" y="7601862"/>
              <a:ext cx="9476151" cy="3444921"/>
            </a:xfrm>
            <a:prstGeom prst="rect">
              <a:avLst/>
            </a:prstGeom>
          </p:spPr>
        </p:pic>
        <p:sp>
          <p:nvSpPr>
            <p:cNvPr id="9" name="object 9"/>
            <p:cNvSpPr/>
            <p:nvPr/>
          </p:nvSpPr>
          <p:spPr>
            <a:xfrm>
              <a:off x="11153377" y="8391304"/>
              <a:ext cx="7903845" cy="1870710"/>
            </a:xfrm>
            <a:custGeom>
              <a:avLst/>
              <a:gdLst/>
              <a:ahLst/>
              <a:cxnLst/>
              <a:rect l="l" t="t" r="r" b="b"/>
              <a:pathLst>
                <a:path w="7903844" h="1870709">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grpSp>
      <p:sp>
        <p:nvSpPr>
          <p:cNvPr id="10" name="object 10"/>
          <p:cNvSpPr/>
          <p:nvPr/>
        </p:nvSpPr>
        <p:spPr>
          <a:xfrm>
            <a:off x="18481112"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p:cNvSpPr/>
          <p:nvPr/>
        </p:nvSpPr>
        <p:spPr>
          <a:xfrm>
            <a:off x="18742885"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p:cNvSpPr/>
          <p:nvPr/>
        </p:nvSpPr>
        <p:spPr>
          <a:xfrm>
            <a:off x="19004657"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p:cNvSpPr/>
          <p:nvPr/>
        </p:nvSpPr>
        <p:spPr>
          <a:xfrm>
            <a:off x="19266428"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p:cNvSpPr/>
          <p:nvPr/>
        </p:nvSpPr>
        <p:spPr>
          <a:xfrm>
            <a:off x="19528201"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p:cNvSpPr/>
          <p:nvPr/>
        </p:nvSpPr>
        <p:spPr>
          <a:xfrm>
            <a:off x="19789973"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p:cNvSpPr/>
          <p:nvPr/>
        </p:nvSpPr>
        <p:spPr>
          <a:xfrm>
            <a:off x="18481112"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p:cNvSpPr/>
          <p:nvPr/>
        </p:nvSpPr>
        <p:spPr>
          <a:xfrm>
            <a:off x="18742885"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p:cNvSpPr/>
          <p:nvPr/>
        </p:nvSpPr>
        <p:spPr>
          <a:xfrm>
            <a:off x="19004657"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p:cNvSpPr/>
          <p:nvPr/>
        </p:nvSpPr>
        <p:spPr>
          <a:xfrm>
            <a:off x="19266428"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p:cNvSpPr/>
          <p:nvPr/>
        </p:nvSpPr>
        <p:spPr>
          <a:xfrm>
            <a:off x="19528201"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p:cNvSpPr/>
          <p:nvPr/>
        </p:nvSpPr>
        <p:spPr>
          <a:xfrm>
            <a:off x="19789973"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p:cNvSpPr/>
          <p:nvPr/>
        </p:nvSpPr>
        <p:spPr>
          <a:xfrm>
            <a:off x="18481112"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p:cNvSpPr/>
          <p:nvPr/>
        </p:nvSpPr>
        <p:spPr>
          <a:xfrm>
            <a:off x="18742885"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p:cNvSpPr/>
          <p:nvPr/>
        </p:nvSpPr>
        <p:spPr>
          <a:xfrm>
            <a:off x="19004657"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p:cNvSpPr/>
          <p:nvPr/>
        </p:nvSpPr>
        <p:spPr>
          <a:xfrm>
            <a:off x="19266428"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p:cNvSpPr/>
          <p:nvPr/>
        </p:nvSpPr>
        <p:spPr>
          <a:xfrm>
            <a:off x="19528201"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p:cNvSpPr/>
          <p:nvPr/>
        </p:nvSpPr>
        <p:spPr>
          <a:xfrm>
            <a:off x="19789973"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p:cNvSpPr/>
          <p:nvPr/>
        </p:nvSpPr>
        <p:spPr>
          <a:xfrm>
            <a:off x="18481112"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p:cNvSpPr/>
          <p:nvPr/>
        </p:nvSpPr>
        <p:spPr>
          <a:xfrm>
            <a:off x="18742885"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p:cNvSpPr/>
          <p:nvPr/>
        </p:nvSpPr>
        <p:spPr>
          <a:xfrm>
            <a:off x="19004657"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p:cNvSpPr/>
          <p:nvPr/>
        </p:nvSpPr>
        <p:spPr>
          <a:xfrm>
            <a:off x="19266428"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p:cNvSpPr/>
          <p:nvPr/>
        </p:nvSpPr>
        <p:spPr>
          <a:xfrm>
            <a:off x="19528201"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p:cNvSpPr/>
          <p:nvPr/>
        </p:nvSpPr>
        <p:spPr>
          <a:xfrm>
            <a:off x="19789973"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p:cNvSpPr/>
          <p:nvPr/>
        </p:nvSpPr>
        <p:spPr>
          <a:xfrm>
            <a:off x="18481112"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p:cNvSpPr/>
          <p:nvPr/>
        </p:nvSpPr>
        <p:spPr>
          <a:xfrm>
            <a:off x="18742885"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p:cNvSpPr/>
          <p:nvPr/>
        </p:nvSpPr>
        <p:spPr>
          <a:xfrm>
            <a:off x="19004657"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p:cNvSpPr/>
          <p:nvPr/>
        </p:nvSpPr>
        <p:spPr>
          <a:xfrm>
            <a:off x="19266428"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p:cNvSpPr/>
          <p:nvPr/>
        </p:nvSpPr>
        <p:spPr>
          <a:xfrm>
            <a:off x="19528201"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p:cNvSpPr/>
          <p:nvPr/>
        </p:nvSpPr>
        <p:spPr>
          <a:xfrm>
            <a:off x="19789973"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p:cNvSpPr/>
          <p:nvPr/>
        </p:nvSpPr>
        <p:spPr>
          <a:xfrm>
            <a:off x="18481112"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p:cNvSpPr/>
          <p:nvPr/>
        </p:nvSpPr>
        <p:spPr>
          <a:xfrm>
            <a:off x="18742885"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p:cNvSpPr/>
          <p:nvPr/>
        </p:nvSpPr>
        <p:spPr>
          <a:xfrm>
            <a:off x="19004657"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p:cNvSpPr/>
          <p:nvPr/>
        </p:nvSpPr>
        <p:spPr>
          <a:xfrm>
            <a:off x="19266428"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p:cNvSpPr/>
          <p:nvPr/>
        </p:nvSpPr>
        <p:spPr>
          <a:xfrm>
            <a:off x="19528201"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p:cNvSpPr/>
          <p:nvPr/>
        </p:nvSpPr>
        <p:spPr>
          <a:xfrm>
            <a:off x="19789973"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46" name="object 46"/>
          <p:cNvGrpSpPr/>
          <p:nvPr/>
        </p:nvGrpSpPr>
        <p:grpSpPr>
          <a:xfrm>
            <a:off x="0" y="9319088"/>
            <a:ext cx="20104100" cy="1989884"/>
            <a:chOff x="0" y="9319088"/>
            <a:chExt cx="20104100" cy="1989884"/>
          </a:xfrm>
        </p:grpSpPr>
        <p:sp>
          <p:nvSpPr>
            <p:cNvPr id="48" name="object 48"/>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49" name="object 4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50" name="object 50"/>
          <p:cNvSpPr txBox="1"/>
          <p:nvPr/>
        </p:nvSpPr>
        <p:spPr>
          <a:xfrm>
            <a:off x="11643501" y="3979601"/>
            <a:ext cx="795020" cy="955675"/>
          </a:xfrm>
          <a:prstGeom prst="rect">
            <a:avLst/>
          </a:prstGeom>
        </p:spPr>
        <p:txBody>
          <a:bodyPr vert="horz" wrap="square" lIns="0" tIns="12700" rIns="0" bIns="0" rtlCol="0">
            <a:spAutoFit/>
          </a:bodyPr>
          <a:lstStyle/>
          <a:p>
            <a:pPr>
              <a:lnSpc>
                <a:spcPct val="100000"/>
              </a:lnSpc>
              <a:spcBef>
                <a:spcPts val="100"/>
              </a:spcBef>
            </a:pPr>
            <a:r>
              <a:rPr sz="6100" b="0" spc="-10" dirty="0">
                <a:solidFill>
                  <a:srgbClr val="C1272C"/>
                </a:solidFill>
                <a:latin typeface="Montserrat Light"/>
                <a:cs typeface="Montserrat Light"/>
              </a:rPr>
              <a:t>01</a:t>
            </a:r>
            <a:endParaRPr sz="6100">
              <a:latin typeface="Montserrat Light"/>
              <a:cs typeface="Montserrat Light"/>
            </a:endParaRPr>
          </a:p>
        </p:txBody>
      </p:sp>
      <p:sp>
        <p:nvSpPr>
          <p:cNvPr id="51" name="object 51"/>
          <p:cNvSpPr txBox="1"/>
          <p:nvPr/>
        </p:nvSpPr>
        <p:spPr>
          <a:xfrm>
            <a:off x="12855097" y="3941430"/>
            <a:ext cx="5401310" cy="379976"/>
          </a:xfrm>
          <a:prstGeom prst="rect">
            <a:avLst/>
          </a:prstGeom>
        </p:spPr>
        <p:txBody>
          <a:bodyPr vert="horz" wrap="square" lIns="0" tIns="24765" rIns="0" bIns="0" rtlCol="0">
            <a:spAutoFit/>
          </a:bodyPr>
          <a:lstStyle/>
          <a:p>
            <a:pPr marR="5080">
              <a:lnSpc>
                <a:spcPts val="2870"/>
              </a:lnSpc>
              <a:spcBef>
                <a:spcPts val="195"/>
              </a:spcBef>
            </a:pPr>
            <a:r>
              <a:rPr lang="pt-BR" sz="2400" spc="-20" dirty="0">
                <a:solidFill>
                  <a:srgbClr val="4D4D4D"/>
                </a:solidFill>
                <a:latin typeface="Montserrat"/>
                <a:cs typeface="Montserrat"/>
              </a:rPr>
              <a:t>Token</a:t>
            </a:r>
            <a:endParaRPr sz="2400" dirty="0">
              <a:latin typeface="Montserrat"/>
              <a:cs typeface="Montserrat"/>
            </a:endParaRPr>
          </a:p>
        </p:txBody>
      </p:sp>
      <p:sp>
        <p:nvSpPr>
          <p:cNvPr id="52" name="object 52"/>
          <p:cNvSpPr txBox="1"/>
          <p:nvPr/>
        </p:nvSpPr>
        <p:spPr>
          <a:xfrm>
            <a:off x="11562143" y="6373312"/>
            <a:ext cx="957580" cy="955675"/>
          </a:xfrm>
          <a:prstGeom prst="rect">
            <a:avLst/>
          </a:prstGeom>
        </p:spPr>
        <p:txBody>
          <a:bodyPr vert="horz" wrap="square" lIns="0" tIns="12700" rIns="0" bIns="0" rtlCol="0">
            <a:spAutoFit/>
          </a:bodyPr>
          <a:lstStyle/>
          <a:p>
            <a:pPr>
              <a:lnSpc>
                <a:spcPct val="100000"/>
              </a:lnSpc>
              <a:spcBef>
                <a:spcPts val="100"/>
              </a:spcBef>
            </a:pPr>
            <a:r>
              <a:rPr sz="6100" b="0" spc="-10" dirty="0">
                <a:solidFill>
                  <a:srgbClr val="C1272C"/>
                </a:solidFill>
                <a:latin typeface="Montserrat Light"/>
                <a:cs typeface="Montserrat Light"/>
              </a:rPr>
              <a:t>02</a:t>
            </a:r>
            <a:endParaRPr sz="6100">
              <a:latin typeface="Montserrat Light"/>
              <a:cs typeface="Montserrat Light"/>
            </a:endParaRPr>
          </a:p>
        </p:txBody>
      </p:sp>
      <p:sp>
        <p:nvSpPr>
          <p:cNvPr id="53" name="object 53"/>
          <p:cNvSpPr txBox="1"/>
          <p:nvPr/>
        </p:nvSpPr>
        <p:spPr>
          <a:xfrm>
            <a:off x="12855097" y="6335141"/>
            <a:ext cx="5401310" cy="379976"/>
          </a:xfrm>
          <a:prstGeom prst="rect">
            <a:avLst/>
          </a:prstGeom>
        </p:spPr>
        <p:txBody>
          <a:bodyPr vert="horz" wrap="square" lIns="0" tIns="24765" rIns="0" bIns="0" rtlCol="0">
            <a:spAutoFit/>
          </a:bodyPr>
          <a:lstStyle/>
          <a:p>
            <a:pPr marR="5080">
              <a:lnSpc>
                <a:spcPts val="2870"/>
              </a:lnSpc>
              <a:spcBef>
                <a:spcPts val="195"/>
              </a:spcBef>
            </a:pPr>
            <a:r>
              <a:rPr lang="pt-BR" sz="2400" spc="-20" dirty="0" err="1">
                <a:solidFill>
                  <a:srgbClr val="4D4D4D"/>
                </a:solidFill>
                <a:latin typeface="Montserrat"/>
                <a:cs typeface="Montserrat"/>
              </a:rPr>
              <a:t>Switsh</a:t>
            </a:r>
            <a:endParaRPr sz="2400" dirty="0">
              <a:latin typeface="Montserrat"/>
              <a:cs typeface="Montserrat"/>
            </a:endParaRPr>
          </a:p>
        </p:txBody>
      </p:sp>
      <p:sp>
        <p:nvSpPr>
          <p:cNvPr id="54" name="object 54"/>
          <p:cNvSpPr txBox="1"/>
          <p:nvPr/>
        </p:nvSpPr>
        <p:spPr>
          <a:xfrm>
            <a:off x="11567567" y="8767025"/>
            <a:ext cx="939800" cy="955675"/>
          </a:xfrm>
          <a:prstGeom prst="rect">
            <a:avLst/>
          </a:prstGeom>
        </p:spPr>
        <p:txBody>
          <a:bodyPr vert="horz" wrap="square" lIns="0" tIns="12700" rIns="0" bIns="0" rtlCol="0">
            <a:spAutoFit/>
          </a:bodyPr>
          <a:lstStyle/>
          <a:p>
            <a:pPr>
              <a:lnSpc>
                <a:spcPct val="100000"/>
              </a:lnSpc>
              <a:spcBef>
                <a:spcPts val="100"/>
              </a:spcBef>
            </a:pPr>
            <a:r>
              <a:rPr sz="6100" b="0" spc="-65" dirty="0">
                <a:solidFill>
                  <a:srgbClr val="C1272C"/>
                </a:solidFill>
                <a:latin typeface="Montserrat Light"/>
                <a:cs typeface="Montserrat Light"/>
              </a:rPr>
              <a:t>03</a:t>
            </a:r>
            <a:endParaRPr sz="6100">
              <a:latin typeface="Montserrat Light"/>
              <a:cs typeface="Montserrat Light"/>
            </a:endParaRPr>
          </a:p>
        </p:txBody>
      </p:sp>
      <p:sp>
        <p:nvSpPr>
          <p:cNvPr id="55" name="object 55"/>
          <p:cNvSpPr txBox="1"/>
          <p:nvPr/>
        </p:nvSpPr>
        <p:spPr>
          <a:xfrm>
            <a:off x="12855097" y="8728848"/>
            <a:ext cx="5401310" cy="379976"/>
          </a:xfrm>
          <a:prstGeom prst="rect">
            <a:avLst/>
          </a:prstGeom>
        </p:spPr>
        <p:txBody>
          <a:bodyPr vert="horz" wrap="square" lIns="0" tIns="24765" rIns="0" bIns="0" rtlCol="0">
            <a:spAutoFit/>
          </a:bodyPr>
          <a:lstStyle/>
          <a:p>
            <a:pPr marR="5080">
              <a:lnSpc>
                <a:spcPts val="2870"/>
              </a:lnSpc>
              <a:spcBef>
                <a:spcPts val="195"/>
              </a:spcBef>
            </a:pPr>
            <a:r>
              <a:rPr lang="pt-BR" sz="2400" spc="-20" dirty="0">
                <a:solidFill>
                  <a:srgbClr val="4D4D4D"/>
                </a:solidFill>
                <a:latin typeface="Montserrat"/>
                <a:cs typeface="Montserrat"/>
              </a:rPr>
              <a:t>Distribuição de dados</a:t>
            </a:r>
            <a:endParaRPr sz="2400" dirty="0">
              <a:latin typeface="Montserrat"/>
              <a:cs typeface="Montserrat"/>
            </a:endParaRPr>
          </a:p>
        </p:txBody>
      </p:sp>
      <p:sp>
        <p:nvSpPr>
          <p:cNvPr id="56" name="object 56"/>
          <p:cNvSpPr txBox="1">
            <a:spLocks noGrp="1"/>
          </p:cNvSpPr>
          <p:nvPr>
            <p:ph type="title"/>
          </p:nvPr>
        </p:nvSpPr>
        <p:spPr>
          <a:xfrm>
            <a:off x="11086438" y="797973"/>
            <a:ext cx="6871970" cy="2019784"/>
          </a:xfrm>
          <a:prstGeom prst="rect">
            <a:avLst/>
          </a:prstGeom>
        </p:spPr>
        <p:txBody>
          <a:bodyPr vert="horz" wrap="square" lIns="0" tIns="77470" rIns="0" bIns="0" rtlCol="0">
            <a:spAutoFit/>
          </a:bodyPr>
          <a:lstStyle/>
          <a:p>
            <a:pPr marL="12700">
              <a:lnSpc>
                <a:spcPct val="100000"/>
              </a:lnSpc>
              <a:spcBef>
                <a:spcPts val="610"/>
              </a:spcBef>
            </a:pPr>
            <a:r>
              <a:rPr lang="pt-BR" b="1" spc="-15" dirty="0">
                <a:latin typeface="Montserrat ExtraBold"/>
                <a:cs typeface="Montserrat ExtraBold"/>
              </a:rPr>
              <a:t>REDE ANEL</a:t>
            </a:r>
            <a:endParaRPr b="1" dirty="0">
              <a:latin typeface="Montserrat ExtraBold"/>
              <a:cs typeface="Montserrat ExtraBold"/>
            </a:endParaRPr>
          </a:p>
          <a:p>
            <a:pPr marL="12700">
              <a:lnSpc>
                <a:spcPct val="100000"/>
              </a:lnSpc>
              <a:spcBef>
                <a:spcPts val="515"/>
              </a:spcBef>
            </a:pPr>
            <a:r>
              <a:rPr lang="pt-BR" spc="-20" dirty="0"/>
              <a:t>Topologia lógica</a:t>
            </a:r>
            <a:endParaRPr spc="-40" dirty="0"/>
          </a:p>
        </p:txBody>
      </p:sp>
      <p:pic>
        <p:nvPicPr>
          <p:cNvPr id="57" name="Picture 2" descr="Julio Battisti - Artigos e tutoriais gratuitos; Venda de livros, e-books,  video-aulas e cursos online.">
            <a:extLst>
              <a:ext uri="{FF2B5EF4-FFF2-40B4-BE49-F238E27FC236}">
                <a16:creationId xmlns:a16="http://schemas.microsoft.com/office/drawing/2014/main" id="{DC567B5D-CE6A-67F1-872A-BC9ED5C14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10" y="826414"/>
            <a:ext cx="9128398" cy="81458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AD22-82CC-B2C6-6341-72496F7769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6849C0F-B039-9BA1-20FF-A7413C9C6FAC}"/>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8138C669-3119-E762-8880-D2E59771B929}"/>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44F531A8-BDDA-91F0-0970-4DB25062E10D}"/>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401EFE0D-EC53-32D0-BEE4-EE1A8ED2C532}"/>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0F4F8168-24AA-9B8D-EE9F-BD08C08C2932}"/>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8B4278F0-BEC2-2BAB-5E68-CB33B60041C6}"/>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9F9AA089-E908-9D85-84B8-80B6372D1155}"/>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24CA3491-1F1B-08E4-CF55-A39B84B7AF7C}"/>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EED3D2FA-9DE6-59A6-B233-6A8F26E3E503}"/>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6F65480B-737E-47FF-16E7-29F9D5983456}"/>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21F2D037-D7AF-8FD4-156E-1A447FE79C5D}"/>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5BD5A96B-C9DB-276B-94A8-CDF7E46F9799}"/>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0D9BD0C1-E558-5C01-47A2-7117A85DC4EA}"/>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C0C8D31B-CFC8-332E-5937-2C7A9CEF0CEA}"/>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561C26A3-885C-62C0-099A-6873DF6AC9E9}"/>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C50249C9-829F-C09D-0C4A-E761DE2B9537}"/>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EEC0E0A8-649B-557E-4C1A-D49FE4CCB13E}"/>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EF746504-E3E8-F5AD-6819-EFECCCAC3E13}"/>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359EDAAC-67FD-3A87-3E69-B1823669FF6A}"/>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A06E2425-A87C-C385-5EDF-7E94015265FC}"/>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B7F70C25-68D8-CE63-C2EC-943D06789040}"/>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70D98FE7-D040-2EA0-5B6C-754CEEC45632}"/>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FAF9C566-645B-8EC4-814A-FA9D2A7105E9}"/>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64355C21-353C-96B6-3B25-109C19190C96}"/>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1084D4DD-885E-B4A4-38D4-EB184C7D3037}"/>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0B11A9F0-715E-5923-32AE-F99A53243EB0}"/>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4FDE9E95-8C5F-606B-7414-85A9501097C2}"/>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92C665AA-DCB9-7BCE-C15B-49778B95A0E5}"/>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8FB05E1B-ADA2-6192-3834-98DB99801527}"/>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44109CA0-F7DB-EAD2-46F2-CB38B356D11D}"/>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A08EC3A4-BE5B-2428-2022-28FC40249739}"/>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28D86ED5-5F42-51F7-B17F-FA93C508C698}"/>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FECC33EC-E158-D17C-306E-4E17A8F0D603}"/>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78A3219C-A241-E18C-DE42-5CF9DF209050}"/>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13F1B6AD-0DBC-EAE4-CC29-D18B8867CEF6}"/>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1BEE02ED-3F58-5ECE-66FC-5236202F0A20}"/>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3917ADAD-1CC8-3BB8-269D-BF238575505E}"/>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0E76B22C-B312-9848-0911-AB1847CC69E5}"/>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504E3FEC-6A21-FC8A-D847-E80F284B47D7}"/>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B5C82438-CB65-9D43-974F-29A497765B2C}"/>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FE77C08F-1295-1293-1733-85C0424FDD7D}"/>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45C98322-1492-5CA7-7000-7CBBED0C876F}"/>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09D88C66-A33E-C1C9-5CCE-908665AE5E80}"/>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610262AD-CB8F-F5A6-80E2-CED1E775F3CC}"/>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B6DEF564-5348-4551-BCD7-D5B2FED4691D}"/>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E504E609-BF7B-8922-B56B-A74786FB451D}"/>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C0CEA44D-A259-5857-B7DD-CD03F0316F19}"/>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3BBF61B2-C159-F15F-5A20-4A0466A61C13}"/>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09EF555F-C6A9-ACE9-FF36-BDCD24CC03AB}"/>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FB20539A-E141-93E9-E06B-DBA6FD92AE53}"/>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D86EA002-9848-EA29-AB1B-91553CE86F54}"/>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9F3B4CE2-AD82-64E7-1E15-61505A973167}"/>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7EC2601A-7E0A-E6CF-74C1-776C20DD377F}"/>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E468A5EA-F321-0106-ACA6-149B37265C7C}"/>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2E22CFB9-5E10-32C6-3F11-09FE69802620}"/>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1815E67D-E193-97D3-41DE-21143CAE478C}"/>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55997768-752B-6F9B-2C10-2A4A6A561D11}"/>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B1FB0ADE-41A4-140D-97F1-BC5B8DE0DA3C}"/>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7A266879-788F-B3BD-7CF7-6E6B4E8CF8E6}"/>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A9E52BCA-2B65-199A-67F6-65B842266889}"/>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2D2CE778-A034-09A5-E363-2F03D65C1A48}"/>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3E54BA4D-7EA0-A9FB-DB11-D4BF57B8A290}"/>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D52FE922-E805-6ACE-FBF1-82327293651E}"/>
              </a:ext>
            </a:extLst>
          </p:cNvPr>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Rede em Árvore (Hierárquica)</a:t>
            </a:r>
            <a:endParaRPr sz="5350" dirty="0">
              <a:latin typeface="Montserrat ExtraBold"/>
              <a:cs typeface="Montserrat ExtraBold"/>
            </a:endParaRPr>
          </a:p>
        </p:txBody>
      </p:sp>
      <p:pic>
        <p:nvPicPr>
          <p:cNvPr id="68" name="Picture 2" descr="Vídeo em Redes Par-a-Par">
            <a:extLst>
              <a:ext uri="{FF2B5EF4-FFF2-40B4-BE49-F238E27FC236}">
                <a16:creationId xmlns:a16="http://schemas.microsoft.com/office/drawing/2014/main" id="{4EC23507-D5CE-733C-965F-CD78A6C8E6C8}"/>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6935" y="3469727"/>
            <a:ext cx="11623343" cy="6529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46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A7D32-AFBB-491E-3E3C-24EE46D4CD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E10CAD-2058-0B79-A5FB-C40143F7F7E0}"/>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D02B14B6-727C-A87D-378B-174B159D45E1}"/>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78348EE3-CFE1-1781-65E3-A678D2FE2B1C}"/>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14D21D0B-1230-89CF-E3C7-E94B56E3D10C}"/>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5A43BBD3-4F23-B03A-4D1E-C91460748203}"/>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59E693A1-03F7-B1BD-6124-EEBC295E36DC}"/>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867F845B-317B-C3C9-F12D-684CA2E2AEE2}"/>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37422594-67E2-6E77-E22C-0AB282F3CDE6}"/>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172F5359-9936-9DFA-E49C-6A62F67C7EB6}"/>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37AD418A-3D1B-7C1D-77EE-A010545A5491}"/>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BD9B7EA8-F380-8B54-8026-DAE0035CA08E}"/>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71F9DA96-56A1-2EAE-1861-55C6E881BE73}"/>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08BA8FF5-FA24-4ABC-B1D5-B2BCBAAD87AA}"/>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3024D274-E24A-DCBC-F3D9-2E816ACB0CC5}"/>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ECD66A79-9479-BB31-D3E2-3DE484CBE858}"/>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FB2FEDB2-20A4-BFDE-7610-BC0FD753DCD2}"/>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F371B669-33B7-DED7-A515-BF10602E5FDB}"/>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4C78B4ED-B66E-062B-9BAF-AB42F1F290D6}"/>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70F318B2-C8EB-B525-15BA-ECD61BA4C9A7}"/>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31587F1D-6975-7AB2-FE8C-FCB5EC1D8FBA}"/>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69B9E67D-95AF-39EB-438E-B729C2A339B0}"/>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40D1AD6A-5121-FB2A-E8ED-E385C85DA947}"/>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0C5EB188-8D6F-A6DF-9C3A-E49D37EDEE26}"/>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FE1BA38D-C310-B71D-E11D-C36706D4F43D}"/>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2FD36E85-8B65-7A19-D704-DBD0F934A749}"/>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49AB15E7-79BD-40ED-3EE5-D94C5913DF31}"/>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374F7D10-CF4C-8F24-845F-1FB66D6691D5}"/>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74303B72-8E5B-81F3-6CF4-043E8ED1CC79}"/>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EF48A91E-EE0C-7C8B-6019-13C61B2D128C}"/>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26D4A6F0-9FE2-E3D4-E5C4-C83C6D8CFAE9}"/>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5A4914DD-3201-1520-94B7-C59B5B115F52}"/>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B234A1E2-E9E2-994F-B6EA-E125B165B7D9}"/>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FAFB8A7B-3697-C0F2-5C8D-3A8493D8C573}"/>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389CF187-B4E4-8C65-AFBC-F070BF0EC4E2}"/>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CB73B5AA-8268-B018-D77F-4EB73A43A741}"/>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6C472627-23D1-4264-158B-4DC226B35146}"/>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C816408F-7625-906E-0B7A-ADAF825860AD}"/>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7C743CAC-0CB2-7734-1927-E0DC21E07555}"/>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E4802A0E-1C71-265D-1797-6153AE37D149}"/>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903FEF7A-03EB-30EB-2F4D-AAF62FFA22EB}"/>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A937F76F-CCFA-93A3-7AB4-38A5E8FD6641}"/>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9B3D087F-72B0-3AE9-AEB6-FBE4A9436B53}"/>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15FB0E83-1CBC-50DB-F3E6-6513A3B0595B}"/>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678584E1-2196-C04A-F39A-42E7A0E55FDF}"/>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44373326-2A7B-C74A-8D6C-5C5DCD1859B4}"/>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539B21AD-5AA9-F696-35D7-7A240A65D600}"/>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FD26395E-F77A-168C-2997-0B42FAC79D02}"/>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98BD74FB-33EF-185B-AF39-EBB2521DA42B}"/>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2E4062CF-ABDD-3537-B2A5-FAD6C4DF2C42}"/>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51E47C47-990F-38B5-FA14-BD255E790119}"/>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8D0BBCE1-AFD5-267B-33A3-DC501FE49C7F}"/>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EFB105DE-0834-F2A5-8F0B-7CF41EECC612}"/>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64A84B42-5047-7458-C46F-1E0AB68E17B1}"/>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2FEFDB65-E7D9-F5C6-1FF1-3A9759135E20}"/>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B4DB0AE2-ACF7-F2DA-150C-A17FF8CB6A17}"/>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9F235F0D-B2F3-60CB-A626-87417D42604D}"/>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EDA59979-304F-202B-8C7E-7B80DE3F110A}"/>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E492FEB6-8708-2327-153F-41CDF5AF0DEF}"/>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338E2B01-7463-E52C-7AAF-5B3EEE369202}"/>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pic>
        <p:nvPicPr>
          <p:cNvPr id="63" name="object 63">
            <a:extLst>
              <a:ext uri="{FF2B5EF4-FFF2-40B4-BE49-F238E27FC236}">
                <a16:creationId xmlns:a16="http://schemas.microsoft.com/office/drawing/2014/main" id="{77747B80-ED70-E8AB-91E4-39C6F5AF3C4F}"/>
              </a:ext>
            </a:extLst>
          </p:cNvPr>
          <p:cNvPicPr/>
          <p:nvPr/>
        </p:nvPicPr>
        <p:blipFill>
          <a:blip r:embed="rId2" cstate="print"/>
          <a:stretch>
            <a:fillRect/>
          </a:stretch>
        </p:blipFill>
        <p:spPr>
          <a:xfrm>
            <a:off x="261772" y="1308860"/>
            <a:ext cx="10366176" cy="8690834"/>
          </a:xfrm>
          <a:prstGeom prst="rect">
            <a:avLst/>
          </a:prstGeom>
        </p:spPr>
      </p:pic>
      <p:sp>
        <p:nvSpPr>
          <p:cNvPr id="66" name="object 66">
            <a:extLst>
              <a:ext uri="{FF2B5EF4-FFF2-40B4-BE49-F238E27FC236}">
                <a16:creationId xmlns:a16="http://schemas.microsoft.com/office/drawing/2014/main" id="{3C8E9F35-5CA1-6301-AAA3-ECA7C0441A30}"/>
              </a:ext>
            </a:extLst>
          </p:cNvPr>
          <p:cNvSpPr txBox="1">
            <a:spLocks noGrp="1"/>
          </p:cNvSpPr>
          <p:nvPr>
            <p:ph type="title"/>
          </p:nvPr>
        </p:nvSpPr>
        <p:spPr>
          <a:xfrm>
            <a:off x="12931734" y="706580"/>
            <a:ext cx="6923836" cy="1860766"/>
          </a:xfrm>
          <a:prstGeom prst="rect">
            <a:avLst/>
          </a:prstGeom>
        </p:spPr>
        <p:txBody>
          <a:bodyPr vert="horz" wrap="square" lIns="0" tIns="13970" rIns="0" bIns="0" rtlCol="0">
            <a:spAutoFit/>
          </a:bodyPr>
          <a:lstStyle/>
          <a:p>
            <a:pPr marL="12700">
              <a:lnSpc>
                <a:spcPct val="100000"/>
              </a:lnSpc>
              <a:spcBef>
                <a:spcPts val="110"/>
              </a:spcBef>
            </a:pPr>
            <a:r>
              <a:rPr lang="pt-BR" sz="6000" b="1" dirty="0">
                <a:solidFill>
                  <a:schemeClr val="bg1"/>
                </a:solidFill>
              </a:rPr>
              <a:t>AIOT – Rede em Malha (</a:t>
            </a:r>
            <a:r>
              <a:rPr lang="pt-BR" sz="6000" b="1" dirty="0" err="1">
                <a:solidFill>
                  <a:schemeClr val="bg1"/>
                </a:solidFill>
              </a:rPr>
              <a:t>Mesh</a:t>
            </a:r>
            <a:r>
              <a:rPr lang="pt-BR" sz="6000" b="1" dirty="0">
                <a:solidFill>
                  <a:schemeClr val="bg1"/>
                </a:solidFill>
              </a:rPr>
              <a:t>)</a:t>
            </a:r>
            <a:endParaRPr sz="5400" dirty="0">
              <a:solidFill>
                <a:schemeClr val="bg1"/>
              </a:solidFill>
              <a:latin typeface="Montserrat ExtraBold"/>
              <a:cs typeface="Montserrat ExtraBold"/>
            </a:endParaRPr>
          </a:p>
        </p:txBody>
      </p:sp>
      <p:pic>
        <p:nvPicPr>
          <p:cNvPr id="65" name="Imagem 64">
            <a:extLst>
              <a:ext uri="{FF2B5EF4-FFF2-40B4-BE49-F238E27FC236}">
                <a16:creationId xmlns:a16="http://schemas.microsoft.com/office/drawing/2014/main" id="{7A37FA19-3834-D61A-3F3F-860F7E2F504F}"/>
              </a:ext>
            </a:extLst>
          </p:cNvPr>
          <p:cNvPicPr>
            <a:picLocks noChangeAspect="1"/>
          </p:cNvPicPr>
          <p:nvPr/>
        </p:nvPicPr>
        <p:blipFill>
          <a:blip r:embed="rId3"/>
          <a:stretch>
            <a:fillRect/>
          </a:stretch>
        </p:blipFill>
        <p:spPr>
          <a:xfrm>
            <a:off x="2480288" y="2754788"/>
            <a:ext cx="13278043" cy="7512897"/>
          </a:xfrm>
          <a:prstGeom prst="rect">
            <a:avLst/>
          </a:prstGeom>
        </p:spPr>
      </p:pic>
    </p:spTree>
    <p:extLst>
      <p:ext uri="{BB962C8B-B14F-4D97-AF65-F5344CB8AC3E}">
        <p14:creationId xmlns:p14="http://schemas.microsoft.com/office/powerpoint/2010/main" val="1745257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B7FE-FB5A-7301-BE98-177B3384D1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095E0B9-3D0C-7D17-52A3-C77BC68E05A7}"/>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490115E6-AF20-EE66-5911-D8B387F889ED}"/>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C93B30EA-8E07-1E52-1F99-B58F29A32C97}"/>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E4CB3D28-9CE4-574F-53B5-2F96662827BB}"/>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1778218D-8108-B554-8C56-09E07ABE5EC2}"/>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CB5F4A6B-5148-2667-532C-340B71FFF273}"/>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2495001C-2295-08D2-72FD-63ABBCAC01A4}"/>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7E117683-D208-4F7A-D180-6B5DC1DF742B}"/>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7EE3197B-A861-9816-6B9B-5E726444F990}"/>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FB5BC6EC-5F91-492B-6111-A85317E35F15}"/>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0A513D7F-A3EC-83E3-4F96-B34BE4A6ADDC}"/>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C768F132-A2E5-1527-9320-E4717E7EF005}"/>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FEE03367-54A0-61A8-BCDC-020B1F5E3966}"/>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376DF704-C9CD-1190-E290-81A57818CB65}"/>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53E6206E-2A29-A640-9888-B0BFE166C816}"/>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C172918F-12D5-ADE3-BF38-0B54EB762B75}"/>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B6995915-D148-4A82-9427-B49EBAE290AF}"/>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437B4631-2AEF-13F6-E2EF-FC0260E45AFC}"/>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525CB055-FA35-8CB7-0491-0E001060C74E}"/>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5B74FD15-5A0B-74DB-A397-D48FDF72F35C}"/>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7DC931D1-DC4D-0EC7-3A6A-E8F6912C727E}"/>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53D68866-7AED-2DFB-937C-EA34E3136E8F}"/>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0CB157D4-D656-E075-23A5-E42931D15488}"/>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CD393386-F822-8FBB-2DC3-F5B26E3CB173}"/>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3FA2DD0C-9B6D-2B20-B9CB-5212CD72687B}"/>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0FBE1712-996D-2623-823A-B77880976B3A}"/>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862B05FC-968E-E2F0-6351-D0B2E2A3B40E}"/>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5C8AB3BD-AAAF-5D57-6288-FF6BA9D2E371}"/>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E8859281-F2A6-232E-CFFC-2417A4CD9994}"/>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930E85F8-7461-1E2B-0136-2E9D2FCB7DB1}"/>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7A18F83B-6FFA-0545-9878-30B20000C35B}"/>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4AB177CC-2C9B-B309-2B98-23A709149092}"/>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51FFE08A-7701-3E35-CF0B-666C80B6944B}"/>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F5A788C8-2321-AB67-F694-D2D930E03DE4}"/>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C69434A2-7B15-FD3A-CF1E-9F6B7FC1A725}"/>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ECC6E784-5815-A28C-F581-6B6F075C8227}"/>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C791F658-38FF-FAEA-4FEE-475A045853A4}"/>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62BB448A-C165-70AE-AE20-511584002683}"/>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69A7C88C-DF16-3750-5BE7-927E5FCD072D}"/>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A6447633-C76A-3906-4722-0793E68A32C4}"/>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05489C72-D518-E182-2E57-C7380A0AA057}"/>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3EFE267E-FEFF-C4DD-1BF0-9062B383915A}"/>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C7D590CF-AF9B-6F1C-7AB6-6A71DF00C468}"/>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5D84CD9B-ADE3-AC2B-CC25-BD8F9E6E4D7F}"/>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55B333A2-2B2D-B5E7-3361-ECA37166636F}"/>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95F161A1-3EA6-740B-F42C-8106148E92F3}"/>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6029922B-5991-17EE-7F01-8B82D5D94714}"/>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886381C0-0BE4-3E8D-FA03-E7B7C05F6FCE}"/>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6778D30C-1FB2-C1BC-FE11-572D1BCED97A}"/>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7F9C8AC8-5992-C268-853C-980E05186E08}"/>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BD1FE442-C628-F17F-6D51-26E11A3F1D18}"/>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A308EE11-65D8-F6C3-2148-10140BC5096B}"/>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605E9DEE-C32B-4122-E02B-060DB085C7B3}"/>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85B71764-029C-0D0E-E3DD-BDE9FEF776A9}"/>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8F1F7109-AFE4-1A67-020E-C01A94B25861}"/>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5366B16C-55C1-BC59-85D9-002E49A3B714}"/>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9BFB0E96-7B15-E62B-9DA7-9F03A437AD36}"/>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22D136DE-9707-DAB4-9411-E36DCDB64624}"/>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E72A0B75-5D4B-E566-AD36-970B272CF10F}"/>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1F55AFEB-BD33-B3BE-E233-4B06C491D79D}"/>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F2367179-6668-8F11-089C-6D965FC03E13}"/>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4AED9946-83EC-4FB6-431A-4D9876054EAB}"/>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3411E969-0BB9-43BF-6842-797747D8682B}"/>
              </a:ext>
            </a:extLst>
          </p:cNvPr>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Meios de transmissão de dados - Cabeado</a:t>
            </a:r>
            <a:endParaRPr sz="5350" dirty="0">
              <a:latin typeface="Montserrat ExtraBold"/>
              <a:cs typeface="Montserrat ExtraBold"/>
            </a:endParaRPr>
          </a:p>
        </p:txBody>
      </p:sp>
      <p:pic>
        <p:nvPicPr>
          <p:cNvPr id="62" name="Imagem 61">
            <a:extLst>
              <a:ext uri="{FF2B5EF4-FFF2-40B4-BE49-F238E27FC236}">
                <a16:creationId xmlns:a16="http://schemas.microsoft.com/office/drawing/2014/main" id="{27D46038-E263-7F86-91D0-AFD94F8438B0}"/>
              </a:ext>
            </a:extLst>
          </p:cNvPr>
          <p:cNvPicPr>
            <a:picLocks noChangeAspect="1"/>
          </p:cNvPicPr>
          <p:nvPr/>
        </p:nvPicPr>
        <p:blipFill>
          <a:blip r:embed="rId3"/>
          <a:stretch>
            <a:fillRect/>
          </a:stretch>
        </p:blipFill>
        <p:spPr>
          <a:xfrm>
            <a:off x="8081770" y="5558137"/>
            <a:ext cx="11689264" cy="4955642"/>
          </a:xfrm>
          <a:prstGeom prst="rect">
            <a:avLst/>
          </a:prstGeom>
        </p:spPr>
      </p:pic>
    </p:spTree>
    <p:extLst>
      <p:ext uri="{BB962C8B-B14F-4D97-AF65-F5344CB8AC3E}">
        <p14:creationId xmlns:p14="http://schemas.microsoft.com/office/powerpoint/2010/main" val="1670717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8386-C6CB-F937-2FBC-F060274F55E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087C3A-7E57-13FC-7F9A-19F5CBDCEF5C}"/>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9AA43800-AB82-6888-700E-FE13546D3606}"/>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CE48EA85-B081-A6E4-2A89-7377196D532E}"/>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C9C17E78-F00A-52AF-3DD4-3E0FB2B21761}"/>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3C17D510-BC73-1DB3-DC0E-71791643CE05}"/>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76712DC0-EF18-C6C9-DDAE-C64ABC09ECF9}"/>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DACDE12B-0582-3820-4365-53C9F7FAEAA7}"/>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B514E966-3851-3CBF-1B33-A8569B970BCC}"/>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B3C8ACC8-22C5-057F-6F08-F60F71CCD2D2}"/>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3390E7D5-5334-78DC-B848-CF2D3DA455DB}"/>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24671336-8859-5444-BA2C-72EF9796071B}"/>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6C47BF76-AAD9-CA78-FE58-FEA7E7812CDC}"/>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5B7A20B5-857E-4305-4DCA-59F01A1B475B}"/>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F564048A-7272-1F91-3E80-BB8AE23B3297}"/>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5EE3B517-F12F-321C-5D2C-60494E91734D}"/>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63AB8FC4-767C-CAD7-A391-114ADA5D8B97}"/>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9F6B5C0C-E81D-DC86-5F48-73A86DC59F13}"/>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07173255-E629-2249-3D6C-664108A210CB}"/>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390EEA2E-C764-4B8C-9DA4-23BAF86A67A2}"/>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F61FC408-AF18-94B2-4DBA-E54AA48D2EF0}"/>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32E6F2AA-FDD2-8C05-73E1-053C69C3E651}"/>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2980924B-2581-EFB4-B896-EA9638121891}"/>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056D7D26-3DB3-8A3E-07D7-99B4AE5DCFFF}"/>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55AB2BBF-08CC-6D77-1B2B-1DA4881373DE}"/>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7365F67A-8DED-B07C-800B-B0CA1CFA485B}"/>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7927BE69-76F8-FA28-0276-2F265FCE8FE2}"/>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3ECA6AFE-CF67-8DBD-9C26-33D5A1918DB5}"/>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2CDF4001-93A3-B9DE-C855-DD9B30D67390}"/>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ECD3F47D-549F-3B39-B5A2-132ECFAB4947}"/>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6D6DFB55-EC06-942A-CDC2-FA4803B4D21F}"/>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D8C32816-767E-2482-45E2-52E3718B8C7E}"/>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6B8FD958-F177-9679-344B-B21EB092B7A5}"/>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BBF97963-E58E-06B5-7C2B-49159608BF38}"/>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0C4D0A8F-D105-9FF4-3A03-27EFA90015A7}"/>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3E4EC08D-0621-7BB6-DABA-F09E006D90AD}"/>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1165BB09-D7E4-488F-0657-62D44A3FCC68}"/>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1C6C0F30-F330-1A00-4F2A-EF373B7E079C}"/>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79E40260-3700-7681-4F47-F2E60713B92A}"/>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7EBFE7E9-85A5-9F5F-1003-AA243216C913}"/>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47F48AA7-0D00-35F1-DDB2-5A4235A885D6}"/>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B6CF0F75-E94D-23BF-3611-2C1528320568}"/>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321E6CEC-21C9-B626-54A3-A6EC5D86B0A1}"/>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044F2AEB-CBCE-E8E2-969F-0C03FFE5A8E6}"/>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00098310-5F91-8023-CCDB-B8426C18D3E7}"/>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9E4FD5C9-7948-B2A6-BEFA-965497217ECE}"/>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FBE4D49C-9170-9251-5C9A-80F74A737C33}"/>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3F8B3F24-39CE-672B-8FDF-DBD50D97D43E}"/>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36822077-F6D8-8C02-BBBB-1497C62F0FCA}"/>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C3484706-4D42-B255-3B30-D55075712463}"/>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811B3C3F-0C30-E1DE-1BBF-D7E816F663F0}"/>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DE8117DA-0D74-22EE-B3FF-C056923CB26A}"/>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CC68A25C-2712-AC53-20D8-901DB04A9036}"/>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77C2B9AB-DFAF-946E-FA39-EDE4DEFF7C7D}"/>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7E1D6F51-FD18-DD81-6371-6AAB114C7287}"/>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89ED74E0-7584-397E-D6F3-FB9FBB0750F3}"/>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5C94649E-BA8C-C30A-DE20-10283B86D979}"/>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A74351FE-BAE0-CE62-CFA0-6B203782B7E4}"/>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E3A2F343-A98F-3E29-BF2B-E935FFD41111}"/>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D381C5D5-8C72-B56E-821F-6AC5185D315F}"/>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914F20AC-676B-26E8-1CFB-4CAF47789C15}"/>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FCD09938-5CEB-4F64-C2C9-C4EE7A7DBE48}"/>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892D4589-C2CE-B287-F7B1-B98C6313DBCB}"/>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084FAF47-C57E-2553-B121-51CBFC599EAA}"/>
              </a:ext>
            </a:extLst>
          </p:cNvPr>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Meios de transmissão de dados</a:t>
            </a:r>
            <a:endParaRPr sz="5350" dirty="0">
              <a:latin typeface="Montserrat ExtraBold"/>
              <a:cs typeface="Montserrat ExtraBold"/>
            </a:endParaRPr>
          </a:p>
        </p:txBody>
      </p:sp>
      <p:pic>
        <p:nvPicPr>
          <p:cNvPr id="65" name="Imagem 64">
            <a:extLst>
              <a:ext uri="{FF2B5EF4-FFF2-40B4-BE49-F238E27FC236}">
                <a16:creationId xmlns:a16="http://schemas.microsoft.com/office/drawing/2014/main" id="{D98F85BD-A2F4-9B4D-19BE-9E7D26C21E6A}"/>
              </a:ext>
            </a:extLst>
          </p:cNvPr>
          <p:cNvPicPr>
            <a:picLocks noChangeAspect="1"/>
          </p:cNvPicPr>
          <p:nvPr/>
        </p:nvPicPr>
        <p:blipFill>
          <a:blip r:embed="rId3"/>
          <a:stretch>
            <a:fillRect/>
          </a:stretch>
        </p:blipFill>
        <p:spPr>
          <a:xfrm>
            <a:off x="9843108" y="4481249"/>
            <a:ext cx="10139651" cy="6041639"/>
          </a:xfrm>
          <a:prstGeom prst="rect">
            <a:avLst/>
          </a:prstGeom>
        </p:spPr>
      </p:pic>
      <p:sp>
        <p:nvSpPr>
          <p:cNvPr id="67" name="Espaço Reservado para Conteúdo 2">
            <a:extLst>
              <a:ext uri="{FF2B5EF4-FFF2-40B4-BE49-F238E27FC236}">
                <a16:creationId xmlns:a16="http://schemas.microsoft.com/office/drawing/2014/main" id="{86E75369-4BE6-E645-E64A-27BF7526FBBE}"/>
              </a:ext>
            </a:extLst>
          </p:cNvPr>
          <p:cNvSpPr>
            <a:spLocks noGrp="1"/>
          </p:cNvSpPr>
          <p:nvPr/>
        </p:nvSpPr>
        <p:spPr>
          <a:xfrm>
            <a:off x="877957" y="5975800"/>
            <a:ext cx="8860141" cy="41546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fontAlgn="ctr"/>
            <a:r>
              <a:rPr lang="pt-BR" sz="2800" b="1" dirty="0"/>
              <a:t>Par trançado </a:t>
            </a:r>
            <a:r>
              <a:rPr lang="pt-BR" sz="2800" dirty="0"/>
              <a:t>Segundo Torres (2004), o par trançado é o tipo de cabo de rede mais usado atualmente. Existem basicamente dois tipos de par trançado: sem blindagem, também chamado UTP (</a:t>
            </a:r>
            <a:r>
              <a:rPr lang="pt-BR" sz="2800" dirty="0" err="1"/>
              <a:t>Unshielded</a:t>
            </a:r>
            <a:r>
              <a:rPr lang="pt-BR" sz="2800" dirty="0"/>
              <a:t> </a:t>
            </a:r>
            <a:r>
              <a:rPr lang="pt-BR" sz="2800" dirty="0" err="1"/>
              <a:t>Twisted</a:t>
            </a:r>
            <a:r>
              <a:rPr lang="pt-BR" sz="2800" dirty="0"/>
              <a:t> </a:t>
            </a:r>
            <a:r>
              <a:rPr lang="pt-BR" sz="2800" dirty="0" err="1"/>
              <a:t>Pair</a:t>
            </a:r>
            <a:r>
              <a:rPr lang="pt-BR" sz="2800" dirty="0"/>
              <a:t>), e com blindagem, também chamado de STP (</a:t>
            </a:r>
            <a:r>
              <a:rPr lang="pt-BR" sz="2800" dirty="0" err="1"/>
              <a:t>Shielded</a:t>
            </a:r>
            <a:r>
              <a:rPr lang="pt-BR" sz="2800" dirty="0"/>
              <a:t> </a:t>
            </a:r>
            <a:r>
              <a:rPr lang="pt-BR" sz="2800" dirty="0" err="1"/>
              <a:t>Twisted</a:t>
            </a:r>
            <a:r>
              <a:rPr lang="pt-BR" sz="2800" dirty="0"/>
              <a:t> </a:t>
            </a:r>
            <a:r>
              <a:rPr lang="pt-BR" sz="2800" dirty="0" err="1"/>
              <a:t>Pair</a:t>
            </a:r>
            <a:r>
              <a:rPr lang="pt-BR" sz="2800" dirty="0"/>
              <a:t>). A diferença entre eles é justamente a existência, no par trançado com blindagem, de uma malha em volta do cabo protegendo-o contra interferências eletromagnéticas</a:t>
            </a:r>
          </a:p>
          <a:p>
            <a:pPr fontAlgn="ctr"/>
            <a:endParaRPr lang="pt-BR" sz="2800" dirty="0"/>
          </a:p>
          <a:p>
            <a:pPr fontAlgn="ctr"/>
            <a:endParaRPr lang="pt-BR" sz="2800" dirty="0"/>
          </a:p>
          <a:p>
            <a:pPr fontAlgn="ctr"/>
            <a:endParaRPr lang="pt-BR" sz="2800" dirty="0"/>
          </a:p>
          <a:p>
            <a:pPr fontAlgn="ctr"/>
            <a:endParaRPr lang="pt-BR" sz="2800" dirty="0"/>
          </a:p>
          <a:p>
            <a:pPr fontAlgn="ctr"/>
            <a:endParaRPr lang="pt-BR" sz="2800" dirty="0"/>
          </a:p>
          <a:p>
            <a:pPr fontAlgn="ctr"/>
            <a:endParaRPr lang="pt-BR" sz="2800" b="1" dirty="0"/>
          </a:p>
          <a:p>
            <a:pPr fontAlgn="ctr"/>
            <a:endParaRPr lang="pt-BR" sz="2800" b="1" dirty="0"/>
          </a:p>
        </p:txBody>
      </p:sp>
    </p:spTree>
    <p:extLst>
      <p:ext uri="{BB962C8B-B14F-4D97-AF65-F5344CB8AC3E}">
        <p14:creationId xmlns:p14="http://schemas.microsoft.com/office/powerpoint/2010/main" val="1755266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B694-C765-3EEA-DFC8-D53624F70E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21246BF-2B31-0C27-AA67-88B7F74E6AD4}"/>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50325A8F-F0A0-B5E2-86C1-D9B9862FC487}"/>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3BA0934A-A7F6-D721-258D-1256108F8C6C}"/>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B399EF2A-6C18-6050-4E33-4BCBFE7535E9}"/>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7E991A0C-34BF-62E2-A5BB-13910ED0AE8E}"/>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5892B3B9-2458-CD06-F922-7553910F5F9F}"/>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D74BDD4D-C0F6-BE4A-D0F0-88169C860212}"/>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6F36611A-8D61-5986-09E5-045442A23CB9}"/>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883AC1B9-CEE6-5C9A-C592-C7565970A4AA}"/>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37D770F3-2F82-6F9D-28E6-D674A5746490}"/>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66E7C5F2-7E5E-93FE-AFFB-B75050A457D2}"/>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0B4950BD-2310-63FB-6116-FBFEC1DE8EE4}"/>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6FD96445-4131-D227-BBFF-0CF3DC09ABE4}"/>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3B6BBBA4-E508-AEF9-5495-89F0F0DA49E2}"/>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1BC10F52-74BA-EB12-37F6-D401936C2628}"/>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3B37E6C3-4AB5-1752-9756-C77E81140AEC}"/>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789FBD99-74F8-78C9-7959-CA95564C6C37}"/>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2870F19E-18DB-ECC0-5B8B-5BF7C05AA85F}"/>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3212815D-E9F4-DEE8-0305-94A611585D4F}"/>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93DD2A32-D08B-B81E-37D0-B087DF6F647E}"/>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B7CC0016-CFEA-5859-4FBB-5215A68A77BC}"/>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2458C4FB-03E8-CBC0-22C1-DFA5A77635BC}"/>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1BA52043-0EBB-988C-8CEF-82BB744CB6DA}"/>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A13A1AF5-C2F5-5F83-B103-45EA5AA70980}"/>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41380486-DF8B-9AF5-91CC-8B2D07D32E72}"/>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E60146AE-700D-6B1B-1E99-90E4F77AE9BD}"/>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3A2A7DD8-28BB-832A-D1DA-0CD76A4C1282}"/>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4E01FBF1-7B08-8432-6484-EC41CE125C86}"/>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CFDA7CC6-8E17-0D0E-C200-DB97A5A467B9}"/>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C42F22C8-0F34-205A-91E2-7EE60C4BA4BC}"/>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D89F9F35-40AC-0AAD-96D7-0CA39CD5A421}"/>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E1696B12-C20C-D708-CE50-8D9EF8F48B12}"/>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8AEC5648-B2F2-7E0C-1B91-5747F86F8349}"/>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A2628535-1EE2-D213-BFD8-AB0E44CADF2C}"/>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368EE573-6549-2114-39DE-F2B3E46B9CF5}"/>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AE05E3D5-21BE-3A82-8072-8688AC3A56CD}"/>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971DB9A5-A65B-AC6D-56AA-B780E9E49DF0}"/>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26CD52B5-A52B-CDCB-0BB8-A1FC3B12321E}"/>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F6DB3CBF-1F99-2555-951A-9EC6AE470C65}"/>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CE7C6981-DD4E-69BF-19DC-EA9BEC2D1374}"/>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4CEE3966-F59B-ECBD-C2EC-A64B9E66AE03}"/>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801C797B-947A-F9E3-1A33-0A0C811AB9B1}"/>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FF4014B4-C3E9-A963-2C6D-7E65F632E344}"/>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3E15F31A-05A7-A0AB-EEC5-2FF8585F61BD}"/>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0A7470B7-B901-6F04-A759-C3C53DBABDCE}"/>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AFCA7B05-32CE-E4AD-B88C-20DA253CB251}"/>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78332C20-5C19-EAA0-9309-BB013C0C8A4D}"/>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30AC9E82-68F7-8808-2F37-5D56D343B868}"/>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A0608557-7A62-77B6-6DCF-D055F7E1F7B4}"/>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A72AA1AE-2F2D-0DBE-308E-BDC17AA4A291}"/>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373E2FAE-5DE3-C04F-56E5-D182096C2DB0}"/>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CF504E9D-FAD1-C51A-ADC8-26B7244C7A6B}"/>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40642102-B8EF-C9C0-4657-3E78EA498D1B}"/>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DB7CD78D-AFBB-39F8-10F7-E506430D8234}"/>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7A0B0ADF-1621-1448-92DA-6E3BC0F21297}"/>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100005CD-5E12-9369-C164-69C2E3D084EB}"/>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2B913DC8-BA9C-D4A5-CB59-2B1A389351CB}"/>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4783DB6E-363F-F45F-9CE5-CECBB70D9CA2}"/>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BDB69CAA-440D-EF2F-BF44-6F5135176F1A}"/>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DC50F985-1254-5008-15E7-ED68E3E6B8A5}"/>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6AFB062C-7715-6DB9-6DE6-E10B87799A46}"/>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732C8E8B-F9EE-2ACC-A414-F54D5E9D66EB}"/>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D33150AD-97DE-13BB-318B-77910B544B0B}"/>
              </a:ext>
            </a:extLst>
          </p:cNvPr>
          <p:cNvSpPr txBox="1">
            <a:spLocks noGrp="1"/>
          </p:cNvSpPr>
          <p:nvPr>
            <p:ph type="title"/>
          </p:nvPr>
        </p:nvSpPr>
        <p:spPr>
          <a:xfrm>
            <a:off x="1557932" y="2452319"/>
            <a:ext cx="6923836" cy="2507097"/>
          </a:xfrm>
          <a:prstGeom prst="rect">
            <a:avLst/>
          </a:prstGeom>
        </p:spPr>
        <p:txBody>
          <a:bodyPr vert="horz" wrap="square" lIns="0" tIns="13970" rIns="0" bIns="0" rtlCol="0">
            <a:spAutoFit/>
          </a:bodyPr>
          <a:lstStyle/>
          <a:p>
            <a:pPr marL="12700">
              <a:lnSpc>
                <a:spcPct val="100000"/>
              </a:lnSpc>
              <a:spcBef>
                <a:spcPts val="110"/>
              </a:spcBef>
            </a:pPr>
            <a:r>
              <a:rPr lang="pt-BR" sz="5400" b="1" dirty="0"/>
              <a:t>AIOT – Meios de transmissão de dados – Sem Fio</a:t>
            </a:r>
            <a:endParaRPr sz="5350" dirty="0">
              <a:latin typeface="Montserrat ExtraBold"/>
              <a:cs typeface="Montserrat ExtraBold"/>
            </a:endParaRPr>
          </a:p>
        </p:txBody>
      </p:sp>
      <p:sp>
        <p:nvSpPr>
          <p:cNvPr id="67" name="Espaço Reservado para Conteúdo 2">
            <a:extLst>
              <a:ext uri="{FF2B5EF4-FFF2-40B4-BE49-F238E27FC236}">
                <a16:creationId xmlns:a16="http://schemas.microsoft.com/office/drawing/2014/main" id="{174465BF-BF97-5FE6-36AC-081154A4D78A}"/>
              </a:ext>
            </a:extLst>
          </p:cNvPr>
          <p:cNvSpPr>
            <a:spLocks noGrp="1"/>
          </p:cNvSpPr>
          <p:nvPr/>
        </p:nvSpPr>
        <p:spPr>
          <a:xfrm>
            <a:off x="877957" y="5975800"/>
            <a:ext cx="8860141" cy="4154606"/>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fontAlgn="ctr"/>
            <a:r>
              <a:rPr lang="pt-BR" sz="2800" dirty="0"/>
              <a:t>A transmissão de dados sem fio é um processo que permite enviar informações de um dispositivo para outro sem a necessidade de fios ou cabos. É como se os dados viajassem pelo ar, usando ondas de rádio, infravermelho ou outras tecnologias semelhantes. </a:t>
            </a:r>
          </a:p>
          <a:p>
            <a:pPr fontAlgn="ctr"/>
            <a:r>
              <a:rPr lang="pt-BR" sz="2800" dirty="0"/>
              <a:t>Por exemplo, quando usamos um smartphone para enviar mensagens, fazer chamadas ou acessar a internet, estamos usando a transmissão de dados sem fio. Da mesma forma, quando usamos um roteador </a:t>
            </a:r>
            <a:r>
              <a:rPr lang="pt-BR" sz="2800" dirty="0" err="1"/>
              <a:t>Wifi</a:t>
            </a:r>
            <a:r>
              <a:rPr lang="pt-BR" sz="2800" dirty="0"/>
              <a:t> para conectar os nossos dispositivos à internet</a:t>
            </a:r>
          </a:p>
          <a:p>
            <a:pPr fontAlgn="ctr"/>
            <a:endParaRPr lang="pt-BR" sz="2800" dirty="0"/>
          </a:p>
          <a:p>
            <a:pPr fontAlgn="ctr"/>
            <a:endParaRPr lang="pt-BR" sz="2800" dirty="0"/>
          </a:p>
          <a:p>
            <a:pPr fontAlgn="ctr"/>
            <a:endParaRPr lang="pt-BR" sz="2800" dirty="0"/>
          </a:p>
          <a:p>
            <a:pPr fontAlgn="ctr"/>
            <a:endParaRPr lang="pt-BR" sz="2800" dirty="0"/>
          </a:p>
          <a:p>
            <a:pPr fontAlgn="ctr"/>
            <a:endParaRPr lang="pt-BR" sz="2800" b="1" dirty="0"/>
          </a:p>
          <a:p>
            <a:pPr fontAlgn="ctr"/>
            <a:endParaRPr lang="pt-BR" sz="2800" b="1" dirty="0"/>
          </a:p>
        </p:txBody>
      </p:sp>
      <p:pic>
        <p:nvPicPr>
          <p:cNvPr id="62" name="Imagem 61">
            <a:extLst>
              <a:ext uri="{FF2B5EF4-FFF2-40B4-BE49-F238E27FC236}">
                <a16:creationId xmlns:a16="http://schemas.microsoft.com/office/drawing/2014/main" id="{86795079-7D52-1EF3-A2FC-34348F2E7E9C}"/>
              </a:ext>
            </a:extLst>
          </p:cNvPr>
          <p:cNvPicPr>
            <a:picLocks noChangeAspect="1"/>
          </p:cNvPicPr>
          <p:nvPr/>
        </p:nvPicPr>
        <p:blipFill>
          <a:blip r:embed="rId3"/>
          <a:stretch>
            <a:fillRect/>
          </a:stretch>
        </p:blipFill>
        <p:spPr>
          <a:xfrm>
            <a:off x="9859242" y="3374519"/>
            <a:ext cx="10244858" cy="6111656"/>
          </a:xfrm>
          <a:prstGeom prst="rect">
            <a:avLst/>
          </a:prstGeom>
        </p:spPr>
      </p:pic>
    </p:spTree>
    <p:extLst>
      <p:ext uri="{BB962C8B-B14F-4D97-AF65-F5344CB8AC3E}">
        <p14:creationId xmlns:p14="http://schemas.microsoft.com/office/powerpoint/2010/main" val="1252545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556"/>
            <a:chOff x="0" y="0"/>
            <a:chExt cx="20104100" cy="11308556"/>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2912068" y="4985450"/>
              <a:ext cx="5242560" cy="1337945"/>
            </a:xfrm>
            <a:custGeom>
              <a:avLst/>
              <a:gdLst/>
              <a:ahLst/>
              <a:cxnLst/>
              <a:rect l="l" t="t" r="r" b="b"/>
              <a:pathLst>
                <a:path w="5242559" h="1337945">
                  <a:moveTo>
                    <a:pt x="5242028" y="0"/>
                  </a:moveTo>
                  <a:lnTo>
                    <a:pt x="0" y="0"/>
                  </a:lnTo>
                  <a:lnTo>
                    <a:pt x="0" y="1337655"/>
                  </a:lnTo>
                  <a:lnTo>
                    <a:pt x="5242028" y="1337655"/>
                  </a:lnTo>
                  <a:lnTo>
                    <a:pt x="5242028" y="0"/>
                  </a:lnTo>
                  <a:close/>
                </a:path>
              </a:pathLst>
            </a:custGeom>
            <a:solidFill>
              <a:srgbClr val="E21013"/>
            </a:solidFill>
          </p:spPr>
          <p:txBody>
            <a:bodyPr wrap="square" lIns="0" tIns="0" rIns="0" bIns="0" rtlCol="0"/>
            <a:lstStyle/>
            <a:p>
              <a:endParaRPr/>
            </a:p>
          </p:txBody>
        </p:sp>
        <p:sp>
          <p:nvSpPr>
            <p:cNvPr id="5" name="object 5"/>
            <p:cNvSpPr/>
            <p:nvPr/>
          </p:nvSpPr>
          <p:spPr>
            <a:xfrm>
              <a:off x="2911983" y="5156523"/>
              <a:ext cx="5242560" cy="993775"/>
            </a:xfrm>
            <a:custGeom>
              <a:avLst/>
              <a:gdLst/>
              <a:ahLst/>
              <a:cxnLst/>
              <a:rect l="l" t="t" r="r" b="b"/>
              <a:pathLst>
                <a:path w="5242559" h="993775">
                  <a:moveTo>
                    <a:pt x="281571" y="938250"/>
                  </a:moveTo>
                  <a:lnTo>
                    <a:pt x="0" y="938250"/>
                  </a:lnTo>
                  <a:lnTo>
                    <a:pt x="0" y="973455"/>
                  </a:lnTo>
                  <a:lnTo>
                    <a:pt x="281571" y="973455"/>
                  </a:lnTo>
                  <a:lnTo>
                    <a:pt x="281571" y="938250"/>
                  </a:lnTo>
                  <a:close/>
                </a:path>
                <a:path w="5242559" h="993775">
                  <a:moveTo>
                    <a:pt x="281571" y="712901"/>
                  </a:moveTo>
                  <a:lnTo>
                    <a:pt x="0" y="712901"/>
                  </a:lnTo>
                  <a:lnTo>
                    <a:pt x="0" y="748106"/>
                  </a:lnTo>
                  <a:lnTo>
                    <a:pt x="281571" y="748106"/>
                  </a:lnTo>
                  <a:lnTo>
                    <a:pt x="281571" y="712901"/>
                  </a:lnTo>
                  <a:close/>
                </a:path>
                <a:path w="5242559" h="993775">
                  <a:moveTo>
                    <a:pt x="281571" y="479120"/>
                  </a:moveTo>
                  <a:lnTo>
                    <a:pt x="0" y="479120"/>
                  </a:lnTo>
                  <a:lnTo>
                    <a:pt x="0" y="514324"/>
                  </a:lnTo>
                  <a:lnTo>
                    <a:pt x="281571" y="514324"/>
                  </a:lnTo>
                  <a:lnTo>
                    <a:pt x="281571" y="479120"/>
                  </a:lnTo>
                  <a:close/>
                </a:path>
                <a:path w="5242559" h="993775">
                  <a:moveTo>
                    <a:pt x="281571" y="248475"/>
                  </a:moveTo>
                  <a:lnTo>
                    <a:pt x="0" y="248475"/>
                  </a:lnTo>
                  <a:lnTo>
                    <a:pt x="0" y="283730"/>
                  </a:lnTo>
                  <a:lnTo>
                    <a:pt x="281571" y="283730"/>
                  </a:lnTo>
                  <a:lnTo>
                    <a:pt x="281571" y="248475"/>
                  </a:lnTo>
                  <a:close/>
                </a:path>
                <a:path w="5242559" h="993775">
                  <a:moveTo>
                    <a:pt x="281571" y="23812"/>
                  </a:moveTo>
                  <a:lnTo>
                    <a:pt x="0" y="23812"/>
                  </a:lnTo>
                  <a:lnTo>
                    <a:pt x="0" y="59016"/>
                  </a:lnTo>
                  <a:lnTo>
                    <a:pt x="281571" y="59016"/>
                  </a:lnTo>
                  <a:lnTo>
                    <a:pt x="281571" y="23812"/>
                  </a:lnTo>
                  <a:close/>
                </a:path>
                <a:path w="5242559" h="993775">
                  <a:moveTo>
                    <a:pt x="1289888" y="204787"/>
                  </a:moveTo>
                  <a:lnTo>
                    <a:pt x="1287195" y="184924"/>
                  </a:lnTo>
                  <a:lnTo>
                    <a:pt x="1284528" y="165150"/>
                  </a:lnTo>
                  <a:lnTo>
                    <a:pt x="1272222" y="130467"/>
                  </a:lnTo>
                  <a:lnTo>
                    <a:pt x="1229385" y="74917"/>
                  </a:lnTo>
                  <a:lnTo>
                    <a:pt x="1166685" y="36169"/>
                  </a:lnTo>
                  <a:lnTo>
                    <a:pt x="1129525" y="22491"/>
                  </a:lnTo>
                  <a:lnTo>
                    <a:pt x="1089393" y="12280"/>
                  </a:lnTo>
                  <a:lnTo>
                    <a:pt x="1046924" y="5295"/>
                  </a:lnTo>
                  <a:lnTo>
                    <a:pt x="1002792" y="1282"/>
                  </a:lnTo>
                  <a:lnTo>
                    <a:pt x="957656" y="0"/>
                  </a:lnTo>
                  <a:lnTo>
                    <a:pt x="911479" y="1143"/>
                  </a:lnTo>
                  <a:lnTo>
                    <a:pt x="865327" y="4775"/>
                  </a:lnTo>
                  <a:lnTo>
                    <a:pt x="819670" y="11163"/>
                  </a:lnTo>
                  <a:lnTo>
                    <a:pt x="774928" y="20586"/>
                  </a:lnTo>
                  <a:lnTo>
                    <a:pt x="731558" y="33324"/>
                  </a:lnTo>
                  <a:lnTo>
                    <a:pt x="690016" y="49669"/>
                  </a:lnTo>
                  <a:lnTo>
                    <a:pt x="650760" y="69875"/>
                  </a:lnTo>
                  <a:lnTo>
                    <a:pt x="614222" y="94221"/>
                  </a:lnTo>
                  <a:lnTo>
                    <a:pt x="580872" y="123012"/>
                  </a:lnTo>
                  <a:lnTo>
                    <a:pt x="551141" y="156489"/>
                  </a:lnTo>
                  <a:lnTo>
                    <a:pt x="525487" y="194970"/>
                  </a:lnTo>
                  <a:lnTo>
                    <a:pt x="504355" y="238696"/>
                  </a:lnTo>
                  <a:lnTo>
                    <a:pt x="488200" y="287972"/>
                  </a:lnTo>
                  <a:lnTo>
                    <a:pt x="481558" y="338035"/>
                  </a:lnTo>
                  <a:lnTo>
                    <a:pt x="483577" y="384644"/>
                  </a:lnTo>
                  <a:lnTo>
                    <a:pt x="494474" y="427012"/>
                  </a:lnTo>
                  <a:lnTo>
                    <a:pt x="514477" y="464312"/>
                  </a:lnTo>
                  <a:lnTo>
                    <a:pt x="543801" y="495744"/>
                  </a:lnTo>
                  <a:lnTo>
                    <a:pt x="582663" y="520509"/>
                  </a:lnTo>
                  <a:lnTo>
                    <a:pt x="634098" y="542620"/>
                  </a:lnTo>
                  <a:lnTo>
                    <a:pt x="685101" y="560095"/>
                  </a:lnTo>
                  <a:lnTo>
                    <a:pt x="734580" y="574154"/>
                  </a:lnTo>
                  <a:lnTo>
                    <a:pt x="824623" y="597027"/>
                  </a:lnTo>
                  <a:lnTo>
                    <a:pt x="863003" y="608342"/>
                  </a:lnTo>
                  <a:lnTo>
                    <a:pt x="895477" y="621220"/>
                  </a:lnTo>
                  <a:lnTo>
                    <a:pt x="920978" y="636917"/>
                  </a:lnTo>
                  <a:lnTo>
                    <a:pt x="938403" y="656678"/>
                  </a:lnTo>
                  <a:lnTo>
                    <a:pt x="946658" y="681748"/>
                  </a:lnTo>
                  <a:lnTo>
                    <a:pt x="944651" y="713359"/>
                  </a:lnTo>
                  <a:lnTo>
                    <a:pt x="922705" y="754976"/>
                  </a:lnTo>
                  <a:lnTo>
                    <a:pt x="882992" y="784707"/>
                  </a:lnTo>
                  <a:lnTo>
                    <a:pt x="834351" y="802538"/>
                  </a:lnTo>
                  <a:lnTo>
                    <a:pt x="785672" y="808482"/>
                  </a:lnTo>
                  <a:lnTo>
                    <a:pt x="733640" y="802678"/>
                  </a:lnTo>
                  <a:lnTo>
                    <a:pt x="692861" y="785520"/>
                  </a:lnTo>
                  <a:lnTo>
                    <a:pt x="665060" y="757402"/>
                  </a:lnTo>
                  <a:lnTo>
                    <a:pt x="651979" y="718680"/>
                  </a:lnTo>
                  <a:lnTo>
                    <a:pt x="655332" y="669772"/>
                  </a:lnTo>
                  <a:lnTo>
                    <a:pt x="391109" y="669772"/>
                  </a:lnTo>
                  <a:lnTo>
                    <a:pt x="383362" y="726135"/>
                  </a:lnTo>
                  <a:lnTo>
                    <a:pt x="383374" y="775970"/>
                  </a:lnTo>
                  <a:lnTo>
                    <a:pt x="390588" y="819632"/>
                  </a:lnTo>
                  <a:lnTo>
                    <a:pt x="404507" y="857453"/>
                  </a:lnTo>
                  <a:lnTo>
                    <a:pt x="450291" y="917028"/>
                  </a:lnTo>
                  <a:lnTo>
                    <a:pt x="481114" y="939482"/>
                  </a:lnTo>
                  <a:lnTo>
                    <a:pt x="516521" y="957503"/>
                  </a:lnTo>
                  <a:lnTo>
                    <a:pt x="555980" y="971473"/>
                  </a:lnTo>
                  <a:lnTo>
                    <a:pt x="598970" y="981722"/>
                  </a:lnTo>
                  <a:lnTo>
                    <a:pt x="644969" y="988606"/>
                  </a:lnTo>
                  <a:lnTo>
                    <a:pt x="693445" y="992466"/>
                  </a:lnTo>
                  <a:lnTo>
                    <a:pt x="743877" y="993686"/>
                  </a:lnTo>
                  <a:lnTo>
                    <a:pt x="794664" y="991984"/>
                  </a:lnTo>
                  <a:lnTo>
                    <a:pt x="844905" y="986878"/>
                  </a:lnTo>
                  <a:lnTo>
                    <a:pt x="894105" y="978331"/>
                  </a:lnTo>
                  <a:lnTo>
                    <a:pt x="941819" y="966304"/>
                  </a:lnTo>
                  <a:lnTo>
                    <a:pt x="987564" y="950798"/>
                  </a:lnTo>
                  <a:lnTo>
                    <a:pt x="1030846" y="931760"/>
                  </a:lnTo>
                  <a:lnTo>
                    <a:pt x="1071219" y="909167"/>
                  </a:lnTo>
                  <a:lnTo>
                    <a:pt x="1108189" y="883005"/>
                  </a:lnTo>
                  <a:lnTo>
                    <a:pt x="1141298" y="853224"/>
                  </a:lnTo>
                  <a:lnTo>
                    <a:pt x="1170063" y="819823"/>
                  </a:lnTo>
                  <a:lnTo>
                    <a:pt x="1194015" y="782751"/>
                  </a:lnTo>
                  <a:lnTo>
                    <a:pt x="1212672" y="741984"/>
                  </a:lnTo>
                  <a:lnTo>
                    <a:pt x="1225575" y="697509"/>
                  </a:lnTo>
                  <a:lnTo>
                    <a:pt x="1233309" y="642226"/>
                  </a:lnTo>
                  <a:lnTo>
                    <a:pt x="1231950" y="594804"/>
                  </a:lnTo>
                  <a:lnTo>
                    <a:pt x="1222514" y="554507"/>
                  </a:lnTo>
                  <a:lnTo>
                    <a:pt x="1183284" y="492379"/>
                  </a:lnTo>
                  <a:lnTo>
                    <a:pt x="1123530" y="449999"/>
                  </a:lnTo>
                  <a:lnTo>
                    <a:pt x="1088415" y="434390"/>
                  </a:lnTo>
                  <a:lnTo>
                    <a:pt x="1051115" y="421538"/>
                  </a:lnTo>
                  <a:lnTo>
                    <a:pt x="1012647" y="410718"/>
                  </a:lnTo>
                  <a:lnTo>
                    <a:pt x="936078" y="392214"/>
                  </a:lnTo>
                  <a:lnTo>
                    <a:pt x="899960" y="383082"/>
                  </a:lnTo>
                  <a:lnTo>
                    <a:pt x="849528" y="367804"/>
                  </a:lnTo>
                  <a:lnTo>
                    <a:pt x="804138" y="346938"/>
                  </a:lnTo>
                  <a:lnTo>
                    <a:pt x="773887" y="316407"/>
                  </a:lnTo>
                  <a:lnTo>
                    <a:pt x="768934" y="272110"/>
                  </a:lnTo>
                  <a:lnTo>
                    <a:pt x="785317" y="238429"/>
                  </a:lnTo>
                  <a:lnTo>
                    <a:pt x="816013" y="210680"/>
                  </a:lnTo>
                  <a:lnTo>
                    <a:pt x="856195" y="191858"/>
                  </a:lnTo>
                  <a:lnTo>
                    <a:pt x="901052" y="184924"/>
                  </a:lnTo>
                  <a:lnTo>
                    <a:pt x="932332" y="186893"/>
                  </a:lnTo>
                  <a:lnTo>
                    <a:pt x="980084" y="202222"/>
                  </a:lnTo>
                  <a:lnTo>
                    <a:pt x="1008494" y="231711"/>
                  </a:lnTo>
                  <a:lnTo>
                    <a:pt x="1016889" y="273837"/>
                  </a:lnTo>
                  <a:lnTo>
                    <a:pt x="1012901" y="299847"/>
                  </a:lnTo>
                  <a:lnTo>
                    <a:pt x="1277099" y="299847"/>
                  </a:lnTo>
                  <a:lnTo>
                    <a:pt x="1287627" y="249605"/>
                  </a:lnTo>
                  <a:lnTo>
                    <a:pt x="1289888" y="204787"/>
                  </a:lnTo>
                  <a:close/>
                </a:path>
                <a:path w="5242559" h="993775">
                  <a:moveTo>
                    <a:pt x="2244153" y="19761"/>
                  </a:moveTo>
                  <a:lnTo>
                    <a:pt x="1517561" y="19761"/>
                  </a:lnTo>
                  <a:lnTo>
                    <a:pt x="1314792" y="973645"/>
                  </a:lnTo>
                  <a:lnTo>
                    <a:pt x="2041398" y="973645"/>
                  </a:lnTo>
                  <a:lnTo>
                    <a:pt x="2080793" y="788670"/>
                  </a:lnTo>
                  <a:lnTo>
                    <a:pt x="1618399" y="788670"/>
                  </a:lnTo>
                  <a:lnTo>
                    <a:pt x="1661350" y="586536"/>
                  </a:lnTo>
                  <a:lnTo>
                    <a:pt x="2086737" y="586536"/>
                  </a:lnTo>
                  <a:lnTo>
                    <a:pt x="2125903" y="401612"/>
                  </a:lnTo>
                  <a:lnTo>
                    <a:pt x="1700504" y="401612"/>
                  </a:lnTo>
                  <a:lnTo>
                    <a:pt x="1742351" y="204736"/>
                  </a:lnTo>
                  <a:lnTo>
                    <a:pt x="2204758" y="204736"/>
                  </a:lnTo>
                  <a:lnTo>
                    <a:pt x="2244153" y="19761"/>
                  </a:lnTo>
                  <a:close/>
                </a:path>
                <a:path w="5242559" h="993775">
                  <a:moveTo>
                    <a:pt x="3323475" y="19761"/>
                  </a:moveTo>
                  <a:lnTo>
                    <a:pt x="3085681" y="19761"/>
                  </a:lnTo>
                  <a:lnTo>
                    <a:pt x="2935084" y="727875"/>
                  </a:lnTo>
                  <a:lnTo>
                    <a:pt x="2931998" y="730554"/>
                  </a:lnTo>
                  <a:lnTo>
                    <a:pt x="2816326" y="243078"/>
                  </a:lnTo>
                  <a:lnTo>
                    <a:pt x="2763329" y="19761"/>
                  </a:lnTo>
                  <a:lnTo>
                    <a:pt x="2393416" y="19761"/>
                  </a:lnTo>
                  <a:lnTo>
                    <a:pt x="2190648" y="973645"/>
                  </a:lnTo>
                  <a:lnTo>
                    <a:pt x="2428443" y="973645"/>
                  </a:lnTo>
                  <a:lnTo>
                    <a:pt x="2583700" y="243078"/>
                  </a:lnTo>
                  <a:lnTo>
                    <a:pt x="2586329" y="243078"/>
                  </a:lnTo>
                  <a:lnTo>
                    <a:pt x="2754757" y="973645"/>
                  </a:lnTo>
                  <a:lnTo>
                    <a:pt x="3120707" y="973645"/>
                  </a:lnTo>
                  <a:lnTo>
                    <a:pt x="3172383" y="730554"/>
                  </a:lnTo>
                  <a:lnTo>
                    <a:pt x="3323475" y="19761"/>
                  </a:lnTo>
                  <a:close/>
                </a:path>
                <a:path w="5242559" h="993775">
                  <a:moveTo>
                    <a:pt x="4293857" y="973645"/>
                  </a:moveTo>
                  <a:lnTo>
                    <a:pt x="4259923" y="787361"/>
                  </a:lnTo>
                  <a:lnTo>
                    <a:pt x="4226242" y="602399"/>
                  </a:lnTo>
                  <a:lnTo>
                    <a:pt x="4154043" y="206019"/>
                  </a:lnTo>
                  <a:lnTo>
                    <a:pt x="4120121" y="19761"/>
                  </a:lnTo>
                  <a:lnTo>
                    <a:pt x="3945966" y="19761"/>
                  </a:lnTo>
                  <a:lnTo>
                    <a:pt x="3945966" y="602399"/>
                  </a:lnTo>
                  <a:lnTo>
                    <a:pt x="3690988" y="602399"/>
                  </a:lnTo>
                  <a:lnTo>
                    <a:pt x="3904780" y="206019"/>
                  </a:lnTo>
                  <a:lnTo>
                    <a:pt x="3908729" y="206019"/>
                  </a:lnTo>
                  <a:lnTo>
                    <a:pt x="3945966" y="602399"/>
                  </a:lnTo>
                  <a:lnTo>
                    <a:pt x="3945966" y="19761"/>
                  </a:lnTo>
                  <a:lnTo>
                    <a:pt x="3797770" y="19761"/>
                  </a:lnTo>
                  <a:lnTo>
                    <a:pt x="3218446" y="973645"/>
                  </a:lnTo>
                  <a:lnTo>
                    <a:pt x="3482695" y="973645"/>
                  </a:lnTo>
                  <a:lnTo>
                    <a:pt x="3584397" y="787361"/>
                  </a:lnTo>
                  <a:lnTo>
                    <a:pt x="3971506" y="787361"/>
                  </a:lnTo>
                  <a:lnTo>
                    <a:pt x="3995280" y="973645"/>
                  </a:lnTo>
                  <a:lnTo>
                    <a:pt x="4293857" y="973645"/>
                  </a:lnTo>
                  <a:close/>
                </a:path>
                <a:path w="5242559" h="993775">
                  <a:moveTo>
                    <a:pt x="4861230" y="19761"/>
                  </a:moveTo>
                  <a:lnTo>
                    <a:pt x="4597044" y="19761"/>
                  </a:lnTo>
                  <a:lnTo>
                    <a:pt x="4394225" y="973645"/>
                  </a:lnTo>
                  <a:lnTo>
                    <a:pt x="4658461" y="973645"/>
                  </a:lnTo>
                  <a:lnTo>
                    <a:pt x="4861230" y="19761"/>
                  </a:lnTo>
                  <a:close/>
                </a:path>
                <a:path w="5242559" h="993775">
                  <a:moveTo>
                    <a:pt x="5242026" y="938250"/>
                  </a:moveTo>
                  <a:lnTo>
                    <a:pt x="4960455" y="938250"/>
                  </a:lnTo>
                  <a:lnTo>
                    <a:pt x="4960455" y="973455"/>
                  </a:lnTo>
                  <a:lnTo>
                    <a:pt x="5242026" y="973455"/>
                  </a:lnTo>
                  <a:lnTo>
                    <a:pt x="5242026" y="938250"/>
                  </a:lnTo>
                  <a:close/>
                </a:path>
                <a:path w="5242559" h="993775">
                  <a:moveTo>
                    <a:pt x="5242026" y="712901"/>
                  </a:moveTo>
                  <a:lnTo>
                    <a:pt x="4960455" y="712901"/>
                  </a:lnTo>
                  <a:lnTo>
                    <a:pt x="4960455" y="748106"/>
                  </a:lnTo>
                  <a:lnTo>
                    <a:pt x="5242026" y="748106"/>
                  </a:lnTo>
                  <a:lnTo>
                    <a:pt x="5242026" y="712901"/>
                  </a:lnTo>
                  <a:close/>
                </a:path>
                <a:path w="5242559" h="993775">
                  <a:moveTo>
                    <a:pt x="5242026" y="479120"/>
                  </a:moveTo>
                  <a:lnTo>
                    <a:pt x="4960455" y="479120"/>
                  </a:lnTo>
                  <a:lnTo>
                    <a:pt x="4960455" y="514324"/>
                  </a:lnTo>
                  <a:lnTo>
                    <a:pt x="5242026" y="514324"/>
                  </a:lnTo>
                  <a:lnTo>
                    <a:pt x="5242026" y="479120"/>
                  </a:lnTo>
                  <a:close/>
                </a:path>
                <a:path w="5242559" h="993775">
                  <a:moveTo>
                    <a:pt x="5242026" y="248475"/>
                  </a:moveTo>
                  <a:lnTo>
                    <a:pt x="4960455" y="248475"/>
                  </a:lnTo>
                  <a:lnTo>
                    <a:pt x="4960455" y="283730"/>
                  </a:lnTo>
                  <a:lnTo>
                    <a:pt x="5242026" y="283730"/>
                  </a:lnTo>
                  <a:lnTo>
                    <a:pt x="5242026" y="248475"/>
                  </a:lnTo>
                  <a:close/>
                </a:path>
                <a:path w="5242559" h="993775">
                  <a:moveTo>
                    <a:pt x="5242026" y="23812"/>
                  </a:moveTo>
                  <a:lnTo>
                    <a:pt x="4960455" y="23812"/>
                  </a:lnTo>
                  <a:lnTo>
                    <a:pt x="4960455" y="59016"/>
                  </a:lnTo>
                  <a:lnTo>
                    <a:pt x="5242026" y="59016"/>
                  </a:lnTo>
                  <a:lnTo>
                    <a:pt x="5242026" y="23812"/>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title"/>
          </p:nvPr>
        </p:nvSpPr>
        <p:spPr>
          <a:xfrm>
            <a:off x="10235576" y="4635933"/>
            <a:ext cx="5114925" cy="452755"/>
          </a:xfrm>
          <a:prstGeom prst="rect">
            <a:avLst/>
          </a:prstGeom>
        </p:spPr>
        <p:txBody>
          <a:bodyPr vert="horz" wrap="square" lIns="0" tIns="12700" rIns="0" bIns="0" rtlCol="0">
            <a:spAutoFit/>
          </a:bodyPr>
          <a:lstStyle/>
          <a:p>
            <a:pPr marL="12700">
              <a:lnSpc>
                <a:spcPct val="100000"/>
              </a:lnSpc>
              <a:spcBef>
                <a:spcPts val="100"/>
              </a:spcBef>
            </a:pPr>
            <a:r>
              <a:rPr sz="2800" spc="-25" dirty="0">
                <a:solidFill>
                  <a:srgbClr val="FFFFFF"/>
                </a:solidFill>
              </a:rPr>
              <a:t>DEPARTAMENTO</a:t>
            </a:r>
            <a:r>
              <a:rPr sz="2800" spc="-55" dirty="0">
                <a:solidFill>
                  <a:srgbClr val="FFFFFF"/>
                </a:solidFill>
              </a:rPr>
              <a:t> </a:t>
            </a:r>
            <a:r>
              <a:rPr sz="2800" dirty="0">
                <a:solidFill>
                  <a:srgbClr val="FFFFFF"/>
                </a:solidFill>
              </a:rPr>
              <a:t>REGIONAL</a:t>
            </a:r>
            <a:endParaRPr sz="2800" dirty="0"/>
          </a:p>
        </p:txBody>
      </p:sp>
      <p:sp>
        <p:nvSpPr>
          <p:cNvPr id="7" name="object 7"/>
          <p:cNvSpPr txBox="1"/>
          <p:nvPr/>
        </p:nvSpPr>
        <p:spPr>
          <a:xfrm>
            <a:off x="10231201" y="5107290"/>
            <a:ext cx="6974205" cy="1459230"/>
          </a:xfrm>
          <a:prstGeom prst="rect">
            <a:avLst/>
          </a:prstGeom>
        </p:spPr>
        <p:txBody>
          <a:bodyPr vert="horz" wrap="square" lIns="0" tIns="12700" rIns="0" bIns="0" rtlCol="0">
            <a:spAutoFit/>
          </a:bodyPr>
          <a:lstStyle/>
          <a:p>
            <a:pPr marL="16510">
              <a:lnSpc>
                <a:spcPts val="3270"/>
              </a:lnSpc>
              <a:spcBef>
                <a:spcPts val="100"/>
              </a:spcBef>
            </a:pPr>
            <a:r>
              <a:rPr sz="2800" b="1" dirty="0">
                <a:solidFill>
                  <a:srgbClr val="FFFFFF"/>
                </a:solidFill>
                <a:latin typeface="Montserrat ExtraBold"/>
                <a:cs typeface="Montserrat ExtraBold"/>
              </a:rPr>
              <a:t>DE</a:t>
            </a:r>
            <a:r>
              <a:rPr sz="2800" b="1" spc="-30" dirty="0">
                <a:solidFill>
                  <a:srgbClr val="FFFFFF"/>
                </a:solidFill>
                <a:latin typeface="Montserrat ExtraBold"/>
                <a:cs typeface="Montserrat ExtraBold"/>
              </a:rPr>
              <a:t> </a:t>
            </a:r>
            <a:r>
              <a:rPr sz="2800" b="1" spc="-10" dirty="0">
                <a:solidFill>
                  <a:srgbClr val="FFFFFF"/>
                </a:solidFill>
                <a:latin typeface="Montserrat ExtraBold"/>
                <a:cs typeface="Montserrat ExtraBold"/>
              </a:rPr>
              <a:t>SÃO</a:t>
            </a:r>
            <a:r>
              <a:rPr sz="2800" b="1" spc="-25" dirty="0">
                <a:solidFill>
                  <a:srgbClr val="FFFFFF"/>
                </a:solidFill>
                <a:latin typeface="Montserrat ExtraBold"/>
                <a:cs typeface="Montserrat ExtraBold"/>
              </a:rPr>
              <a:t> </a:t>
            </a:r>
            <a:r>
              <a:rPr sz="2800" b="1" spc="-40" dirty="0">
                <a:solidFill>
                  <a:srgbClr val="FFFFFF"/>
                </a:solidFill>
                <a:latin typeface="Montserrat ExtraBold"/>
                <a:cs typeface="Montserrat ExtraBold"/>
              </a:rPr>
              <a:t>PAULO</a:t>
            </a:r>
            <a:endParaRPr sz="2800">
              <a:latin typeface="Montserrat ExtraBold"/>
              <a:cs typeface="Montserrat ExtraBold"/>
            </a:endParaRPr>
          </a:p>
          <a:p>
            <a:pPr marL="12700">
              <a:lnSpc>
                <a:spcPts val="8009"/>
              </a:lnSpc>
            </a:pPr>
            <a:r>
              <a:rPr sz="6750" spc="-25" dirty="0">
                <a:solidFill>
                  <a:srgbClr val="FFFFFF"/>
                </a:solidFill>
                <a:latin typeface="Montserrat"/>
                <a:cs typeface="Montserrat"/>
                <a:hlinkClick r:id="rId3"/>
              </a:rPr>
              <a:t>ww</a:t>
            </a:r>
            <a:r>
              <a:rPr sz="6750" spc="-220" dirty="0">
                <a:solidFill>
                  <a:srgbClr val="FFFFFF"/>
                </a:solidFill>
                <a:latin typeface="Montserrat"/>
                <a:cs typeface="Montserrat"/>
                <a:hlinkClick r:id="rId3"/>
              </a:rPr>
              <a:t>w</a:t>
            </a:r>
            <a:r>
              <a:rPr sz="6750" dirty="0">
                <a:solidFill>
                  <a:srgbClr val="FFFFFF"/>
                </a:solidFill>
                <a:latin typeface="Montserrat"/>
                <a:cs typeface="Montserrat"/>
                <a:hlinkClick r:id="rId3"/>
              </a:rPr>
              <a:t>.s</a:t>
            </a:r>
            <a:r>
              <a:rPr sz="6750" spc="-100" dirty="0">
                <a:solidFill>
                  <a:srgbClr val="FFFFFF"/>
                </a:solidFill>
                <a:latin typeface="Montserrat"/>
                <a:cs typeface="Montserrat"/>
                <a:hlinkClick r:id="rId3"/>
              </a:rPr>
              <a:t>p</a:t>
            </a:r>
            <a:r>
              <a:rPr sz="6750" spc="5" dirty="0">
                <a:solidFill>
                  <a:srgbClr val="FFFFFF"/>
                </a:solidFill>
                <a:latin typeface="Montserrat"/>
                <a:cs typeface="Montserrat"/>
                <a:hlinkClick r:id="rId3"/>
              </a:rPr>
              <a:t>.senai.br</a:t>
            </a:r>
            <a:endParaRPr sz="6750">
              <a:latin typeface="Montserrat"/>
              <a:cs typeface="Montserrat"/>
            </a:endParaRPr>
          </a:p>
        </p:txBody>
      </p:sp>
      <p:grpSp>
        <p:nvGrpSpPr>
          <p:cNvPr id="8" name="object 8"/>
          <p:cNvGrpSpPr/>
          <p:nvPr/>
        </p:nvGrpSpPr>
        <p:grpSpPr>
          <a:xfrm>
            <a:off x="0" y="4154076"/>
            <a:ext cx="20104100" cy="7154545"/>
            <a:chOff x="0" y="4154076"/>
            <a:chExt cx="20104100" cy="7154545"/>
          </a:xfrm>
        </p:grpSpPr>
        <p:sp>
          <p:nvSpPr>
            <p:cNvPr id="9" name="object 9"/>
            <p:cNvSpPr/>
            <p:nvPr/>
          </p:nvSpPr>
          <p:spPr>
            <a:xfrm>
              <a:off x="9201187" y="4154076"/>
              <a:ext cx="0" cy="3001010"/>
            </a:xfrm>
            <a:custGeom>
              <a:avLst/>
              <a:gdLst/>
              <a:ahLst/>
              <a:cxnLst/>
              <a:rect l="l" t="t" r="r" b="b"/>
              <a:pathLst>
                <a:path h="3001009">
                  <a:moveTo>
                    <a:pt x="0" y="3000400"/>
                  </a:moveTo>
                  <a:lnTo>
                    <a:pt x="0" y="0"/>
                  </a:lnTo>
                </a:path>
              </a:pathLst>
            </a:custGeom>
            <a:ln w="27831">
              <a:solidFill>
                <a:srgbClr val="FFFFFF"/>
              </a:solidFill>
            </a:ln>
          </p:spPr>
          <p:txBody>
            <a:bodyPr wrap="square" lIns="0" tIns="0" rIns="0" bIns="0" rtlCol="0"/>
            <a:lstStyle/>
            <a:p>
              <a:endParaRPr/>
            </a:p>
          </p:txBody>
        </p:sp>
        <p:sp>
          <p:nvSpPr>
            <p:cNvPr id="10" name="object 10"/>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1C1C1FFBC5B64943BE6D3064162973C9" ma:contentTypeVersion="13" ma:contentTypeDescription="Crie um novo documento." ma:contentTypeScope="" ma:versionID="40fa6b34c81f3a289ccbc7b1e1965271">
  <xsd:schema xmlns:xsd="http://www.w3.org/2001/XMLSchema" xmlns:xs="http://www.w3.org/2001/XMLSchema" xmlns:p="http://schemas.microsoft.com/office/2006/metadata/properties" xmlns:ns2="2bd5af90-2c43-4f56-be08-340e2f91aafd" xmlns:ns3="b9c37b37-d0ad-42a5-892e-3cb8fae6311e" targetNamespace="http://schemas.microsoft.com/office/2006/metadata/properties" ma:root="true" ma:fieldsID="8fc80ff9e100d70d9cbefb719233993e" ns2:_="" ns3:_="">
    <xsd:import namespace="2bd5af90-2c43-4f56-be08-340e2f91aafd"/>
    <xsd:import namespace="b9c37b37-d0ad-42a5-892e-3cb8fae6311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d5af90-2c43-4f56-be08-340e2f91aa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9c37b37-d0ad-42a5-892e-3cb8fae6311e" elementFormDefault="qualified">
    <xsd:import namespace="http://schemas.microsoft.com/office/2006/documentManagement/types"/>
    <xsd:import namespace="http://schemas.microsoft.com/office/infopath/2007/PartnerControls"/>
    <xsd:element name="SharedWithUsers" ma:index="1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A42D19-56A1-4D0B-AB84-67451006DC5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5F35E67-04E6-4922-B19E-6681FBF95DE2}">
  <ds:schemaRefs>
    <ds:schemaRef ds:uri="http://schemas.microsoft.com/sharepoint/v3/contenttype/forms"/>
  </ds:schemaRefs>
</ds:datastoreItem>
</file>

<file path=customXml/itemProps3.xml><?xml version="1.0" encoding="utf-8"?>
<ds:datastoreItem xmlns:ds="http://schemas.openxmlformats.org/officeDocument/2006/customXml" ds:itemID="{EDE43EA8-E4F7-4FB4-A903-CFCDB99F0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d5af90-2c43-4f56-be08-340e2f91aafd"/>
    <ds:schemaRef ds:uri="b9c37b37-d0ad-42a5-892e-3cb8fae631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35</TotalTime>
  <Words>1047</Words>
  <Application>Microsoft Office PowerPoint</Application>
  <PresentationFormat>Personalizar</PresentationFormat>
  <Paragraphs>76</Paragraphs>
  <Slides>22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22</vt:i4>
      </vt:variant>
    </vt:vector>
  </HeadingPairs>
  <TitlesOfParts>
    <vt:vector size="28" baseType="lpstr">
      <vt:lpstr>Arial</vt:lpstr>
      <vt:lpstr>Montserrat ExtraBold</vt:lpstr>
      <vt:lpstr>Calibri</vt:lpstr>
      <vt:lpstr>Montserrat</vt:lpstr>
      <vt:lpstr>Montserrat Light</vt:lpstr>
      <vt:lpstr>Office Theme</vt:lpstr>
      <vt:lpstr>Apresentação do PowerPoint</vt:lpstr>
      <vt:lpstr>Apresentação do PowerPoint</vt:lpstr>
      <vt:lpstr>REDE DE UNIDADES  SENAI - SP</vt:lpstr>
      <vt:lpstr>Arquitetura de Redes com IOT  Reflexos e tendências</vt:lpstr>
      <vt:lpstr>AIOT - Classificação de redes </vt:lpstr>
      <vt:lpstr>AIOT - Classificação de redes – LAN  Nessa figura, você pode observar dispositivos finais interligados com um dispositivo intermediário, no caso um switch, em uma LAN.  </vt:lpstr>
      <vt:lpstr>AIOT - Classificação de redes - WAN</vt:lpstr>
      <vt:lpstr>AIOT -Classificação de redes</vt:lpstr>
      <vt:lpstr>AIOT – Tipos de redes - Rede Ponto a Ponto</vt:lpstr>
      <vt:lpstr>AIOT – Tipos de redes - Rede Ponto a Ponto</vt:lpstr>
      <vt:lpstr>AIOT – Modelo de Referência OSI</vt:lpstr>
      <vt:lpstr>AIOT – Arquitetura de camadas</vt:lpstr>
      <vt:lpstr>Camadas</vt:lpstr>
      <vt:lpstr>AIOT – Rede em Árvore (Hierárquica)</vt:lpstr>
      <vt:lpstr>AIOT – Rede em Anel (ring)</vt:lpstr>
      <vt:lpstr>REDE ANEL Topologia lógica</vt:lpstr>
      <vt:lpstr>AIOT – Rede em Árvore (Hierárquica)</vt:lpstr>
      <vt:lpstr>AIOT – Rede em Malha (Mesh)</vt:lpstr>
      <vt:lpstr>AIOT – Meios de transmissão de dados - Cabeado</vt:lpstr>
      <vt:lpstr>AIOT – Meios de transmissão de dados</vt:lpstr>
      <vt:lpstr>AIOT – Meios de transmissão de dados – Sem Fio</vt:lpstr>
      <vt:lpstr>DEPARTAMENTO REGIONAL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template_ppt_senaisp</dc:title>
  <dc:creator>carlos</dc:creator>
  <cp:lastModifiedBy>Wellington Fabio de Oliveira Martins</cp:lastModifiedBy>
  <cp:revision>33</cp:revision>
  <dcterms:created xsi:type="dcterms:W3CDTF">2021-08-24T16:20:14Z</dcterms:created>
  <dcterms:modified xsi:type="dcterms:W3CDTF">2026-03-26T17:19:39Z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2021-08-24T00:00:00Z</vt:filetime>
  </property>
  <property fmtid="{D5CDD505-2E9C-101B-9397-08002B2CF9AE}" pid="3" name="Creator">
    <vt:lpwstr>Adobe Illustrator 25.2 (Windows)</vt:lpwstr>
  </property>
  <property fmtid="{D5CDD505-2E9C-101B-9397-08002B2CF9AE}" pid="4" name="LastSaved">
    <vt:filetime>2021-08-24T00:00:00Z</vt:filetime>
  </property>
  <property fmtid="{D5CDD505-2E9C-101B-9397-08002B2CF9AE}" pid="5" name="ContentTypeId">
    <vt:lpwstr>0x0101001C1C1FFBC5B64943BE6D3064162973C9</vt:lpwstr>
  </property>
</Properties>
</file>