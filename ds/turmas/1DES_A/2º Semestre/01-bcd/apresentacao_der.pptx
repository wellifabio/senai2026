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2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7" r:id="rId1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7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.senai.br/" TargetMode="External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1" y="0"/>
            <a:ext cx="16254859" cy="9143694"/>
            <a:chOff x="0" y="0"/>
            <a:chExt cx="20104100" cy="11308972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806190" y="4825978"/>
              <a:ext cx="6492240" cy="1656714"/>
            </a:xfrm>
            <a:custGeom>
              <a:avLst/>
              <a:gdLst/>
              <a:ahLst/>
              <a:cxnLst/>
              <a:rect l="l" t="t" r="r" b="b"/>
              <a:pathLst>
                <a:path w="6492240" h="1656714">
                  <a:moveTo>
                    <a:pt x="6491833" y="0"/>
                  </a:moveTo>
                  <a:lnTo>
                    <a:pt x="0" y="0"/>
                  </a:lnTo>
                  <a:lnTo>
                    <a:pt x="0" y="1656609"/>
                  </a:lnTo>
                  <a:lnTo>
                    <a:pt x="6491833" y="1656609"/>
                  </a:lnTo>
                  <a:lnTo>
                    <a:pt x="6491833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1455"/>
            </a:p>
          </p:txBody>
        </p:sp>
        <p:sp>
          <p:nvSpPr>
            <p:cNvPr id="5" name="object 5"/>
            <p:cNvSpPr/>
            <p:nvPr/>
          </p:nvSpPr>
          <p:spPr>
            <a:xfrm>
              <a:off x="6806069" y="5037842"/>
              <a:ext cx="6492240" cy="1230630"/>
            </a:xfrm>
            <a:custGeom>
              <a:avLst/>
              <a:gdLst/>
              <a:ahLst/>
              <a:cxnLst/>
              <a:rect l="l" t="t" r="r" b="b"/>
              <a:pathLst>
                <a:path w="6492240" h="1230629">
                  <a:moveTo>
                    <a:pt x="348691" y="1161948"/>
                  </a:moveTo>
                  <a:lnTo>
                    <a:pt x="0" y="1161948"/>
                  </a:lnTo>
                  <a:lnTo>
                    <a:pt x="0" y="1205585"/>
                  </a:lnTo>
                  <a:lnTo>
                    <a:pt x="348691" y="1205585"/>
                  </a:lnTo>
                  <a:lnTo>
                    <a:pt x="348691" y="1161948"/>
                  </a:lnTo>
                  <a:close/>
                </a:path>
                <a:path w="6492240" h="1230629">
                  <a:moveTo>
                    <a:pt x="348691" y="882891"/>
                  </a:moveTo>
                  <a:lnTo>
                    <a:pt x="0" y="882891"/>
                  </a:lnTo>
                  <a:lnTo>
                    <a:pt x="0" y="926490"/>
                  </a:lnTo>
                  <a:lnTo>
                    <a:pt x="348691" y="926490"/>
                  </a:lnTo>
                  <a:lnTo>
                    <a:pt x="348691" y="882891"/>
                  </a:lnTo>
                  <a:close/>
                </a:path>
                <a:path w="6492240" h="1230629">
                  <a:moveTo>
                    <a:pt x="348691" y="593369"/>
                  </a:moveTo>
                  <a:lnTo>
                    <a:pt x="0" y="593369"/>
                  </a:lnTo>
                  <a:lnTo>
                    <a:pt x="0" y="636981"/>
                  </a:lnTo>
                  <a:lnTo>
                    <a:pt x="348691" y="636981"/>
                  </a:lnTo>
                  <a:lnTo>
                    <a:pt x="348691" y="593369"/>
                  </a:lnTo>
                  <a:close/>
                </a:path>
                <a:path w="6492240" h="1230629">
                  <a:moveTo>
                    <a:pt x="348691" y="307733"/>
                  </a:moveTo>
                  <a:lnTo>
                    <a:pt x="0" y="307733"/>
                  </a:lnTo>
                  <a:lnTo>
                    <a:pt x="0" y="351409"/>
                  </a:lnTo>
                  <a:lnTo>
                    <a:pt x="348691" y="351409"/>
                  </a:lnTo>
                  <a:lnTo>
                    <a:pt x="348691" y="307733"/>
                  </a:lnTo>
                  <a:close/>
                </a:path>
                <a:path w="6492240" h="1230629">
                  <a:moveTo>
                    <a:pt x="348691" y="29514"/>
                  </a:moveTo>
                  <a:lnTo>
                    <a:pt x="0" y="29514"/>
                  </a:lnTo>
                  <a:lnTo>
                    <a:pt x="0" y="73126"/>
                  </a:lnTo>
                  <a:lnTo>
                    <a:pt x="348691" y="73126"/>
                  </a:lnTo>
                  <a:lnTo>
                    <a:pt x="348691" y="29514"/>
                  </a:lnTo>
                  <a:close/>
                </a:path>
                <a:path w="6492240" h="1230629">
                  <a:moveTo>
                    <a:pt x="1597647" y="267804"/>
                  </a:moveTo>
                  <a:lnTo>
                    <a:pt x="1594929" y="229044"/>
                  </a:lnTo>
                  <a:lnTo>
                    <a:pt x="1584706" y="183756"/>
                  </a:lnTo>
                  <a:lnTo>
                    <a:pt x="1568704" y="148564"/>
                  </a:lnTo>
                  <a:lnTo>
                    <a:pt x="1520291" y="90868"/>
                  </a:lnTo>
                  <a:lnTo>
                    <a:pt x="1488935" y="67945"/>
                  </a:lnTo>
                  <a:lnTo>
                    <a:pt x="1453540" y="48729"/>
                  </a:lnTo>
                  <a:lnTo>
                    <a:pt x="1414627" y="33020"/>
                  </a:lnTo>
                  <a:lnTo>
                    <a:pt x="1372730" y="20599"/>
                  </a:lnTo>
                  <a:lnTo>
                    <a:pt x="1328381" y="11290"/>
                  </a:lnTo>
                  <a:lnTo>
                    <a:pt x="1282115" y="4889"/>
                  </a:lnTo>
                  <a:lnTo>
                    <a:pt x="1234465" y="1193"/>
                  </a:lnTo>
                  <a:lnTo>
                    <a:pt x="1185964" y="0"/>
                  </a:lnTo>
                  <a:lnTo>
                    <a:pt x="1139520" y="927"/>
                  </a:lnTo>
                  <a:lnTo>
                    <a:pt x="1093025" y="3848"/>
                  </a:lnTo>
                  <a:lnTo>
                    <a:pt x="1046784" y="8940"/>
                  </a:lnTo>
                  <a:lnTo>
                    <a:pt x="1001102" y="16383"/>
                  </a:lnTo>
                  <a:lnTo>
                    <a:pt x="956259" y="26377"/>
                  </a:lnTo>
                  <a:lnTo>
                    <a:pt x="912571" y="39090"/>
                  </a:lnTo>
                  <a:lnTo>
                    <a:pt x="870331" y="54711"/>
                  </a:lnTo>
                  <a:lnTo>
                    <a:pt x="829830" y="73418"/>
                  </a:lnTo>
                  <a:lnTo>
                    <a:pt x="791387" y="95415"/>
                  </a:lnTo>
                  <a:lnTo>
                    <a:pt x="755281" y="120878"/>
                  </a:lnTo>
                  <a:lnTo>
                    <a:pt x="721817" y="149974"/>
                  </a:lnTo>
                  <a:lnTo>
                    <a:pt x="691299" y="182918"/>
                  </a:lnTo>
                  <a:lnTo>
                    <a:pt x="664019" y="219862"/>
                  </a:lnTo>
                  <a:lnTo>
                    <a:pt x="640270" y="261010"/>
                  </a:lnTo>
                  <a:lnTo>
                    <a:pt x="620369" y="306552"/>
                  </a:lnTo>
                  <a:lnTo>
                    <a:pt x="604596" y="356666"/>
                  </a:lnTo>
                  <a:lnTo>
                    <a:pt x="596900" y="410032"/>
                  </a:lnTo>
                  <a:lnTo>
                    <a:pt x="597052" y="460375"/>
                  </a:lnTo>
                  <a:lnTo>
                    <a:pt x="605218" y="507060"/>
                  </a:lnTo>
                  <a:lnTo>
                    <a:pt x="621588" y="549465"/>
                  </a:lnTo>
                  <a:lnTo>
                    <a:pt x="646328" y="586930"/>
                  </a:lnTo>
                  <a:lnTo>
                    <a:pt x="679602" y="618871"/>
                  </a:lnTo>
                  <a:lnTo>
                    <a:pt x="721588" y="644626"/>
                  </a:lnTo>
                  <a:lnTo>
                    <a:pt x="775487" y="668210"/>
                  </a:lnTo>
                  <a:lnTo>
                    <a:pt x="829157" y="687501"/>
                  </a:lnTo>
                  <a:lnTo>
                    <a:pt x="881773" y="703440"/>
                  </a:lnTo>
                  <a:lnTo>
                    <a:pt x="932522" y="716953"/>
                  </a:lnTo>
                  <a:lnTo>
                    <a:pt x="1025131" y="740435"/>
                  </a:lnTo>
                  <a:lnTo>
                    <a:pt x="1065352" y="752271"/>
                  </a:lnTo>
                  <a:lnTo>
                    <a:pt x="1129538" y="780821"/>
                  </a:lnTo>
                  <a:lnTo>
                    <a:pt x="1166558" y="822058"/>
                  </a:lnTo>
                  <a:lnTo>
                    <a:pt x="1172845" y="849782"/>
                  </a:lnTo>
                  <a:lnTo>
                    <a:pt x="1169873" y="883488"/>
                  </a:lnTo>
                  <a:lnTo>
                    <a:pt x="1150251" y="925880"/>
                  </a:lnTo>
                  <a:lnTo>
                    <a:pt x="1115136" y="958862"/>
                  </a:lnTo>
                  <a:lnTo>
                    <a:pt x="1070140" y="982408"/>
                  </a:lnTo>
                  <a:lnTo>
                    <a:pt x="1020876" y="996530"/>
                  </a:lnTo>
                  <a:lnTo>
                    <a:pt x="972985" y="1001242"/>
                  </a:lnTo>
                  <a:lnTo>
                    <a:pt x="918387" y="996238"/>
                  </a:lnTo>
                  <a:lnTo>
                    <a:pt x="873213" y="981430"/>
                  </a:lnTo>
                  <a:lnTo>
                    <a:pt x="838695" y="957072"/>
                  </a:lnTo>
                  <a:lnTo>
                    <a:pt x="816089" y="923455"/>
                  </a:lnTo>
                  <a:lnTo>
                    <a:pt x="806640" y="880833"/>
                  </a:lnTo>
                  <a:lnTo>
                    <a:pt x="811580" y="829500"/>
                  </a:lnTo>
                  <a:lnTo>
                    <a:pt x="484365" y="829500"/>
                  </a:lnTo>
                  <a:lnTo>
                    <a:pt x="476148" y="883615"/>
                  </a:lnTo>
                  <a:lnTo>
                    <a:pt x="473621" y="932954"/>
                  </a:lnTo>
                  <a:lnTo>
                    <a:pt x="476516" y="977696"/>
                  </a:lnTo>
                  <a:lnTo>
                    <a:pt x="484517" y="1018032"/>
                  </a:lnTo>
                  <a:lnTo>
                    <a:pt x="497332" y="1054163"/>
                  </a:lnTo>
                  <a:lnTo>
                    <a:pt x="536282" y="1114577"/>
                  </a:lnTo>
                  <a:lnTo>
                    <a:pt x="591019" y="1160513"/>
                  </a:lnTo>
                  <a:lnTo>
                    <a:pt x="659218" y="1193520"/>
                  </a:lnTo>
                  <a:lnTo>
                    <a:pt x="697623" y="1205674"/>
                  </a:lnTo>
                  <a:lnTo>
                    <a:pt x="738530" y="1215174"/>
                  </a:lnTo>
                  <a:lnTo>
                    <a:pt x="781634" y="1222222"/>
                  </a:lnTo>
                  <a:lnTo>
                    <a:pt x="826643" y="1227010"/>
                  </a:lnTo>
                  <a:lnTo>
                    <a:pt x="873277" y="1229741"/>
                  </a:lnTo>
                  <a:lnTo>
                    <a:pt x="921219" y="1230617"/>
                  </a:lnTo>
                  <a:lnTo>
                    <a:pt x="972362" y="1229220"/>
                  </a:lnTo>
                  <a:lnTo>
                    <a:pt x="1023124" y="1225054"/>
                  </a:lnTo>
                  <a:lnTo>
                    <a:pt x="1073188" y="1218069"/>
                  </a:lnTo>
                  <a:lnTo>
                    <a:pt x="1122248" y="1208278"/>
                  </a:lnTo>
                  <a:lnTo>
                    <a:pt x="1169987" y="1195628"/>
                  </a:lnTo>
                  <a:lnTo>
                    <a:pt x="1216088" y="1180134"/>
                  </a:lnTo>
                  <a:lnTo>
                    <a:pt x="1260233" y="1161757"/>
                  </a:lnTo>
                  <a:lnTo>
                    <a:pt x="1302118" y="1140472"/>
                  </a:lnTo>
                  <a:lnTo>
                    <a:pt x="1341412" y="1116291"/>
                  </a:lnTo>
                  <a:lnTo>
                    <a:pt x="1377810" y="1089164"/>
                  </a:lnTo>
                  <a:lnTo>
                    <a:pt x="1411008" y="1059091"/>
                  </a:lnTo>
                  <a:lnTo>
                    <a:pt x="1440675" y="1026045"/>
                  </a:lnTo>
                  <a:lnTo>
                    <a:pt x="1458455" y="1001242"/>
                  </a:lnTo>
                  <a:lnTo>
                    <a:pt x="1466494" y="990028"/>
                  </a:lnTo>
                  <a:lnTo>
                    <a:pt x="1488173" y="950988"/>
                  </a:lnTo>
                  <a:lnTo>
                    <a:pt x="1505369" y="908926"/>
                  </a:lnTo>
                  <a:lnTo>
                    <a:pt x="1517789" y="863828"/>
                  </a:lnTo>
                  <a:lnTo>
                    <a:pt x="1526463" y="807440"/>
                  </a:lnTo>
                  <a:lnTo>
                    <a:pt x="1527556" y="757580"/>
                  </a:lnTo>
                  <a:lnTo>
                    <a:pt x="1521739" y="713778"/>
                  </a:lnTo>
                  <a:lnTo>
                    <a:pt x="1509649" y="675538"/>
                  </a:lnTo>
                  <a:lnTo>
                    <a:pt x="1469301" y="613803"/>
                  </a:lnTo>
                  <a:lnTo>
                    <a:pt x="1411757" y="568528"/>
                  </a:lnTo>
                  <a:lnTo>
                    <a:pt x="1342263" y="535825"/>
                  </a:lnTo>
                  <a:lnTo>
                    <a:pt x="1304671" y="522973"/>
                  </a:lnTo>
                  <a:lnTo>
                    <a:pt x="1266063" y="511822"/>
                  </a:lnTo>
                  <a:lnTo>
                    <a:pt x="1227086" y="501878"/>
                  </a:lnTo>
                  <a:lnTo>
                    <a:pt x="1150658" y="483654"/>
                  </a:lnTo>
                  <a:lnTo>
                    <a:pt x="1114513" y="474421"/>
                  </a:lnTo>
                  <a:lnTo>
                    <a:pt x="1064463" y="459676"/>
                  </a:lnTo>
                  <a:lnTo>
                    <a:pt x="1016800" y="441147"/>
                  </a:lnTo>
                  <a:lnTo>
                    <a:pt x="977925" y="416255"/>
                  </a:lnTo>
                  <a:lnTo>
                    <a:pt x="954265" y="382409"/>
                  </a:lnTo>
                  <a:lnTo>
                    <a:pt x="952258" y="337007"/>
                  </a:lnTo>
                  <a:lnTo>
                    <a:pt x="972540" y="295287"/>
                  </a:lnTo>
                  <a:lnTo>
                    <a:pt x="1010564" y="260934"/>
                  </a:lnTo>
                  <a:lnTo>
                    <a:pt x="1060335" y="237629"/>
                  </a:lnTo>
                  <a:lnTo>
                    <a:pt x="1115885" y="229044"/>
                  </a:lnTo>
                  <a:lnTo>
                    <a:pt x="1154633" y="231470"/>
                  </a:lnTo>
                  <a:lnTo>
                    <a:pt x="1213764" y="250469"/>
                  </a:lnTo>
                  <a:lnTo>
                    <a:pt x="1248956" y="286981"/>
                  </a:lnTo>
                  <a:lnTo>
                    <a:pt x="1259357" y="339166"/>
                  </a:lnTo>
                  <a:lnTo>
                    <a:pt x="1254417" y="371386"/>
                  </a:lnTo>
                  <a:lnTo>
                    <a:pt x="1581594" y="371386"/>
                  </a:lnTo>
                  <a:lnTo>
                    <a:pt x="1593507" y="317055"/>
                  </a:lnTo>
                  <a:lnTo>
                    <a:pt x="1597647" y="267804"/>
                  </a:lnTo>
                  <a:close/>
                </a:path>
                <a:path w="6492240" h="1230629">
                  <a:moveTo>
                    <a:pt x="2779204" y="24511"/>
                  </a:moveTo>
                  <a:lnTo>
                    <a:pt x="1879384" y="24511"/>
                  </a:lnTo>
                  <a:lnTo>
                    <a:pt x="1628279" y="1205801"/>
                  </a:lnTo>
                  <a:lnTo>
                    <a:pt x="2528112" y="1205801"/>
                  </a:lnTo>
                  <a:lnTo>
                    <a:pt x="2576906" y="976693"/>
                  </a:lnTo>
                  <a:lnTo>
                    <a:pt x="2004250" y="976693"/>
                  </a:lnTo>
                  <a:lnTo>
                    <a:pt x="2057425" y="726376"/>
                  </a:lnTo>
                  <a:lnTo>
                    <a:pt x="2584246" y="726376"/>
                  </a:lnTo>
                  <a:lnTo>
                    <a:pt x="2632786" y="497420"/>
                  </a:lnTo>
                  <a:lnTo>
                    <a:pt x="2105964" y="497420"/>
                  </a:lnTo>
                  <a:lnTo>
                    <a:pt x="2157768" y="253555"/>
                  </a:lnTo>
                  <a:lnTo>
                    <a:pt x="2730411" y="253555"/>
                  </a:lnTo>
                  <a:lnTo>
                    <a:pt x="2779204" y="24511"/>
                  </a:lnTo>
                  <a:close/>
                </a:path>
                <a:path w="6492240" h="1230629">
                  <a:moveTo>
                    <a:pt x="4115854" y="24511"/>
                  </a:moveTo>
                  <a:lnTo>
                    <a:pt x="3821379" y="24511"/>
                  </a:lnTo>
                  <a:lnTo>
                    <a:pt x="3634879" y="901433"/>
                  </a:lnTo>
                  <a:lnTo>
                    <a:pt x="3631057" y="904773"/>
                  </a:lnTo>
                  <a:lnTo>
                    <a:pt x="3487813" y="301078"/>
                  </a:lnTo>
                  <a:lnTo>
                    <a:pt x="3422192" y="24511"/>
                  </a:lnTo>
                  <a:lnTo>
                    <a:pt x="2964078" y="24511"/>
                  </a:lnTo>
                  <a:lnTo>
                    <a:pt x="2712948" y="1205801"/>
                  </a:lnTo>
                  <a:lnTo>
                    <a:pt x="3007461" y="1205801"/>
                  </a:lnTo>
                  <a:lnTo>
                    <a:pt x="3199714" y="301078"/>
                  </a:lnTo>
                  <a:lnTo>
                    <a:pt x="3202978" y="301078"/>
                  </a:lnTo>
                  <a:lnTo>
                    <a:pt x="3411550" y="1205801"/>
                  </a:lnTo>
                  <a:lnTo>
                    <a:pt x="3864762" y="1205801"/>
                  </a:lnTo>
                  <a:lnTo>
                    <a:pt x="3928745" y="904773"/>
                  </a:lnTo>
                  <a:lnTo>
                    <a:pt x="4115854" y="24511"/>
                  </a:lnTo>
                  <a:close/>
                </a:path>
                <a:path w="6492240" h="1230629">
                  <a:moveTo>
                    <a:pt x="5317591" y="1205801"/>
                  </a:moveTo>
                  <a:lnTo>
                    <a:pt x="5275567" y="975106"/>
                  </a:lnTo>
                  <a:lnTo>
                    <a:pt x="5233860" y="746061"/>
                  </a:lnTo>
                  <a:lnTo>
                    <a:pt x="5144465" y="255181"/>
                  </a:lnTo>
                  <a:lnTo>
                    <a:pt x="5102453" y="24511"/>
                  </a:lnTo>
                  <a:lnTo>
                    <a:pt x="4886769" y="24511"/>
                  </a:lnTo>
                  <a:lnTo>
                    <a:pt x="4886769" y="746061"/>
                  </a:lnTo>
                  <a:lnTo>
                    <a:pt x="4571009" y="746061"/>
                  </a:lnTo>
                  <a:lnTo>
                    <a:pt x="4835753" y="255181"/>
                  </a:lnTo>
                  <a:lnTo>
                    <a:pt x="4840643" y="255181"/>
                  </a:lnTo>
                  <a:lnTo>
                    <a:pt x="4886769" y="746061"/>
                  </a:lnTo>
                  <a:lnTo>
                    <a:pt x="4886769" y="24511"/>
                  </a:lnTo>
                  <a:lnTo>
                    <a:pt x="4703229" y="24511"/>
                  </a:lnTo>
                  <a:lnTo>
                    <a:pt x="3985780" y="1205801"/>
                  </a:lnTo>
                  <a:lnTo>
                    <a:pt x="4313047" y="1205801"/>
                  </a:lnTo>
                  <a:lnTo>
                    <a:pt x="4439005" y="975106"/>
                  </a:lnTo>
                  <a:lnTo>
                    <a:pt x="4918392" y="975106"/>
                  </a:lnTo>
                  <a:lnTo>
                    <a:pt x="4947831" y="1205801"/>
                  </a:lnTo>
                  <a:lnTo>
                    <a:pt x="5317591" y="1205801"/>
                  </a:lnTo>
                  <a:close/>
                </a:path>
                <a:path w="6492240" h="1230629">
                  <a:moveTo>
                    <a:pt x="6020232" y="24511"/>
                  </a:moveTo>
                  <a:lnTo>
                    <a:pt x="5693041" y="24511"/>
                  </a:lnTo>
                  <a:lnTo>
                    <a:pt x="5441874" y="1205801"/>
                  </a:lnTo>
                  <a:lnTo>
                    <a:pt x="5769140" y="1205801"/>
                  </a:lnTo>
                  <a:lnTo>
                    <a:pt x="6020232" y="24511"/>
                  </a:lnTo>
                  <a:close/>
                </a:path>
                <a:path w="6492240" h="1230629">
                  <a:moveTo>
                    <a:pt x="6491808" y="1161948"/>
                  </a:moveTo>
                  <a:lnTo>
                    <a:pt x="6143117" y="1161948"/>
                  </a:lnTo>
                  <a:lnTo>
                    <a:pt x="6143117" y="1205585"/>
                  </a:lnTo>
                  <a:lnTo>
                    <a:pt x="6491808" y="1205585"/>
                  </a:lnTo>
                  <a:lnTo>
                    <a:pt x="6491808" y="1161948"/>
                  </a:lnTo>
                  <a:close/>
                </a:path>
                <a:path w="6492240" h="1230629">
                  <a:moveTo>
                    <a:pt x="6491808" y="882891"/>
                  </a:moveTo>
                  <a:lnTo>
                    <a:pt x="6143117" y="882891"/>
                  </a:lnTo>
                  <a:lnTo>
                    <a:pt x="6143117" y="926490"/>
                  </a:lnTo>
                  <a:lnTo>
                    <a:pt x="6491808" y="926490"/>
                  </a:lnTo>
                  <a:lnTo>
                    <a:pt x="6491808" y="882891"/>
                  </a:lnTo>
                  <a:close/>
                </a:path>
                <a:path w="6492240" h="1230629">
                  <a:moveTo>
                    <a:pt x="6491808" y="593369"/>
                  </a:moveTo>
                  <a:lnTo>
                    <a:pt x="6143117" y="593369"/>
                  </a:lnTo>
                  <a:lnTo>
                    <a:pt x="6143117" y="636981"/>
                  </a:lnTo>
                  <a:lnTo>
                    <a:pt x="6491808" y="636981"/>
                  </a:lnTo>
                  <a:lnTo>
                    <a:pt x="6491808" y="593369"/>
                  </a:lnTo>
                  <a:close/>
                </a:path>
                <a:path w="6492240" h="1230629">
                  <a:moveTo>
                    <a:pt x="6491808" y="307733"/>
                  </a:moveTo>
                  <a:lnTo>
                    <a:pt x="6143117" y="307733"/>
                  </a:lnTo>
                  <a:lnTo>
                    <a:pt x="6143117" y="351409"/>
                  </a:lnTo>
                  <a:lnTo>
                    <a:pt x="6491808" y="351409"/>
                  </a:lnTo>
                  <a:lnTo>
                    <a:pt x="6491808" y="307733"/>
                  </a:lnTo>
                  <a:close/>
                </a:path>
                <a:path w="6492240" h="1230629">
                  <a:moveTo>
                    <a:pt x="6491808" y="29514"/>
                  </a:moveTo>
                  <a:lnTo>
                    <a:pt x="6143117" y="29514"/>
                  </a:lnTo>
                  <a:lnTo>
                    <a:pt x="6143117" y="73126"/>
                  </a:lnTo>
                  <a:lnTo>
                    <a:pt x="6491808" y="73126"/>
                  </a:lnTo>
                  <a:lnTo>
                    <a:pt x="6491808" y="295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455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sz="1455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177" y="846607"/>
            <a:ext cx="0" cy="118548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3" name="object 3"/>
          <p:cNvSpPr/>
          <p:nvPr/>
        </p:nvSpPr>
        <p:spPr>
          <a:xfrm>
            <a:off x="571" y="9016366"/>
            <a:ext cx="16254859" cy="127328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7" name="object 7"/>
          <p:cNvSpPr/>
          <p:nvPr/>
        </p:nvSpPr>
        <p:spPr>
          <a:xfrm>
            <a:off x="14519885" y="7280822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8" name="object 8"/>
          <p:cNvSpPr/>
          <p:nvPr/>
        </p:nvSpPr>
        <p:spPr>
          <a:xfrm>
            <a:off x="14731536" y="7280822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9" name="object 9"/>
          <p:cNvSpPr/>
          <p:nvPr/>
        </p:nvSpPr>
        <p:spPr>
          <a:xfrm>
            <a:off x="14943188" y="7280822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10" name="object 10"/>
          <p:cNvSpPr/>
          <p:nvPr/>
        </p:nvSpPr>
        <p:spPr>
          <a:xfrm>
            <a:off x="15154841" y="7280822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11" name="object 11"/>
          <p:cNvSpPr/>
          <p:nvPr/>
        </p:nvSpPr>
        <p:spPr>
          <a:xfrm>
            <a:off x="15366492" y="7280822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12" name="object 12"/>
          <p:cNvSpPr/>
          <p:nvPr/>
        </p:nvSpPr>
        <p:spPr>
          <a:xfrm>
            <a:off x="15578143" y="7280822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13" name="object 13"/>
          <p:cNvSpPr/>
          <p:nvPr/>
        </p:nvSpPr>
        <p:spPr>
          <a:xfrm>
            <a:off x="15789796" y="7280822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14" name="object 14"/>
          <p:cNvSpPr/>
          <p:nvPr/>
        </p:nvSpPr>
        <p:spPr>
          <a:xfrm>
            <a:off x="16001447" y="7280822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15" name="object 15"/>
          <p:cNvSpPr/>
          <p:nvPr/>
        </p:nvSpPr>
        <p:spPr>
          <a:xfrm>
            <a:off x="14519885" y="7492474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16" name="object 16"/>
          <p:cNvSpPr/>
          <p:nvPr/>
        </p:nvSpPr>
        <p:spPr>
          <a:xfrm>
            <a:off x="14731536" y="7492474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17" name="object 17"/>
          <p:cNvSpPr/>
          <p:nvPr/>
        </p:nvSpPr>
        <p:spPr>
          <a:xfrm>
            <a:off x="14943188" y="7492474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18" name="object 18"/>
          <p:cNvSpPr/>
          <p:nvPr/>
        </p:nvSpPr>
        <p:spPr>
          <a:xfrm>
            <a:off x="15154841" y="7492474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19" name="object 19"/>
          <p:cNvSpPr/>
          <p:nvPr/>
        </p:nvSpPr>
        <p:spPr>
          <a:xfrm>
            <a:off x="15366492" y="7492474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20" name="object 20"/>
          <p:cNvSpPr/>
          <p:nvPr/>
        </p:nvSpPr>
        <p:spPr>
          <a:xfrm>
            <a:off x="15578143" y="7492474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21" name="object 21"/>
          <p:cNvSpPr/>
          <p:nvPr/>
        </p:nvSpPr>
        <p:spPr>
          <a:xfrm>
            <a:off x="15789796" y="7492474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22" name="object 22"/>
          <p:cNvSpPr/>
          <p:nvPr/>
        </p:nvSpPr>
        <p:spPr>
          <a:xfrm>
            <a:off x="16001447" y="7492474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23" name="object 23"/>
          <p:cNvSpPr/>
          <p:nvPr/>
        </p:nvSpPr>
        <p:spPr>
          <a:xfrm>
            <a:off x="14519885" y="7704126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24" name="object 24"/>
          <p:cNvSpPr/>
          <p:nvPr/>
        </p:nvSpPr>
        <p:spPr>
          <a:xfrm>
            <a:off x="14731536" y="7704126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25" name="object 25"/>
          <p:cNvSpPr/>
          <p:nvPr/>
        </p:nvSpPr>
        <p:spPr>
          <a:xfrm>
            <a:off x="14943188" y="7704126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26" name="object 26"/>
          <p:cNvSpPr/>
          <p:nvPr/>
        </p:nvSpPr>
        <p:spPr>
          <a:xfrm>
            <a:off x="15154841" y="7704126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27" name="object 27"/>
          <p:cNvSpPr/>
          <p:nvPr/>
        </p:nvSpPr>
        <p:spPr>
          <a:xfrm>
            <a:off x="15366492" y="7704126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28" name="object 28"/>
          <p:cNvSpPr/>
          <p:nvPr/>
        </p:nvSpPr>
        <p:spPr>
          <a:xfrm>
            <a:off x="15578143" y="7704126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29" name="object 29"/>
          <p:cNvSpPr/>
          <p:nvPr/>
        </p:nvSpPr>
        <p:spPr>
          <a:xfrm>
            <a:off x="15789796" y="7704126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30" name="object 30"/>
          <p:cNvSpPr/>
          <p:nvPr/>
        </p:nvSpPr>
        <p:spPr>
          <a:xfrm>
            <a:off x="16001447" y="7704126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31" name="object 31"/>
          <p:cNvSpPr/>
          <p:nvPr/>
        </p:nvSpPr>
        <p:spPr>
          <a:xfrm>
            <a:off x="14519885" y="7915777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32" name="object 32"/>
          <p:cNvSpPr/>
          <p:nvPr/>
        </p:nvSpPr>
        <p:spPr>
          <a:xfrm>
            <a:off x="14731536" y="7915777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33" name="object 33"/>
          <p:cNvSpPr/>
          <p:nvPr/>
        </p:nvSpPr>
        <p:spPr>
          <a:xfrm>
            <a:off x="14943188" y="7915777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34" name="object 34"/>
          <p:cNvSpPr/>
          <p:nvPr/>
        </p:nvSpPr>
        <p:spPr>
          <a:xfrm>
            <a:off x="15154841" y="7915777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35" name="object 35"/>
          <p:cNvSpPr/>
          <p:nvPr/>
        </p:nvSpPr>
        <p:spPr>
          <a:xfrm>
            <a:off x="15366492" y="7915777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36" name="object 36"/>
          <p:cNvSpPr/>
          <p:nvPr/>
        </p:nvSpPr>
        <p:spPr>
          <a:xfrm>
            <a:off x="15578143" y="7915777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37" name="object 37"/>
          <p:cNvSpPr/>
          <p:nvPr/>
        </p:nvSpPr>
        <p:spPr>
          <a:xfrm>
            <a:off x="15789796" y="7915777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38" name="object 38"/>
          <p:cNvSpPr/>
          <p:nvPr/>
        </p:nvSpPr>
        <p:spPr>
          <a:xfrm>
            <a:off x="16001447" y="7915777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39" name="object 39"/>
          <p:cNvSpPr/>
          <p:nvPr/>
        </p:nvSpPr>
        <p:spPr>
          <a:xfrm>
            <a:off x="14519885" y="8127430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40" name="object 40"/>
          <p:cNvSpPr/>
          <p:nvPr/>
        </p:nvSpPr>
        <p:spPr>
          <a:xfrm>
            <a:off x="14731536" y="8127430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41" name="object 41"/>
          <p:cNvSpPr/>
          <p:nvPr/>
        </p:nvSpPr>
        <p:spPr>
          <a:xfrm>
            <a:off x="14943188" y="8127430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42" name="object 42"/>
          <p:cNvSpPr/>
          <p:nvPr/>
        </p:nvSpPr>
        <p:spPr>
          <a:xfrm>
            <a:off x="15154841" y="8127430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43" name="object 43"/>
          <p:cNvSpPr/>
          <p:nvPr/>
        </p:nvSpPr>
        <p:spPr>
          <a:xfrm>
            <a:off x="15366492" y="8127430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44" name="object 44"/>
          <p:cNvSpPr/>
          <p:nvPr/>
        </p:nvSpPr>
        <p:spPr>
          <a:xfrm>
            <a:off x="15578143" y="8127430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45" name="object 45"/>
          <p:cNvSpPr/>
          <p:nvPr/>
        </p:nvSpPr>
        <p:spPr>
          <a:xfrm>
            <a:off x="15789796" y="8127430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46" name="object 46"/>
          <p:cNvSpPr/>
          <p:nvPr/>
        </p:nvSpPr>
        <p:spPr>
          <a:xfrm>
            <a:off x="16001447" y="8127430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47" name="object 47"/>
          <p:cNvSpPr/>
          <p:nvPr/>
        </p:nvSpPr>
        <p:spPr>
          <a:xfrm>
            <a:off x="14519885" y="8339082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48" name="object 48"/>
          <p:cNvSpPr/>
          <p:nvPr/>
        </p:nvSpPr>
        <p:spPr>
          <a:xfrm>
            <a:off x="14731536" y="8339082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49" name="object 49"/>
          <p:cNvSpPr/>
          <p:nvPr/>
        </p:nvSpPr>
        <p:spPr>
          <a:xfrm>
            <a:off x="14943188" y="8339082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50" name="object 50"/>
          <p:cNvSpPr/>
          <p:nvPr/>
        </p:nvSpPr>
        <p:spPr>
          <a:xfrm>
            <a:off x="15154841" y="8339082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51" name="object 51"/>
          <p:cNvSpPr/>
          <p:nvPr/>
        </p:nvSpPr>
        <p:spPr>
          <a:xfrm>
            <a:off x="15366492" y="8339082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52" name="object 52"/>
          <p:cNvSpPr/>
          <p:nvPr/>
        </p:nvSpPr>
        <p:spPr>
          <a:xfrm>
            <a:off x="15578143" y="8339082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53" name="object 53"/>
          <p:cNvSpPr/>
          <p:nvPr/>
        </p:nvSpPr>
        <p:spPr>
          <a:xfrm>
            <a:off x="15789796" y="8339082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54" name="object 54"/>
          <p:cNvSpPr/>
          <p:nvPr/>
        </p:nvSpPr>
        <p:spPr>
          <a:xfrm>
            <a:off x="16001447" y="8339082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55" name="object 55"/>
          <p:cNvSpPr/>
          <p:nvPr/>
        </p:nvSpPr>
        <p:spPr>
          <a:xfrm>
            <a:off x="14519885" y="8550733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56" name="object 56"/>
          <p:cNvSpPr/>
          <p:nvPr/>
        </p:nvSpPr>
        <p:spPr>
          <a:xfrm>
            <a:off x="14731536" y="8550733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57" name="object 57"/>
          <p:cNvSpPr/>
          <p:nvPr/>
        </p:nvSpPr>
        <p:spPr>
          <a:xfrm>
            <a:off x="14943188" y="8550733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58" name="object 58"/>
          <p:cNvSpPr/>
          <p:nvPr/>
        </p:nvSpPr>
        <p:spPr>
          <a:xfrm>
            <a:off x="15154841" y="8550733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59" name="object 59"/>
          <p:cNvSpPr/>
          <p:nvPr/>
        </p:nvSpPr>
        <p:spPr>
          <a:xfrm>
            <a:off x="15366492" y="8550733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60" name="object 60"/>
          <p:cNvSpPr/>
          <p:nvPr/>
        </p:nvSpPr>
        <p:spPr>
          <a:xfrm>
            <a:off x="15578143" y="8550733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61" name="object 61"/>
          <p:cNvSpPr/>
          <p:nvPr/>
        </p:nvSpPr>
        <p:spPr>
          <a:xfrm>
            <a:off x="15789796" y="8550733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62" name="object 62"/>
          <p:cNvSpPr/>
          <p:nvPr/>
        </p:nvSpPr>
        <p:spPr>
          <a:xfrm>
            <a:off x="16001447" y="8550733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63" name="object 63"/>
          <p:cNvSpPr/>
          <p:nvPr/>
        </p:nvSpPr>
        <p:spPr>
          <a:xfrm>
            <a:off x="14519885" y="8762385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64" name="object 64"/>
          <p:cNvSpPr/>
          <p:nvPr/>
        </p:nvSpPr>
        <p:spPr>
          <a:xfrm>
            <a:off x="14731536" y="8762385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65" name="object 65"/>
          <p:cNvSpPr/>
          <p:nvPr/>
        </p:nvSpPr>
        <p:spPr>
          <a:xfrm>
            <a:off x="14943188" y="8762385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66" name="object 66"/>
          <p:cNvSpPr/>
          <p:nvPr/>
        </p:nvSpPr>
        <p:spPr>
          <a:xfrm>
            <a:off x="15154841" y="8762385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67" name="object 67"/>
          <p:cNvSpPr/>
          <p:nvPr/>
        </p:nvSpPr>
        <p:spPr>
          <a:xfrm>
            <a:off x="15366492" y="8762385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68" name="object 68"/>
          <p:cNvSpPr/>
          <p:nvPr/>
        </p:nvSpPr>
        <p:spPr>
          <a:xfrm>
            <a:off x="15578143" y="8762385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69" name="object 69"/>
          <p:cNvSpPr/>
          <p:nvPr/>
        </p:nvSpPr>
        <p:spPr>
          <a:xfrm>
            <a:off x="15789796" y="8762385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sp>
        <p:nvSpPr>
          <p:cNvPr id="70" name="object 70"/>
          <p:cNvSpPr/>
          <p:nvPr/>
        </p:nvSpPr>
        <p:spPr>
          <a:xfrm>
            <a:off x="16001447" y="8762385"/>
            <a:ext cx="42614" cy="42614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455"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0BCB4BF7-1C02-4670-98EB-A548B299ADD0}"/>
              </a:ext>
            </a:extLst>
          </p:cNvPr>
          <p:cNvGrpSpPr/>
          <p:nvPr/>
        </p:nvGrpSpPr>
        <p:grpSpPr>
          <a:xfrm>
            <a:off x="12422898" y="846607"/>
            <a:ext cx="2986098" cy="762428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3868AD09-AF0B-4F1D-A41F-9DCB2B2C408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1455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B3F5ED2F-B76A-41C2-8455-631EDC2721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455"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1A8410D5-09A9-4E9A-8324-AE05DD12526F}"/>
              </a:ext>
            </a:extLst>
          </p:cNvPr>
          <p:cNvSpPr txBox="1">
            <a:spLocks/>
          </p:cNvSpPr>
          <p:nvPr/>
        </p:nvSpPr>
        <p:spPr>
          <a:xfrm>
            <a:off x="1220702" y="796042"/>
            <a:ext cx="8350767" cy="1240957"/>
          </a:xfrm>
          <a:prstGeom prst="rect">
            <a:avLst/>
          </a:prstGeom>
        </p:spPr>
        <p:txBody>
          <a:bodyPr vert="horz" wrap="square" lIns="0" tIns="975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0268">
              <a:lnSpc>
                <a:spcPts val="4802"/>
              </a:lnSpc>
              <a:spcBef>
                <a:spcPts val="77"/>
              </a:spcBef>
            </a:pPr>
            <a:r>
              <a:rPr lang="pt-BR" sz="4002" b="1" kern="0" spc="-12" dirty="0">
                <a:solidFill>
                  <a:srgbClr val="000000"/>
                </a:solidFill>
                <a:latin typeface="Montserrat ExtraBold"/>
                <a:cs typeface="Montserrat ExtraBold"/>
              </a:rPr>
              <a:t>SENAI JAGUARIÚNA</a:t>
            </a:r>
            <a:endParaRPr lang="pt-BR" sz="4002" kern="0" dirty="0">
              <a:solidFill>
                <a:srgbClr val="000000"/>
              </a:solidFill>
              <a:latin typeface="Montserrat ExtraBold"/>
              <a:cs typeface="Montserrat ExtraBold"/>
            </a:endParaRPr>
          </a:p>
          <a:p>
            <a:pPr marL="10268">
              <a:lnSpc>
                <a:spcPts val="4802"/>
              </a:lnSpc>
            </a:pPr>
            <a:r>
              <a:rPr lang="pt-BR" sz="4002" kern="0" spc="-8" dirty="0">
                <a:solidFill>
                  <a:srgbClr val="000000"/>
                </a:solidFill>
                <a:latin typeface="Montserrat"/>
                <a:cs typeface="Montserrat"/>
              </a:rPr>
              <a:t>SEJAM TODOS BEM VINDOS</a:t>
            </a:r>
            <a:endParaRPr lang="pt-BR" sz="4002" kern="0" dirty="0">
              <a:solidFill>
                <a:srgbClr val="000000"/>
              </a:solidFill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8E4C055-93DA-22DF-BDE0-B9A91AF00856}"/>
              </a:ext>
            </a:extLst>
          </p:cNvPr>
          <p:cNvSpPr txBox="1"/>
          <p:nvPr/>
        </p:nvSpPr>
        <p:spPr>
          <a:xfrm>
            <a:off x="812800" y="8359378"/>
            <a:ext cx="495300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highlight>
                  <a:srgbClr val="000000"/>
                </a:highlight>
              </a:rPr>
              <a:t>Prof. Wellington, </a:t>
            </a:r>
            <a:r>
              <a:rPr lang="pt-BR" dirty="0" err="1">
                <a:solidFill>
                  <a:schemeClr val="bg1"/>
                </a:solidFill>
                <a:highlight>
                  <a:srgbClr val="000000"/>
                </a:highlight>
              </a:rPr>
              <a:t>Reenye</a:t>
            </a:r>
            <a:r>
              <a:rPr lang="pt-BR" dirty="0">
                <a:solidFill>
                  <a:schemeClr val="bg1"/>
                </a:solidFill>
                <a:highlight>
                  <a:srgbClr val="000000"/>
                </a:highlight>
              </a:rPr>
              <a:t> e Robson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1" y="0"/>
            <a:ext cx="16254859" cy="9143358"/>
            <a:chOff x="0" y="0"/>
            <a:chExt cx="20104100" cy="11308556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12068" y="4985450"/>
              <a:ext cx="5242560" cy="1337945"/>
            </a:xfrm>
            <a:custGeom>
              <a:avLst/>
              <a:gdLst/>
              <a:ahLst/>
              <a:cxnLst/>
              <a:rect l="l" t="t" r="r" b="b"/>
              <a:pathLst>
                <a:path w="5242559" h="1337945">
                  <a:moveTo>
                    <a:pt x="5242028" y="0"/>
                  </a:moveTo>
                  <a:lnTo>
                    <a:pt x="0" y="0"/>
                  </a:lnTo>
                  <a:lnTo>
                    <a:pt x="0" y="1337655"/>
                  </a:lnTo>
                  <a:lnTo>
                    <a:pt x="5242028" y="1337655"/>
                  </a:lnTo>
                  <a:lnTo>
                    <a:pt x="5242028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1455"/>
            </a:p>
          </p:txBody>
        </p:sp>
        <p:sp>
          <p:nvSpPr>
            <p:cNvPr id="5" name="object 5"/>
            <p:cNvSpPr/>
            <p:nvPr/>
          </p:nvSpPr>
          <p:spPr>
            <a:xfrm>
              <a:off x="2911983" y="5156523"/>
              <a:ext cx="5242560" cy="993775"/>
            </a:xfrm>
            <a:custGeom>
              <a:avLst/>
              <a:gdLst/>
              <a:ahLst/>
              <a:cxnLst/>
              <a:rect l="l" t="t" r="r" b="b"/>
              <a:pathLst>
                <a:path w="5242559" h="993775">
                  <a:moveTo>
                    <a:pt x="281571" y="938250"/>
                  </a:moveTo>
                  <a:lnTo>
                    <a:pt x="0" y="938250"/>
                  </a:lnTo>
                  <a:lnTo>
                    <a:pt x="0" y="973455"/>
                  </a:lnTo>
                  <a:lnTo>
                    <a:pt x="281571" y="973455"/>
                  </a:lnTo>
                  <a:lnTo>
                    <a:pt x="281571" y="938250"/>
                  </a:lnTo>
                  <a:close/>
                </a:path>
                <a:path w="5242559" h="993775">
                  <a:moveTo>
                    <a:pt x="281571" y="712901"/>
                  </a:moveTo>
                  <a:lnTo>
                    <a:pt x="0" y="712901"/>
                  </a:lnTo>
                  <a:lnTo>
                    <a:pt x="0" y="748106"/>
                  </a:lnTo>
                  <a:lnTo>
                    <a:pt x="281571" y="748106"/>
                  </a:lnTo>
                  <a:lnTo>
                    <a:pt x="281571" y="712901"/>
                  </a:lnTo>
                  <a:close/>
                </a:path>
                <a:path w="5242559" h="993775">
                  <a:moveTo>
                    <a:pt x="281571" y="479120"/>
                  </a:moveTo>
                  <a:lnTo>
                    <a:pt x="0" y="479120"/>
                  </a:lnTo>
                  <a:lnTo>
                    <a:pt x="0" y="514324"/>
                  </a:lnTo>
                  <a:lnTo>
                    <a:pt x="281571" y="514324"/>
                  </a:lnTo>
                  <a:lnTo>
                    <a:pt x="281571" y="479120"/>
                  </a:lnTo>
                  <a:close/>
                </a:path>
                <a:path w="5242559" h="993775">
                  <a:moveTo>
                    <a:pt x="281571" y="248475"/>
                  </a:moveTo>
                  <a:lnTo>
                    <a:pt x="0" y="248475"/>
                  </a:lnTo>
                  <a:lnTo>
                    <a:pt x="0" y="283730"/>
                  </a:lnTo>
                  <a:lnTo>
                    <a:pt x="281571" y="283730"/>
                  </a:lnTo>
                  <a:lnTo>
                    <a:pt x="281571" y="248475"/>
                  </a:lnTo>
                  <a:close/>
                </a:path>
                <a:path w="5242559" h="993775">
                  <a:moveTo>
                    <a:pt x="281571" y="23812"/>
                  </a:moveTo>
                  <a:lnTo>
                    <a:pt x="0" y="23812"/>
                  </a:lnTo>
                  <a:lnTo>
                    <a:pt x="0" y="59016"/>
                  </a:lnTo>
                  <a:lnTo>
                    <a:pt x="281571" y="59016"/>
                  </a:lnTo>
                  <a:lnTo>
                    <a:pt x="281571" y="23812"/>
                  </a:lnTo>
                  <a:close/>
                </a:path>
                <a:path w="5242559" h="993775">
                  <a:moveTo>
                    <a:pt x="1289888" y="204787"/>
                  </a:moveTo>
                  <a:lnTo>
                    <a:pt x="1287195" y="184924"/>
                  </a:lnTo>
                  <a:lnTo>
                    <a:pt x="1284528" y="165150"/>
                  </a:lnTo>
                  <a:lnTo>
                    <a:pt x="1272222" y="130467"/>
                  </a:lnTo>
                  <a:lnTo>
                    <a:pt x="1229385" y="74917"/>
                  </a:lnTo>
                  <a:lnTo>
                    <a:pt x="1166685" y="36169"/>
                  </a:lnTo>
                  <a:lnTo>
                    <a:pt x="1129525" y="22491"/>
                  </a:lnTo>
                  <a:lnTo>
                    <a:pt x="1089393" y="12280"/>
                  </a:lnTo>
                  <a:lnTo>
                    <a:pt x="1046924" y="5295"/>
                  </a:lnTo>
                  <a:lnTo>
                    <a:pt x="1002792" y="1282"/>
                  </a:lnTo>
                  <a:lnTo>
                    <a:pt x="957656" y="0"/>
                  </a:lnTo>
                  <a:lnTo>
                    <a:pt x="911479" y="1143"/>
                  </a:lnTo>
                  <a:lnTo>
                    <a:pt x="865327" y="4775"/>
                  </a:lnTo>
                  <a:lnTo>
                    <a:pt x="819670" y="11163"/>
                  </a:lnTo>
                  <a:lnTo>
                    <a:pt x="774928" y="20586"/>
                  </a:lnTo>
                  <a:lnTo>
                    <a:pt x="731558" y="33324"/>
                  </a:lnTo>
                  <a:lnTo>
                    <a:pt x="690016" y="49669"/>
                  </a:lnTo>
                  <a:lnTo>
                    <a:pt x="650760" y="69875"/>
                  </a:lnTo>
                  <a:lnTo>
                    <a:pt x="614222" y="94221"/>
                  </a:lnTo>
                  <a:lnTo>
                    <a:pt x="580872" y="123012"/>
                  </a:lnTo>
                  <a:lnTo>
                    <a:pt x="551141" y="156489"/>
                  </a:lnTo>
                  <a:lnTo>
                    <a:pt x="525487" y="194970"/>
                  </a:lnTo>
                  <a:lnTo>
                    <a:pt x="504355" y="238696"/>
                  </a:lnTo>
                  <a:lnTo>
                    <a:pt x="488200" y="287972"/>
                  </a:lnTo>
                  <a:lnTo>
                    <a:pt x="481558" y="338035"/>
                  </a:lnTo>
                  <a:lnTo>
                    <a:pt x="483577" y="384644"/>
                  </a:lnTo>
                  <a:lnTo>
                    <a:pt x="494474" y="427012"/>
                  </a:lnTo>
                  <a:lnTo>
                    <a:pt x="514477" y="464312"/>
                  </a:lnTo>
                  <a:lnTo>
                    <a:pt x="543801" y="495744"/>
                  </a:lnTo>
                  <a:lnTo>
                    <a:pt x="582663" y="520509"/>
                  </a:lnTo>
                  <a:lnTo>
                    <a:pt x="634098" y="542620"/>
                  </a:lnTo>
                  <a:lnTo>
                    <a:pt x="685101" y="560095"/>
                  </a:lnTo>
                  <a:lnTo>
                    <a:pt x="734580" y="574154"/>
                  </a:lnTo>
                  <a:lnTo>
                    <a:pt x="824623" y="597027"/>
                  </a:lnTo>
                  <a:lnTo>
                    <a:pt x="863003" y="608342"/>
                  </a:lnTo>
                  <a:lnTo>
                    <a:pt x="895477" y="621220"/>
                  </a:lnTo>
                  <a:lnTo>
                    <a:pt x="920978" y="636917"/>
                  </a:lnTo>
                  <a:lnTo>
                    <a:pt x="938403" y="656678"/>
                  </a:lnTo>
                  <a:lnTo>
                    <a:pt x="946658" y="681748"/>
                  </a:lnTo>
                  <a:lnTo>
                    <a:pt x="944651" y="713359"/>
                  </a:lnTo>
                  <a:lnTo>
                    <a:pt x="922705" y="754976"/>
                  </a:lnTo>
                  <a:lnTo>
                    <a:pt x="882992" y="784707"/>
                  </a:lnTo>
                  <a:lnTo>
                    <a:pt x="834351" y="802538"/>
                  </a:lnTo>
                  <a:lnTo>
                    <a:pt x="785672" y="808482"/>
                  </a:lnTo>
                  <a:lnTo>
                    <a:pt x="733640" y="802678"/>
                  </a:lnTo>
                  <a:lnTo>
                    <a:pt x="692861" y="785520"/>
                  </a:lnTo>
                  <a:lnTo>
                    <a:pt x="665060" y="757402"/>
                  </a:lnTo>
                  <a:lnTo>
                    <a:pt x="651979" y="718680"/>
                  </a:lnTo>
                  <a:lnTo>
                    <a:pt x="655332" y="669772"/>
                  </a:lnTo>
                  <a:lnTo>
                    <a:pt x="391109" y="669772"/>
                  </a:lnTo>
                  <a:lnTo>
                    <a:pt x="383362" y="726135"/>
                  </a:lnTo>
                  <a:lnTo>
                    <a:pt x="383374" y="775970"/>
                  </a:lnTo>
                  <a:lnTo>
                    <a:pt x="390588" y="819632"/>
                  </a:lnTo>
                  <a:lnTo>
                    <a:pt x="404507" y="857453"/>
                  </a:lnTo>
                  <a:lnTo>
                    <a:pt x="450291" y="917028"/>
                  </a:lnTo>
                  <a:lnTo>
                    <a:pt x="481114" y="939482"/>
                  </a:lnTo>
                  <a:lnTo>
                    <a:pt x="516521" y="957503"/>
                  </a:lnTo>
                  <a:lnTo>
                    <a:pt x="555980" y="971473"/>
                  </a:lnTo>
                  <a:lnTo>
                    <a:pt x="598970" y="981722"/>
                  </a:lnTo>
                  <a:lnTo>
                    <a:pt x="644969" y="988606"/>
                  </a:lnTo>
                  <a:lnTo>
                    <a:pt x="693445" y="992466"/>
                  </a:lnTo>
                  <a:lnTo>
                    <a:pt x="743877" y="993686"/>
                  </a:lnTo>
                  <a:lnTo>
                    <a:pt x="794664" y="991984"/>
                  </a:lnTo>
                  <a:lnTo>
                    <a:pt x="844905" y="986878"/>
                  </a:lnTo>
                  <a:lnTo>
                    <a:pt x="894105" y="978331"/>
                  </a:lnTo>
                  <a:lnTo>
                    <a:pt x="941819" y="966304"/>
                  </a:lnTo>
                  <a:lnTo>
                    <a:pt x="987564" y="950798"/>
                  </a:lnTo>
                  <a:lnTo>
                    <a:pt x="1030846" y="931760"/>
                  </a:lnTo>
                  <a:lnTo>
                    <a:pt x="1071219" y="909167"/>
                  </a:lnTo>
                  <a:lnTo>
                    <a:pt x="1108189" y="883005"/>
                  </a:lnTo>
                  <a:lnTo>
                    <a:pt x="1141298" y="853224"/>
                  </a:lnTo>
                  <a:lnTo>
                    <a:pt x="1170063" y="819823"/>
                  </a:lnTo>
                  <a:lnTo>
                    <a:pt x="1194015" y="782751"/>
                  </a:lnTo>
                  <a:lnTo>
                    <a:pt x="1212672" y="741984"/>
                  </a:lnTo>
                  <a:lnTo>
                    <a:pt x="1225575" y="697509"/>
                  </a:lnTo>
                  <a:lnTo>
                    <a:pt x="1233309" y="642226"/>
                  </a:lnTo>
                  <a:lnTo>
                    <a:pt x="1231950" y="594804"/>
                  </a:lnTo>
                  <a:lnTo>
                    <a:pt x="1222514" y="554507"/>
                  </a:lnTo>
                  <a:lnTo>
                    <a:pt x="1183284" y="492379"/>
                  </a:lnTo>
                  <a:lnTo>
                    <a:pt x="1123530" y="449999"/>
                  </a:lnTo>
                  <a:lnTo>
                    <a:pt x="1088415" y="434390"/>
                  </a:lnTo>
                  <a:lnTo>
                    <a:pt x="1051115" y="421538"/>
                  </a:lnTo>
                  <a:lnTo>
                    <a:pt x="1012647" y="410718"/>
                  </a:lnTo>
                  <a:lnTo>
                    <a:pt x="936078" y="392214"/>
                  </a:lnTo>
                  <a:lnTo>
                    <a:pt x="899960" y="383082"/>
                  </a:lnTo>
                  <a:lnTo>
                    <a:pt x="849528" y="367804"/>
                  </a:lnTo>
                  <a:lnTo>
                    <a:pt x="804138" y="346938"/>
                  </a:lnTo>
                  <a:lnTo>
                    <a:pt x="773887" y="316407"/>
                  </a:lnTo>
                  <a:lnTo>
                    <a:pt x="768934" y="272110"/>
                  </a:lnTo>
                  <a:lnTo>
                    <a:pt x="785317" y="238429"/>
                  </a:lnTo>
                  <a:lnTo>
                    <a:pt x="816013" y="210680"/>
                  </a:lnTo>
                  <a:lnTo>
                    <a:pt x="856195" y="191858"/>
                  </a:lnTo>
                  <a:lnTo>
                    <a:pt x="901052" y="184924"/>
                  </a:lnTo>
                  <a:lnTo>
                    <a:pt x="932332" y="186893"/>
                  </a:lnTo>
                  <a:lnTo>
                    <a:pt x="980084" y="202222"/>
                  </a:lnTo>
                  <a:lnTo>
                    <a:pt x="1008494" y="231711"/>
                  </a:lnTo>
                  <a:lnTo>
                    <a:pt x="1016889" y="273837"/>
                  </a:lnTo>
                  <a:lnTo>
                    <a:pt x="1012901" y="299847"/>
                  </a:lnTo>
                  <a:lnTo>
                    <a:pt x="1277099" y="299847"/>
                  </a:lnTo>
                  <a:lnTo>
                    <a:pt x="1287627" y="249605"/>
                  </a:lnTo>
                  <a:lnTo>
                    <a:pt x="1289888" y="204787"/>
                  </a:lnTo>
                  <a:close/>
                </a:path>
                <a:path w="5242559" h="993775">
                  <a:moveTo>
                    <a:pt x="2244153" y="19761"/>
                  </a:moveTo>
                  <a:lnTo>
                    <a:pt x="1517561" y="19761"/>
                  </a:lnTo>
                  <a:lnTo>
                    <a:pt x="1314792" y="973645"/>
                  </a:lnTo>
                  <a:lnTo>
                    <a:pt x="2041398" y="973645"/>
                  </a:lnTo>
                  <a:lnTo>
                    <a:pt x="2080793" y="788670"/>
                  </a:lnTo>
                  <a:lnTo>
                    <a:pt x="1618399" y="788670"/>
                  </a:lnTo>
                  <a:lnTo>
                    <a:pt x="1661350" y="586536"/>
                  </a:lnTo>
                  <a:lnTo>
                    <a:pt x="2086737" y="586536"/>
                  </a:lnTo>
                  <a:lnTo>
                    <a:pt x="2125903" y="401612"/>
                  </a:lnTo>
                  <a:lnTo>
                    <a:pt x="1700504" y="401612"/>
                  </a:lnTo>
                  <a:lnTo>
                    <a:pt x="1742351" y="204736"/>
                  </a:lnTo>
                  <a:lnTo>
                    <a:pt x="2204758" y="204736"/>
                  </a:lnTo>
                  <a:lnTo>
                    <a:pt x="2244153" y="19761"/>
                  </a:lnTo>
                  <a:close/>
                </a:path>
                <a:path w="5242559" h="993775">
                  <a:moveTo>
                    <a:pt x="3323475" y="19761"/>
                  </a:moveTo>
                  <a:lnTo>
                    <a:pt x="3085681" y="19761"/>
                  </a:lnTo>
                  <a:lnTo>
                    <a:pt x="2935084" y="727875"/>
                  </a:lnTo>
                  <a:lnTo>
                    <a:pt x="2931998" y="730554"/>
                  </a:lnTo>
                  <a:lnTo>
                    <a:pt x="2816326" y="243078"/>
                  </a:lnTo>
                  <a:lnTo>
                    <a:pt x="2763329" y="19761"/>
                  </a:lnTo>
                  <a:lnTo>
                    <a:pt x="2393416" y="19761"/>
                  </a:lnTo>
                  <a:lnTo>
                    <a:pt x="2190648" y="973645"/>
                  </a:lnTo>
                  <a:lnTo>
                    <a:pt x="2428443" y="973645"/>
                  </a:lnTo>
                  <a:lnTo>
                    <a:pt x="2583700" y="243078"/>
                  </a:lnTo>
                  <a:lnTo>
                    <a:pt x="2586329" y="243078"/>
                  </a:lnTo>
                  <a:lnTo>
                    <a:pt x="2754757" y="973645"/>
                  </a:lnTo>
                  <a:lnTo>
                    <a:pt x="3120707" y="973645"/>
                  </a:lnTo>
                  <a:lnTo>
                    <a:pt x="3172383" y="730554"/>
                  </a:lnTo>
                  <a:lnTo>
                    <a:pt x="3323475" y="19761"/>
                  </a:lnTo>
                  <a:close/>
                </a:path>
                <a:path w="5242559" h="993775">
                  <a:moveTo>
                    <a:pt x="4293857" y="973645"/>
                  </a:moveTo>
                  <a:lnTo>
                    <a:pt x="4259923" y="787361"/>
                  </a:lnTo>
                  <a:lnTo>
                    <a:pt x="4226242" y="602399"/>
                  </a:lnTo>
                  <a:lnTo>
                    <a:pt x="4154043" y="206019"/>
                  </a:lnTo>
                  <a:lnTo>
                    <a:pt x="4120121" y="19761"/>
                  </a:lnTo>
                  <a:lnTo>
                    <a:pt x="3945966" y="19761"/>
                  </a:lnTo>
                  <a:lnTo>
                    <a:pt x="3945966" y="602399"/>
                  </a:lnTo>
                  <a:lnTo>
                    <a:pt x="3690988" y="602399"/>
                  </a:lnTo>
                  <a:lnTo>
                    <a:pt x="3904780" y="206019"/>
                  </a:lnTo>
                  <a:lnTo>
                    <a:pt x="3908729" y="206019"/>
                  </a:lnTo>
                  <a:lnTo>
                    <a:pt x="3945966" y="602399"/>
                  </a:lnTo>
                  <a:lnTo>
                    <a:pt x="3945966" y="19761"/>
                  </a:lnTo>
                  <a:lnTo>
                    <a:pt x="3797770" y="19761"/>
                  </a:lnTo>
                  <a:lnTo>
                    <a:pt x="3218446" y="973645"/>
                  </a:lnTo>
                  <a:lnTo>
                    <a:pt x="3482695" y="973645"/>
                  </a:lnTo>
                  <a:lnTo>
                    <a:pt x="3584397" y="787361"/>
                  </a:lnTo>
                  <a:lnTo>
                    <a:pt x="3971506" y="787361"/>
                  </a:lnTo>
                  <a:lnTo>
                    <a:pt x="3995280" y="973645"/>
                  </a:lnTo>
                  <a:lnTo>
                    <a:pt x="4293857" y="973645"/>
                  </a:lnTo>
                  <a:close/>
                </a:path>
                <a:path w="5242559" h="993775">
                  <a:moveTo>
                    <a:pt x="4861230" y="19761"/>
                  </a:moveTo>
                  <a:lnTo>
                    <a:pt x="4597044" y="19761"/>
                  </a:lnTo>
                  <a:lnTo>
                    <a:pt x="4394225" y="973645"/>
                  </a:lnTo>
                  <a:lnTo>
                    <a:pt x="4658461" y="973645"/>
                  </a:lnTo>
                  <a:lnTo>
                    <a:pt x="4861230" y="19761"/>
                  </a:lnTo>
                  <a:close/>
                </a:path>
                <a:path w="5242559" h="993775">
                  <a:moveTo>
                    <a:pt x="5242026" y="938250"/>
                  </a:moveTo>
                  <a:lnTo>
                    <a:pt x="4960455" y="938250"/>
                  </a:lnTo>
                  <a:lnTo>
                    <a:pt x="4960455" y="973455"/>
                  </a:lnTo>
                  <a:lnTo>
                    <a:pt x="5242026" y="973455"/>
                  </a:lnTo>
                  <a:lnTo>
                    <a:pt x="5242026" y="938250"/>
                  </a:lnTo>
                  <a:close/>
                </a:path>
                <a:path w="5242559" h="993775">
                  <a:moveTo>
                    <a:pt x="5242026" y="712901"/>
                  </a:moveTo>
                  <a:lnTo>
                    <a:pt x="4960455" y="712901"/>
                  </a:lnTo>
                  <a:lnTo>
                    <a:pt x="4960455" y="748106"/>
                  </a:lnTo>
                  <a:lnTo>
                    <a:pt x="5242026" y="748106"/>
                  </a:lnTo>
                  <a:lnTo>
                    <a:pt x="5242026" y="712901"/>
                  </a:lnTo>
                  <a:close/>
                </a:path>
                <a:path w="5242559" h="993775">
                  <a:moveTo>
                    <a:pt x="5242026" y="479120"/>
                  </a:moveTo>
                  <a:lnTo>
                    <a:pt x="4960455" y="479120"/>
                  </a:lnTo>
                  <a:lnTo>
                    <a:pt x="4960455" y="514324"/>
                  </a:lnTo>
                  <a:lnTo>
                    <a:pt x="5242026" y="514324"/>
                  </a:lnTo>
                  <a:lnTo>
                    <a:pt x="5242026" y="479120"/>
                  </a:lnTo>
                  <a:close/>
                </a:path>
                <a:path w="5242559" h="993775">
                  <a:moveTo>
                    <a:pt x="5242026" y="248475"/>
                  </a:moveTo>
                  <a:lnTo>
                    <a:pt x="4960455" y="248475"/>
                  </a:lnTo>
                  <a:lnTo>
                    <a:pt x="4960455" y="283730"/>
                  </a:lnTo>
                  <a:lnTo>
                    <a:pt x="5242026" y="283730"/>
                  </a:lnTo>
                  <a:lnTo>
                    <a:pt x="5242026" y="248475"/>
                  </a:lnTo>
                  <a:close/>
                </a:path>
                <a:path w="5242559" h="993775">
                  <a:moveTo>
                    <a:pt x="5242026" y="23812"/>
                  </a:moveTo>
                  <a:lnTo>
                    <a:pt x="4960455" y="23812"/>
                  </a:lnTo>
                  <a:lnTo>
                    <a:pt x="4960455" y="59016"/>
                  </a:lnTo>
                  <a:lnTo>
                    <a:pt x="5242026" y="59016"/>
                  </a:lnTo>
                  <a:lnTo>
                    <a:pt x="5242026" y="238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455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276388" y="3751948"/>
            <a:ext cx="4135593" cy="358797"/>
          </a:xfrm>
          <a:prstGeom prst="rect">
            <a:avLst/>
          </a:prstGeom>
        </p:spPr>
        <p:txBody>
          <a:bodyPr vert="horz" wrap="square" lIns="0" tIns="10268" rIns="0" bIns="0" rtlCol="0" anchor="ctr">
            <a:spAutoFit/>
          </a:bodyPr>
          <a:lstStyle/>
          <a:p>
            <a:pPr marL="10268">
              <a:spcBef>
                <a:spcPts val="81"/>
              </a:spcBef>
            </a:pPr>
            <a:r>
              <a:rPr sz="2264" spc="-20" dirty="0">
                <a:solidFill>
                  <a:srgbClr val="FFFFFF"/>
                </a:solidFill>
              </a:rPr>
              <a:t>DEPARTAMENTO</a:t>
            </a:r>
            <a:r>
              <a:rPr sz="2264" spc="-44" dirty="0">
                <a:solidFill>
                  <a:srgbClr val="FFFFFF"/>
                </a:solidFill>
              </a:rPr>
              <a:t> </a:t>
            </a:r>
            <a:r>
              <a:rPr sz="2264" dirty="0">
                <a:solidFill>
                  <a:srgbClr val="FFFFFF"/>
                </a:solidFill>
              </a:rPr>
              <a:t>REGIONAL</a:t>
            </a:r>
            <a:endParaRPr sz="2264"/>
          </a:p>
        </p:txBody>
      </p:sp>
      <p:sp>
        <p:nvSpPr>
          <p:cNvPr id="7" name="object 7"/>
          <p:cNvSpPr txBox="1"/>
          <p:nvPr/>
        </p:nvSpPr>
        <p:spPr>
          <a:xfrm>
            <a:off x="8272850" y="4129420"/>
            <a:ext cx="5638886" cy="1177354"/>
          </a:xfrm>
          <a:prstGeom prst="rect">
            <a:avLst/>
          </a:prstGeom>
        </p:spPr>
        <p:txBody>
          <a:bodyPr vert="horz" wrap="square" lIns="0" tIns="10268" rIns="0" bIns="0" rtlCol="0">
            <a:spAutoFit/>
          </a:bodyPr>
          <a:lstStyle/>
          <a:p>
            <a:pPr marL="13348">
              <a:lnSpc>
                <a:spcPts val="2644"/>
              </a:lnSpc>
              <a:spcBef>
                <a:spcPts val="81"/>
              </a:spcBef>
            </a:pPr>
            <a:r>
              <a:rPr sz="2264" b="1" dirty="0">
                <a:solidFill>
                  <a:srgbClr val="FFFFFF"/>
                </a:solidFill>
                <a:latin typeface="Montserrat ExtraBold"/>
                <a:cs typeface="Montserrat ExtraBold"/>
              </a:rPr>
              <a:t>DE</a:t>
            </a:r>
            <a:r>
              <a:rPr sz="2264" b="1" spc="-24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2264" b="1" spc="-8" dirty="0">
                <a:solidFill>
                  <a:srgbClr val="FFFFFF"/>
                </a:solidFill>
                <a:latin typeface="Montserrat ExtraBold"/>
                <a:cs typeface="Montserrat ExtraBold"/>
              </a:rPr>
              <a:t>SÃO</a:t>
            </a:r>
            <a:r>
              <a:rPr sz="2264" b="1" spc="-20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2264" b="1" spc="-32" dirty="0">
                <a:solidFill>
                  <a:srgbClr val="FFFFFF"/>
                </a:solidFill>
                <a:latin typeface="Montserrat ExtraBold"/>
                <a:cs typeface="Montserrat ExtraBold"/>
              </a:rPr>
              <a:t>PAULO</a:t>
            </a:r>
            <a:endParaRPr sz="2264">
              <a:latin typeface="Montserrat ExtraBold"/>
              <a:cs typeface="Montserrat ExtraBold"/>
            </a:endParaRPr>
          </a:p>
          <a:p>
            <a:pPr marL="10268">
              <a:lnSpc>
                <a:spcPts val="6475"/>
              </a:lnSpc>
            </a:pPr>
            <a:r>
              <a:rPr sz="5457" spc="-2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ww</a:t>
            </a:r>
            <a:r>
              <a:rPr sz="5457" spc="-178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w</a:t>
            </a:r>
            <a:r>
              <a:rPr sz="5457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.s</a:t>
            </a:r>
            <a:r>
              <a:rPr sz="5457" spc="-81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p</a:t>
            </a:r>
            <a:r>
              <a:rPr sz="5457" spc="4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.senai.br</a:t>
            </a:r>
            <a:endParaRPr sz="5457">
              <a:latin typeface="Montserrat"/>
              <a:cs typeface="Montserra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71" y="3358714"/>
            <a:ext cx="16254859" cy="5784697"/>
            <a:chOff x="0" y="4154076"/>
            <a:chExt cx="20104100" cy="7154545"/>
          </a:xfrm>
        </p:grpSpPr>
        <p:sp>
          <p:nvSpPr>
            <p:cNvPr id="9" name="object 9"/>
            <p:cNvSpPr/>
            <p:nvPr/>
          </p:nvSpPr>
          <p:spPr>
            <a:xfrm>
              <a:off x="9201187" y="4154076"/>
              <a:ext cx="0" cy="3001010"/>
            </a:xfrm>
            <a:custGeom>
              <a:avLst/>
              <a:gdLst/>
              <a:ahLst/>
              <a:cxnLst/>
              <a:rect l="l" t="t" r="r" b="b"/>
              <a:pathLst>
                <a:path h="3001009">
                  <a:moveTo>
                    <a:pt x="0" y="3000400"/>
                  </a:moveTo>
                  <a:lnTo>
                    <a:pt x="0" y="0"/>
                  </a:lnTo>
                </a:path>
              </a:pathLst>
            </a:custGeom>
            <a:ln w="2783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455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sz="1455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</Words>
  <Application>Microsoft Office PowerPoint</Application>
  <PresentationFormat>Personalizar</PresentationFormat>
  <Paragraphs>6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3" baseType="lpstr">
      <vt:lpstr>Arial</vt:lpstr>
      <vt:lpstr>Calibri</vt:lpstr>
      <vt:lpstr>Montserrat</vt:lpstr>
      <vt:lpstr>Montserrat ExtraBold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DEPARTAMENTO REGIONAL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Wellington Fabio de Oliveira Martins</cp:lastModifiedBy>
  <cp:revision>2</cp:revision>
  <dcterms:created xsi:type="dcterms:W3CDTF">2006-08-16T00:00:00Z</dcterms:created>
  <dcterms:modified xsi:type="dcterms:W3CDTF">2026-08-04T14:41:27Z</dcterms:modified>
</cp:coreProperties>
</file>