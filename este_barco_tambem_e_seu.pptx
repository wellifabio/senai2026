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56" r:id="rId5"/>
    <p:sldId id="257" r:id="rId6"/>
    <p:sldId id="258" r:id="rId7"/>
    <p:sldId id="278" r:id="rId8"/>
    <p:sldId id="260" r:id="rId9"/>
    <p:sldId id="261" r:id="rId10"/>
    <p:sldId id="268" r:id="rId11"/>
    <p:sldId id="277" r:id="rId12"/>
  </p:sldIdLst>
  <p:sldSz cx="20104100" cy="11309350"/>
  <p:notesSz cx="20104100" cy="11309350"/>
  <p:embeddedFontLst>
    <p:embeddedFont>
      <p:font typeface="Montserrat" panose="00000500000000000000" pitchFamily="2" charset="0"/>
      <p:regular r:id="rId13"/>
      <p:bold r:id="rId14"/>
      <p:italic r:id="rId15"/>
      <p:boldItalic r:id="rId16"/>
    </p:embeddedFont>
    <p:embeddedFont>
      <p:font typeface="Montserrat ExtraBold" panose="00000900000000000000" pitchFamily="2" charset="0"/>
      <p:bold r:id="rId17"/>
      <p:boldItalic r:id="rId18"/>
    </p:embeddedFont>
    <p:embeddedFont>
      <p:font typeface="Montserrat Light" panose="00000400000000000000" pitchFamily="2" charset="0"/>
      <p:regular r:id="rId19"/>
      <p:italic r:id="rId20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0E3ABB-C11A-BBD9-2802-532C104E159E}" v="1" dt="2022-01-25T14:55:06.476"/>
    <p1510:client id="{67B79760-9B19-EA06-B321-81BE3DC8DF22}" v="11" dt="2022-01-28T13:28:15.146"/>
    <p1510:client id="{E26C3A5A-D7F9-6D2D-9C24-7E05DE01AA21}" v="11" dt="2021-11-30T01:30:03.168"/>
    <p1510:client id="{E274CB7D-D5F6-CB88-97F7-1F9BAF23F222}" v="10" dt="2021-11-30T01:31:45.183"/>
    <p1510:client id="{E997C4D9-1869-CBC7-0693-58570764A1CA}" v="16" dt="2022-08-15T19:44:12.365"/>
    <p1510:client id="{F9CA789C-FA2B-ABC1-4746-E0D93CC19689}" v="1" dt="2022-01-26T14:38:05.24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821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5.fntdata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Miguel Leal da Silva" userId="S::lucas.msilva@sp.senai.br::5c40faec-5f1f-47e9-a958-68edb761d629" providerId="AD" clId="Web-{E26C3A5A-D7F9-6D2D-9C24-7E05DE01AA21}"/>
    <pc:docChg chg="modSld">
      <pc:chgData name="Lucas Miguel Leal da Silva" userId="S::lucas.msilva@sp.senai.br::5c40faec-5f1f-47e9-a958-68edb761d629" providerId="AD" clId="Web-{E26C3A5A-D7F9-6D2D-9C24-7E05DE01AA21}" dt="2021-11-30T01:30:03.168" v="10" actId="1076"/>
      <pc:docMkLst>
        <pc:docMk/>
      </pc:docMkLst>
      <pc:sldChg chg="modSp">
        <pc:chgData name="Lucas Miguel Leal da Silva" userId="S::lucas.msilva@sp.senai.br::5c40faec-5f1f-47e9-a958-68edb761d629" providerId="AD" clId="Web-{E26C3A5A-D7F9-6D2D-9C24-7E05DE01AA21}" dt="2021-11-30T01:25:45.023" v="3" actId="1076"/>
        <pc:sldMkLst>
          <pc:docMk/>
          <pc:sldMk cId="0" sldId="256"/>
        </pc:sldMkLst>
        <pc:spChg chg="mod">
          <ac:chgData name="Lucas Miguel Leal da Silva" userId="S::lucas.msilva@sp.senai.br::5c40faec-5f1f-47e9-a958-68edb761d629" providerId="AD" clId="Web-{E26C3A5A-D7F9-6D2D-9C24-7E05DE01AA21}" dt="2021-11-30T01:25:45.023" v="3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Lucas Miguel Leal da Silva" userId="S::lucas.msilva@sp.senai.br::5c40faec-5f1f-47e9-a958-68edb761d629" providerId="AD" clId="Web-{E26C3A5A-D7F9-6D2D-9C24-7E05DE01AA21}" dt="2021-11-30T01:10:29.601" v="1" actId="1076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Lucas Miguel Leal da Silva" userId="S::lucas.msilva@sp.senai.br::5c40faec-5f1f-47e9-a958-68edb761d629" providerId="AD" clId="Web-{E26C3A5A-D7F9-6D2D-9C24-7E05DE01AA21}" dt="2021-11-30T01:29:48.168" v="5" actId="1076"/>
        <pc:sldMkLst>
          <pc:docMk/>
          <pc:sldMk cId="0" sldId="257"/>
        </pc:sldMkLst>
        <pc:spChg chg="mod">
          <ac:chgData name="Lucas Miguel Leal da Silva" userId="S::lucas.msilva@sp.senai.br::5c40faec-5f1f-47e9-a958-68edb761d629" providerId="AD" clId="Web-{E26C3A5A-D7F9-6D2D-9C24-7E05DE01AA21}" dt="2021-11-30T01:29:48.168" v="5" actId="1076"/>
          <ac:spMkLst>
            <pc:docMk/>
            <pc:sldMk cId="0" sldId="257"/>
            <ac:spMk id="71" creationId="{00000000-0000-0000-0000-000000000000}"/>
          </ac:spMkLst>
        </pc:spChg>
        <pc:grpChg chg="mod">
          <ac:chgData name="Lucas Miguel Leal da Silva" userId="S::lucas.msilva@sp.senai.br::5c40faec-5f1f-47e9-a958-68edb761d629" providerId="AD" clId="Web-{E26C3A5A-D7F9-6D2D-9C24-7E05DE01AA21}" dt="2021-11-30T01:26:18.805" v="4" actId="1076"/>
          <ac:grpSpMkLst>
            <pc:docMk/>
            <pc:sldMk cId="0" sldId="257"/>
            <ac:grpSpMk id="4" creationId="{00000000-0000-0000-0000-000000000000}"/>
          </ac:grpSpMkLst>
        </pc:grpChg>
      </pc:sldChg>
      <pc:sldChg chg="modSp">
        <pc:chgData name="Lucas Miguel Leal da Silva" userId="S::lucas.msilva@sp.senai.br::5c40faec-5f1f-47e9-a958-68edb761d629" providerId="AD" clId="Web-{E26C3A5A-D7F9-6D2D-9C24-7E05DE01AA21}" dt="2021-11-30T01:30:03.168" v="10" actId="1076"/>
        <pc:sldMkLst>
          <pc:docMk/>
          <pc:sldMk cId="0" sldId="258"/>
        </pc:sldMkLst>
        <pc:spChg chg="mod">
          <ac:chgData name="Lucas Miguel Leal da Silva" userId="S::lucas.msilva@sp.senai.br::5c40faec-5f1f-47e9-a958-68edb761d629" providerId="AD" clId="Web-{E26C3A5A-D7F9-6D2D-9C24-7E05DE01AA21}" dt="2021-11-30T01:30:03.168" v="10" actId="1076"/>
          <ac:spMkLst>
            <pc:docMk/>
            <pc:sldMk cId="0" sldId="258"/>
            <ac:spMk id="68" creationId="{00000000-0000-0000-0000-000000000000}"/>
          </ac:spMkLst>
        </pc:spChg>
        <pc:grpChg chg="mod">
          <ac:chgData name="Lucas Miguel Leal da Silva" userId="S::lucas.msilva@sp.senai.br::5c40faec-5f1f-47e9-a958-68edb761d629" providerId="AD" clId="Web-{E26C3A5A-D7F9-6D2D-9C24-7E05DE01AA21}" dt="2021-11-30T01:29:51.324" v="6" actId="1076"/>
          <ac:grpSpMkLst>
            <pc:docMk/>
            <pc:sldMk cId="0" sldId="258"/>
            <ac:grpSpMk id="66" creationId="{00000000-0000-0000-0000-000000000000}"/>
          </ac:grpSpMkLst>
        </pc:grpChg>
      </pc:sldChg>
    </pc:docChg>
  </pc:docChgLst>
  <pc:docChgLst>
    <pc:chgData name="Aruana Marcondes" userId="S::aruana.marcondes@sp.senai.br::3b5ba883-9796-4925-87dd-7395c5a849ef" providerId="AD" clId="Web-{F9CA789C-FA2B-ABC1-4746-E0D93CC19689}"/>
    <pc:docChg chg="modSld">
      <pc:chgData name="Aruana Marcondes" userId="S::aruana.marcondes@sp.senai.br::3b5ba883-9796-4925-87dd-7395c5a849ef" providerId="AD" clId="Web-{F9CA789C-FA2B-ABC1-4746-E0D93CC19689}" dt="2022-01-26T14:38:05.244" v="0"/>
      <pc:docMkLst>
        <pc:docMk/>
      </pc:docMkLst>
      <pc:sldChg chg="delSp">
        <pc:chgData name="Aruana Marcondes" userId="S::aruana.marcondes@sp.senai.br::3b5ba883-9796-4925-87dd-7395c5a849ef" providerId="AD" clId="Web-{F9CA789C-FA2B-ABC1-4746-E0D93CC19689}" dt="2022-01-26T14:38:05.244" v="0"/>
        <pc:sldMkLst>
          <pc:docMk/>
          <pc:sldMk cId="0" sldId="258"/>
        </pc:sldMkLst>
        <pc:picChg chg="del">
          <ac:chgData name="Aruana Marcondes" userId="S::aruana.marcondes@sp.senai.br::3b5ba883-9796-4925-87dd-7395c5a849ef" providerId="AD" clId="Web-{F9CA789C-FA2B-ABC1-4746-E0D93CC19689}" dt="2022-01-26T14:38:05.244" v="0"/>
          <ac:picMkLst>
            <pc:docMk/>
            <pc:sldMk cId="0" sldId="258"/>
            <ac:picMk id="66" creationId="{06106D5E-0E16-4805-AB25-BF77A3F07626}"/>
          </ac:picMkLst>
        </pc:picChg>
      </pc:sldChg>
    </pc:docChg>
  </pc:docChgLst>
  <pc:docChgLst>
    <pc:chgData name="Lucas Miguel Leal da Silva" userId="S::lucas.msilva@sp.senai.br::5c40faec-5f1f-47e9-a958-68edb761d629" providerId="AD" clId="Web-{E274CB7D-D5F6-CB88-97F7-1F9BAF23F222}"/>
    <pc:docChg chg="modSld">
      <pc:chgData name="Lucas Miguel Leal da Silva" userId="S::lucas.msilva@sp.senai.br::5c40faec-5f1f-47e9-a958-68edb761d629" providerId="AD" clId="Web-{E274CB7D-D5F6-CB88-97F7-1F9BAF23F222}" dt="2021-11-30T01:31:45.183" v="9"/>
      <pc:docMkLst>
        <pc:docMk/>
      </pc:docMkLst>
      <pc:sldChg chg="addSp delSp modSp">
        <pc:chgData name="Lucas Miguel Leal da Silva" userId="S::lucas.msilva@sp.senai.br::5c40faec-5f1f-47e9-a958-68edb761d629" providerId="AD" clId="Web-{E274CB7D-D5F6-CB88-97F7-1F9BAF23F222}" dt="2021-11-30T01:31:45.183" v="9"/>
        <pc:sldMkLst>
          <pc:docMk/>
          <pc:sldMk cId="0" sldId="257"/>
        </pc:sldMkLst>
        <pc:spChg chg="del mod">
          <ac:chgData name="Lucas Miguel Leal da Silva" userId="S::lucas.msilva@sp.senai.br::5c40faec-5f1f-47e9-a958-68edb761d629" providerId="AD" clId="Web-{E274CB7D-D5F6-CB88-97F7-1F9BAF23F222}" dt="2021-11-30T01:31:37.698" v="7"/>
          <ac:spMkLst>
            <pc:docMk/>
            <pc:sldMk cId="0" sldId="257"/>
            <ac:spMk id="71" creationId="{00000000-0000-0000-0000-000000000000}"/>
          </ac:spMkLst>
        </pc:spChg>
        <pc:spChg chg="add mod">
          <ac:chgData name="Lucas Miguel Leal da Silva" userId="S::lucas.msilva@sp.senai.br::5c40faec-5f1f-47e9-a958-68edb761d629" providerId="AD" clId="Web-{E274CB7D-D5F6-CB88-97F7-1F9BAF23F222}" dt="2021-11-30T01:31:42.995" v="8"/>
          <ac:spMkLst>
            <pc:docMk/>
            <pc:sldMk cId="0" sldId="257"/>
            <ac:spMk id="77" creationId="{1A8410D5-09A9-4E9A-8324-AE05DD12526F}"/>
          </ac:spMkLst>
        </pc:spChg>
        <pc:spChg chg="add del mod">
          <ac:chgData name="Lucas Miguel Leal da Silva" userId="S::lucas.msilva@sp.senai.br::5c40faec-5f1f-47e9-a958-68edb761d629" providerId="AD" clId="Web-{E274CB7D-D5F6-CB88-97F7-1F9BAF23F222}" dt="2021-11-30T01:31:45.183" v="9"/>
          <ac:spMkLst>
            <pc:docMk/>
            <pc:sldMk cId="0" sldId="257"/>
            <ac:spMk id="79" creationId="{F8D9D440-CCAE-4CA4-875F-AD08D54F116D}"/>
          </ac:spMkLst>
        </pc:spChg>
        <pc:grpChg chg="del mod">
          <ac:chgData name="Lucas Miguel Leal da Silva" userId="S::lucas.msilva@sp.senai.br::5c40faec-5f1f-47e9-a958-68edb761d629" providerId="AD" clId="Web-{E274CB7D-D5F6-CB88-97F7-1F9BAF23F222}" dt="2021-11-30T01:31:06.979" v="2"/>
          <ac:grpSpMkLst>
            <pc:docMk/>
            <pc:sldMk cId="0" sldId="257"/>
            <ac:grpSpMk id="4" creationId="{00000000-0000-0000-0000-000000000000}"/>
          </ac:grpSpMkLst>
        </pc:grpChg>
        <pc:grpChg chg="add">
          <ac:chgData name="Lucas Miguel Leal da Silva" userId="S::lucas.msilva@sp.senai.br::5c40faec-5f1f-47e9-a958-68edb761d629" providerId="AD" clId="Web-{E274CB7D-D5F6-CB88-97F7-1F9BAF23F222}" dt="2021-11-30T01:31:20.510" v="5"/>
          <ac:grpSpMkLst>
            <pc:docMk/>
            <pc:sldMk cId="0" sldId="257"/>
            <ac:grpSpMk id="75" creationId="{0BCB4BF7-1C02-4670-98EB-A548B299ADD0}"/>
          </ac:grpSpMkLst>
        </pc:grpChg>
      </pc:sldChg>
      <pc:sldChg chg="addSp delSp">
        <pc:chgData name="Lucas Miguel Leal da Silva" userId="S::lucas.msilva@sp.senai.br::5c40faec-5f1f-47e9-a958-68edb761d629" providerId="AD" clId="Web-{E274CB7D-D5F6-CB88-97F7-1F9BAF23F222}" dt="2021-11-30T01:31:18.042" v="4"/>
        <pc:sldMkLst>
          <pc:docMk/>
          <pc:sldMk cId="0" sldId="258"/>
        </pc:sldMkLst>
        <pc:grpChg chg="del">
          <ac:chgData name="Lucas Miguel Leal da Silva" userId="S::lucas.msilva@sp.senai.br::5c40faec-5f1f-47e9-a958-68edb761d629" providerId="AD" clId="Web-{E274CB7D-D5F6-CB88-97F7-1F9BAF23F222}" dt="2021-11-30T01:31:18.042" v="4"/>
          <ac:grpSpMkLst>
            <pc:docMk/>
            <pc:sldMk cId="0" sldId="258"/>
            <ac:grpSpMk id="66" creationId="{00000000-0000-0000-0000-000000000000}"/>
          </ac:grpSpMkLst>
        </pc:grpChg>
        <pc:grpChg chg="add">
          <ac:chgData name="Lucas Miguel Leal da Silva" userId="S::lucas.msilva@sp.senai.br::5c40faec-5f1f-47e9-a958-68edb761d629" providerId="AD" clId="Web-{E274CB7D-D5F6-CB88-97F7-1F9BAF23F222}" dt="2021-11-30T01:31:14.854" v="3"/>
          <ac:grpSpMkLst>
            <pc:docMk/>
            <pc:sldMk cId="0" sldId="258"/>
            <ac:grpSpMk id="75" creationId="{28DCA77A-25D6-4AC8-926C-CA966CB46EF3}"/>
          </ac:grpSpMkLst>
        </pc:grpChg>
      </pc:sldChg>
    </pc:docChg>
  </pc:docChgLst>
  <pc:docChgLst>
    <pc:chgData name="Aruana Marcondes" userId="S::aruana.marcondes@sp.senai.br::3b5ba883-9796-4925-87dd-7395c5a849ef" providerId="AD" clId="Web-{280E3ABB-C11A-BBD9-2802-532C104E159E}"/>
    <pc:docChg chg="modSld">
      <pc:chgData name="Aruana Marcondes" userId="S::aruana.marcondes@sp.senai.br::3b5ba883-9796-4925-87dd-7395c5a849ef" providerId="AD" clId="Web-{280E3ABB-C11A-BBD9-2802-532C104E159E}" dt="2022-01-25T14:55:06.476" v="0"/>
      <pc:docMkLst>
        <pc:docMk/>
      </pc:docMkLst>
      <pc:sldChg chg="addSp modSp">
        <pc:chgData name="Aruana Marcondes" userId="S::aruana.marcondes@sp.senai.br::3b5ba883-9796-4925-87dd-7395c5a849ef" providerId="AD" clId="Web-{280E3ABB-C11A-BBD9-2802-532C104E159E}" dt="2022-01-25T14:55:06.476" v="0"/>
        <pc:sldMkLst>
          <pc:docMk/>
          <pc:sldMk cId="0" sldId="258"/>
        </pc:sldMkLst>
        <pc:picChg chg="add mod">
          <ac:chgData name="Aruana Marcondes" userId="S::aruana.marcondes@sp.senai.br::3b5ba883-9796-4925-87dd-7395c5a849ef" providerId="AD" clId="Web-{280E3ABB-C11A-BBD9-2802-532C104E159E}" dt="2022-01-25T14:55:06.476" v="0"/>
          <ac:picMkLst>
            <pc:docMk/>
            <pc:sldMk cId="0" sldId="258"/>
            <ac:picMk id="66" creationId="{06106D5E-0E16-4805-AB25-BF77A3F07626}"/>
          </ac:picMkLst>
        </pc:picChg>
      </pc:sldChg>
    </pc:docChg>
  </pc:docChgLst>
  <pc:docChgLst>
    <pc:chgData name="Adelia Bianca Magi de Moura" userId="S::adelia.moura@sp.senai.br::1d064294-64c6-4623-8dcc-126153f5c19e" providerId="AD" clId="Web-{E997C4D9-1869-CBC7-0693-58570764A1CA}"/>
    <pc:docChg chg="modSld">
      <pc:chgData name="Adelia Bianca Magi de Moura" userId="S::adelia.moura@sp.senai.br::1d064294-64c6-4623-8dcc-126153f5c19e" providerId="AD" clId="Web-{E997C4D9-1869-CBC7-0693-58570764A1CA}" dt="2022-08-15T19:44:12.365" v="15" actId="1076"/>
      <pc:docMkLst>
        <pc:docMk/>
      </pc:docMkLst>
      <pc:sldChg chg="addSp delSp modSp">
        <pc:chgData name="Adelia Bianca Magi de Moura" userId="S::adelia.moura@sp.senai.br::1d064294-64c6-4623-8dcc-126153f5c19e" providerId="AD" clId="Web-{E997C4D9-1869-CBC7-0693-58570764A1CA}" dt="2022-08-15T19:44:12.365" v="15" actId="1076"/>
        <pc:sldMkLst>
          <pc:docMk/>
          <pc:sldMk cId="0" sldId="277"/>
        </pc:sldMkLst>
        <pc:spChg chg="add del">
          <ac:chgData name="Adelia Bianca Magi de Moura" userId="S::adelia.moura@sp.senai.br::1d064294-64c6-4623-8dcc-126153f5c19e" providerId="AD" clId="Web-{E997C4D9-1869-CBC7-0693-58570764A1CA}" dt="2022-08-15T19:44:00.364" v="11"/>
          <ac:spMkLst>
            <pc:docMk/>
            <pc:sldMk cId="0" sldId="277"/>
            <ac:spMk id="4" creationId="{00000000-0000-0000-0000-000000000000}"/>
          </ac:spMkLst>
        </pc:spChg>
        <pc:spChg chg="mod">
          <ac:chgData name="Adelia Bianca Magi de Moura" userId="S::adelia.moura@sp.senai.br::1d064294-64c6-4623-8dcc-126153f5c19e" providerId="AD" clId="Web-{E997C4D9-1869-CBC7-0693-58570764A1CA}" dt="2022-08-15T19:44:12.365" v="15" actId="1076"/>
          <ac:spMkLst>
            <pc:docMk/>
            <pc:sldMk cId="0" sldId="277"/>
            <ac:spMk id="5" creationId="{00000000-0000-0000-0000-000000000000}"/>
          </ac:spMkLst>
        </pc:spChg>
        <pc:grpChg chg="mod">
          <ac:chgData name="Adelia Bianca Magi de Moura" userId="S::adelia.moura@sp.senai.br::1d064294-64c6-4623-8dcc-126153f5c19e" providerId="AD" clId="Web-{E997C4D9-1869-CBC7-0693-58570764A1CA}" dt="2022-08-15T19:44:06.521" v="13" actId="1076"/>
          <ac:grpSpMkLst>
            <pc:docMk/>
            <pc:sldMk cId="0" sldId="277"/>
            <ac:grpSpMk id="2" creationId="{00000000-0000-0000-0000-000000000000}"/>
          </ac:grpSpMkLst>
        </pc:grpChg>
        <pc:grpChg chg="mod">
          <ac:chgData name="Adelia Bianca Magi de Moura" userId="S::adelia.moura@sp.senai.br::1d064294-64c6-4623-8dcc-126153f5c19e" providerId="AD" clId="Web-{E997C4D9-1869-CBC7-0693-58570764A1CA}" dt="2022-08-15T19:43:38.489" v="10" actId="1076"/>
          <ac:grpSpMkLst>
            <pc:docMk/>
            <pc:sldMk cId="0" sldId="277"/>
            <ac:grpSpMk id="8" creationId="{00000000-0000-0000-0000-000000000000}"/>
          </ac:grpSpMkLst>
        </pc:grpChg>
      </pc:sldChg>
    </pc:docChg>
  </pc:docChgLst>
  <pc:docChgLst>
    <pc:chgData name="Luciana Seguin E Seguin" userId="S::luciana.seguin@sp.senai.br::c06bbc8a-9dca-427a-8349-4d2edc3ff980" providerId="AD" clId="Web-{67B79760-9B19-EA06-B321-81BE3DC8DF22}"/>
    <pc:docChg chg="modSld">
      <pc:chgData name="Luciana Seguin E Seguin" userId="S::luciana.seguin@sp.senai.br::c06bbc8a-9dca-427a-8349-4d2edc3ff980" providerId="AD" clId="Web-{67B79760-9B19-EA06-B321-81BE3DC8DF22}" dt="2022-01-28T13:28:15.146" v="5" actId="20577"/>
      <pc:docMkLst>
        <pc:docMk/>
      </pc:docMkLst>
      <pc:sldChg chg="modSp">
        <pc:chgData name="Luciana Seguin E Seguin" userId="S::luciana.seguin@sp.senai.br::c06bbc8a-9dca-427a-8349-4d2edc3ff980" providerId="AD" clId="Web-{67B79760-9B19-EA06-B321-81BE3DC8DF22}" dt="2022-01-28T13:27:58.270" v="2" actId="20577"/>
        <pc:sldMkLst>
          <pc:docMk/>
          <pc:sldMk cId="0" sldId="261"/>
        </pc:sldMkLst>
        <pc:spChg chg="mod">
          <ac:chgData name="Luciana Seguin E Seguin" userId="S::luciana.seguin@sp.senai.br::c06bbc8a-9dca-427a-8349-4d2edc3ff980" providerId="AD" clId="Web-{67B79760-9B19-EA06-B321-81BE3DC8DF22}" dt="2022-01-28T13:27:58.270" v="2" actId="20577"/>
          <ac:spMkLst>
            <pc:docMk/>
            <pc:sldMk cId="0" sldId="261"/>
            <ac:spMk id="15" creationId="{00000000-0000-0000-0000-000000000000}"/>
          </ac:spMkLst>
        </pc:spChg>
      </pc:sldChg>
      <pc:sldChg chg="modSp">
        <pc:chgData name="Luciana Seguin E Seguin" userId="S::luciana.seguin@sp.senai.br::c06bbc8a-9dca-427a-8349-4d2edc3ff980" providerId="AD" clId="Web-{67B79760-9B19-EA06-B321-81BE3DC8DF22}" dt="2022-01-28T13:28:15.146" v="5" actId="20577"/>
        <pc:sldMkLst>
          <pc:docMk/>
          <pc:sldMk cId="0" sldId="270"/>
        </pc:sldMkLst>
        <pc:spChg chg="mod">
          <ac:chgData name="Luciana Seguin E Seguin" userId="S::luciana.seguin@sp.senai.br::c06bbc8a-9dca-427a-8349-4d2edc3ff980" providerId="AD" clId="Web-{67B79760-9B19-EA06-B321-81BE3DC8DF22}" dt="2022-01-28T13:28:15.146" v="5" actId="20577"/>
          <ac:spMkLst>
            <pc:docMk/>
            <pc:sldMk cId="0" sldId="270"/>
            <ac:spMk id="7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.senai.br/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972"/>
            <a:chOff x="0" y="0"/>
            <a:chExt cx="20104100" cy="1130897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06190" y="4825978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06069" y="5037842"/>
              <a:ext cx="6492240" cy="1230630"/>
            </a:xfrm>
            <a:custGeom>
              <a:avLst/>
              <a:gdLst/>
              <a:ahLst/>
              <a:cxnLst/>
              <a:rect l="l" t="t" r="r" b="b"/>
              <a:pathLst>
                <a:path w="6492240" h="1230629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305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ESTE BARCO TAMBÉM É SEU</a:t>
            </a:r>
            <a:endParaRPr lang="pt-BR" sz="4950" kern="0" dirty="0">
              <a:solidFill>
                <a:srgbClr val="000000"/>
              </a:solidFill>
              <a:latin typeface="Montserrat ExtraBold"/>
              <a:cs typeface="Montserrat ExtraBold"/>
            </a:endParaRPr>
          </a:p>
          <a:p>
            <a:pPr marL="12700">
              <a:lnSpc>
                <a:spcPct val="100000"/>
              </a:lnSpc>
            </a:pPr>
            <a:r>
              <a:rPr lang="pt-BR" sz="4950" kern="0" spc="-10" dirty="0">
                <a:solidFill>
                  <a:srgbClr val="000000"/>
                </a:solidFill>
                <a:latin typeface="Montserrat"/>
                <a:cs typeface="Montserrat"/>
              </a:rPr>
              <a:t>ABRASHOFF, D. </a:t>
            </a:r>
            <a:r>
              <a:rPr lang="pt-BR" sz="4950" kern="0" spc="-10" dirty="0" err="1">
                <a:solidFill>
                  <a:srgbClr val="000000"/>
                </a:solidFill>
                <a:latin typeface="Montserrat"/>
                <a:cs typeface="Montserrat"/>
              </a:rPr>
              <a:t>Michael.M</a:t>
            </a:r>
            <a:endParaRPr lang="pt-BR" sz="4950" kern="0" dirty="0">
              <a:solidFill>
                <a:srgbClr val="000000"/>
              </a:solidFill>
              <a:latin typeface="Montserrat"/>
              <a:cs typeface="Montserrat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3FB404F-6072-8A04-15CB-E1D39D2C7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648" y="3185981"/>
            <a:ext cx="9516803" cy="70494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3854875" cy="914801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MISSÃO 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ct val="100000"/>
              </a:lnSpc>
            </a:pPr>
            <a: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  <a:t>SENAI</a:t>
            </a:r>
            <a:r>
              <a:rPr lang="pt-BR" sz="4950" spc="-25" dirty="0">
                <a:solidFill>
                  <a:srgbClr val="FFFFFF"/>
                </a:solidFill>
                <a:latin typeface="Montserrat"/>
                <a:cs typeface="Montserrat"/>
              </a:rPr>
              <a:t> – </a:t>
            </a:r>
            <a: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  <a:t>Promover o desenvolvimento sustentável do país, elevando a competitividade da indústria, por meio da educação profissional e da inovação e tecnologia.</a:t>
            </a:r>
            <a:b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</a:br>
            <a:b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</a:br>
            <a:r>
              <a:rPr lang="pt-BR" sz="4950" b="0" spc="-25" dirty="0" err="1">
                <a:solidFill>
                  <a:srgbClr val="FFFFFF"/>
                </a:solidFill>
                <a:latin typeface="Montserrat"/>
                <a:cs typeface="Montserrat"/>
              </a:rPr>
              <a:t>Benfold</a:t>
            </a:r>
            <a: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  <a:t> – Ser o melhor navio da marinha norte-americana.</a:t>
            </a:r>
            <a:b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</a:br>
            <a:b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</a:br>
            <a: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  <a:t>Minha como OPP -  Ter a melhor equipe do SENAI SP.</a:t>
            </a:r>
            <a:endParaRPr sz="4950" dirty="0">
              <a:latin typeface="Montserrat"/>
              <a:cs typeface="Montserrat"/>
            </a:endParaRPr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28DCA77A-25D6-4AC8-926C-CA966CB46EF3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4D8A9D94-9D25-4BC4-9A69-403DAF9F103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2482F69B-C046-4033-9E32-A86819E2272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1C612-02F1-D6FE-4435-FEAACB3D1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8293E90-E8F9-AA3E-420F-111C339A7AA7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5D970A4-82E4-523E-F76F-1B88213C4E58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34FD51D-7E7B-282C-A8BD-BA9469A0D2C0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14F62FB-C6EB-F84C-3EDD-7410FDEBD363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28E38C4-BF76-5B73-00BA-10A6D8B7CFA0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068E84D-97C4-0209-FEF3-BBCD3655E1EA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54DA8A5-8BB6-6B99-BD5B-0358E53F07A3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B268B49-48B0-9D9B-32ED-4719E11EB868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5850B8F-0782-3BCA-E11B-0C1533465C23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4C848B7-5E97-46D5-5C6F-01A7C60182E6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82F506E-EB5E-EB08-7245-59C5BE9598E9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84043F3-7825-CD64-4EA4-3BFEDCDC1F11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555D0BA-32DA-11D8-96C4-4406C90EED52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6125A25-74A7-F237-521C-83D5DF9DF635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ACD4DB64-7922-F637-56D1-F7714213F9A2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BE5C4381-630F-5C58-477C-E80F730FB4B9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38AA6B9-AC74-E8F4-EC9B-C2B80205E38D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D46365C-1C71-ADD5-8EBA-318395B48CDE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7258276D-491B-4DFD-32DA-83EA573F4C3A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E073E3C4-E4AF-C493-4F79-39CEAED90133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7BF36C13-78B0-FC19-A8C1-41A89620B7C7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88401E80-79B9-FCC6-2466-2762DE408498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2DFB8DCE-B047-17A3-D82C-3CC170C45A96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53896ED7-EDEF-AE3A-C697-C7BC1882CCE2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277800F9-A116-CAA0-4D6A-E4089505E759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B0C5BBAE-6E23-C248-8163-33B0584A7718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7B9AE58-B64B-D263-6F23-F737DA012284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6BE3CA87-A482-EEB5-4E7A-CD680003FD0C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A4774BD5-BC34-FA2C-9BF1-780D98A8E6CE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29CA7072-921B-D3C4-5FDB-51ACE1FE97CA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3267EC55-F561-511E-DEFD-81395FA54955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47368AB9-4B81-F6DB-3226-1CCCBCAD0903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5214A3E0-0A3B-7008-7EC9-8C570A5AED4F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090546B2-5161-42EE-7831-7B4B0886B86E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2A02B01F-B223-4DA2-4356-78F61C7A9E0B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3007931A-3C95-AF05-E520-710EC51BFF6C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0332D6F2-9082-4818-F430-CABAB43431EB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E2907F76-4308-80BE-E6D4-B848F1E35410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ECA7CAE1-ACC2-8764-9568-8C0784DC9D04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1266E009-A745-DF29-6A99-723C1870A85A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679104DF-F12D-E39E-4F2A-5F890319DCBE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05E39E2B-0BF7-FCB6-0B02-A98BD8CB0F5F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4952E390-5FAC-8F85-712B-6704B631D703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CF41E008-3332-818D-E5C3-264743FF5B80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029410B0-6225-B62C-AB49-FB0EEC39965A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6780DD95-4701-CF32-3B29-3F4F91ED0DB8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AADEF271-84FF-40B1-FE18-49D17C6C865E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AB1070A4-00E0-80EB-1DF8-2456EB5F0D0A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D951E5B2-46EC-3E8D-F81D-DA1ACFB85CE3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1546DEF7-2909-CFDD-E7AC-332C7E9945CF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2DA879D6-FC8A-ED72-DAB5-B4724B1B6017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C6FB62BE-8BFD-ED6E-492A-936259D0514C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31DF3020-662C-F147-6F17-CCB11EF432A7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3FFD85AC-6026-ADD7-B0EA-EEE6E637B692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A81720D4-3CD1-B900-0043-5BFBEE1A8692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9CF7C31B-9D6D-F02D-E40F-EC8360E45DBD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0E713D9F-6137-FFE1-F085-4EEE26543D80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21480900-63A4-1C82-200E-DB89956F9246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A81F984F-832E-BEEE-FC36-1DF74F975014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D04D2D77-97B6-FF19-B3C1-952811167BF3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D8CA8493-E352-CEA1-3773-C095B72B713A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9B351729-FD50-CB30-B9EC-BDD8E359885B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E11BEF9E-AD71-9509-F44E-558529556714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A7E8CCAB-3A40-D295-564C-7F88BF351022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E8F0CC34-8C78-1452-65BC-20777404092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401B534D-71BF-8CAA-6D68-01D3A1C9683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2E7731BC-2801-D289-C7F7-D665802620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4" y="984549"/>
            <a:ext cx="13854875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PILARES DO LIVRO</a:t>
            </a:r>
            <a:endParaRPr sz="4950" dirty="0">
              <a:latin typeface="Montserrat ExtraBold"/>
              <a:cs typeface="Montserrat ExtraBold"/>
            </a:endParaRPr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4B983D6A-CA9D-42A7-387A-5FA8E9313620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1D4D3E2D-125C-A81F-9328-0526CD7B1FB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350E67DB-7826-5214-AEE5-544B1EB3D61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DAE4FEAB-A157-5EA6-B380-D6C13D1A5442}"/>
              </a:ext>
            </a:extLst>
          </p:cNvPr>
          <p:cNvSpPr txBox="1"/>
          <p:nvPr/>
        </p:nvSpPr>
        <p:spPr>
          <a:xfrm>
            <a:off x="1502714" y="2173132"/>
            <a:ext cx="15555862" cy="8402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rgbClr val="FFFFFF"/>
                </a:solidFill>
                <a:latin typeface="Montserrat"/>
                <a:cs typeface="Montserrat"/>
              </a:rPr>
              <a:t>Lidere pelo exemplo;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rgbClr val="FFFFFF"/>
                </a:solidFill>
                <a:latin typeface="Montserrat"/>
                <a:cs typeface="Montserrat"/>
              </a:rPr>
              <a:t>Ouça com o máximo de atenção;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rgbClr val="FFFFFF"/>
                </a:solidFill>
                <a:latin typeface="Montserrat"/>
                <a:cs typeface="Montserrat"/>
              </a:rPr>
              <a:t>Compartilhe o objetivo e o sentido;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rgbClr val="FFFFFF"/>
                </a:solidFill>
                <a:latin typeface="Montserrat"/>
                <a:cs typeface="Montserrat"/>
              </a:rPr>
              <a:t>Crie um clima de confiança;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rgbClr val="FFFFFF"/>
                </a:solidFill>
                <a:latin typeface="Montserrat"/>
                <a:cs typeface="Montserrat"/>
              </a:rPr>
              <a:t>Busque resultados, não elogios;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rgbClr val="FFFFFF"/>
                </a:solidFill>
                <a:latin typeface="Montserrat"/>
                <a:cs typeface="Montserrat"/>
              </a:rPr>
              <a:t>Assuma riscos calculados;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rgbClr val="FFFFFF"/>
                </a:solidFill>
                <a:latin typeface="Montserrat"/>
                <a:cs typeface="Montserrat"/>
              </a:rPr>
              <a:t>Vá além do procedimento padrão;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rgbClr val="FFFFFF"/>
                </a:solidFill>
                <a:latin typeface="Montserrat"/>
                <a:cs typeface="Montserrat"/>
              </a:rPr>
              <a:t>Prepare o seu pessoal;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rgbClr val="FFFFFF"/>
                </a:solidFill>
                <a:latin typeface="Montserrat"/>
                <a:cs typeface="Montserrat"/>
              </a:rPr>
              <a:t>Estimule a união;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5400" spc="-25" dirty="0">
                <a:solidFill>
                  <a:srgbClr val="FFFFFF"/>
                </a:solidFill>
                <a:latin typeface="Montserrat"/>
                <a:cs typeface="Montserrat"/>
              </a:rPr>
              <a:t>Melhore a qualidade de vida do seu pessoal.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491775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1047088" y="3560100"/>
            <a:ext cx="19057620" cy="7068184"/>
            <a:chOff x="1047088" y="3560100"/>
            <a:chExt cx="19057620" cy="7068184"/>
          </a:xfrm>
        </p:grpSpPr>
        <p:pic>
          <p:nvPicPr>
            <p:cNvPr id="33" name="object 33"/>
            <p:cNvPicPr/>
            <p:nvPr/>
          </p:nvPicPr>
          <p:blipFill>
            <a:blip r:embed="rId2" cstate="print">
              <a:alphaModFix amt="20000"/>
            </a:blip>
            <a:stretch>
              <a:fillRect/>
            </a:stretch>
          </p:blipFill>
          <p:spPr>
            <a:xfrm>
              <a:off x="1047088" y="3560100"/>
              <a:ext cx="19057011" cy="602075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570632" y="9057315"/>
              <a:ext cx="0" cy="1570990"/>
            </a:xfrm>
            <a:custGeom>
              <a:avLst/>
              <a:gdLst/>
              <a:ahLst/>
              <a:cxnLst/>
              <a:rect l="l" t="t" r="r" b="b"/>
              <a:pathLst>
                <a:path h="1570990">
                  <a:moveTo>
                    <a:pt x="0" y="0"/>
                  </a:moveTo>
                  <a:lnTo>
                    <a:pt x="0" y="1570632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  <a:cs typeface="Montserrat ExtraBold"/>
              </a:rPr>
              <a:t>VISÃO</a:t>
            </a:r>
            <a:endParaRPr sz="4950" dirty="0">
              <a:latin typeface="Montserrat ExtraBold"/>
              <a:cs typeface="Montserrat ExtraBold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92D05B1-5887-0429-F65B-1E38693A4BE5}"/>
              </a:ext>
            </a:extLst>
          </p:cNvPr>
          <p:cNvSpPr txBox="1"/>
          <p:nvPr/>
        </p:nvSpPr>
        <p:spPr>
          <a:xfrm>
            <a:off x="1319399" y="3951575"/>
            <a:ext cx="17947029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4800" b="1" dirty="0">
                <a:solidFill>
                  <a:schemeClr val="bg1"/>
                </a:solidFill>
              </a:rPr>
              <a:t>Ser reconhecido pela oferta de formação</a:t>
            </a:r>
            <a:br>
              <a:rPr lang="pt-BR" sz="4800" b="1" dirty="0">
                <a:solidFill>
                  <a:schemeClr val="bg1"/>
                </a:solidFill>
              </a:rPr>
            </a:br>
            <a:r>
              <a:rPr lang="pt-BR" sz="4800" b="1" dirty="0">
                <a:solidFill>
                  <a:schemeClr val="bg1"/>
                </a:solidFill>
              </a:rPr>
              <a:t>profissional de padrão global.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48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4800" b="1" dirty="0">
                <a:solidFill>
                  <a:schemeClr val="bg1"/>
                </a:solidFill>
              </a:rPr>
              <a:t>Ser reconhecido como indutor da inovação</a:t>
            </a:r>
            <a:br>
              <a:rPr lang="pt-BR" sz="4800" b="1" dirty="0">
                <a:solidFill>
                  <a:schemeClr val="bg1"/>
                </a:solidFill>
              </a:rPr>
            </a:br>
            <a:r>
              <a:rPr lang="pt-BR" sz="4800" b="1" dirty="0">
                <a:solidFill>
                  <a:schemeClr val="bg1"/>
                </a:solidFill>
              </a:rPr>
              <a:t>e da tecnologia para a competitividade da indústria.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48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4800" b="1" dirty="0">
                <a:solidFill>
                  <a:schemeClr val="bg1"/>
                </a:solidFill>
              </a:rPr>
              <a:t>Distinguir-se pela excelência dos seus serviços e dos seus processos.</a:t>
            </a:r>
            <a:endParaRPr lang="pt-BR" sz="4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0" y="2774784"/>
            <a:ext cx="20104100" cy="8534400"/>
            <a:chOff x="0" y="2774784"/>
            <a:chExt cx="20104100" cy="8534400"/>
          </a:xfrm>
        </p:grpSpPr>
        <p:sp>
          <p:nvSpPr>
            <p:cNvPr id="8" name="object 8"/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560101"/>
              <a:ext cx="11821629" cy="774845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3352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ESTE BARCO TAMBÉM É MEU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latin typeface="Montserrat"/>
                <a:cs typeface="Montserrat"/>
              </a:rPr>
              <a:t>LIDERE PELO EXEMPLO</a:t>
            </a:r>
            <a:endParaRPr sz="4950" dirty="0">
              <a:latin typeface="Montserrat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32678" y="6086775"/>
            <a:ext cx="6158865" cy="4456348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90"/>
              </a:spcBef>
            </a:pPr>
            <a:r>
              <a:rPr lang="pt-BR" sz="3600" spc="-20" dirty="0">
                <a:solidFill>
                  <a:srgbClr val="4D4D4D"/>
                </a:solidFill>
                <a:latin typeface="Montserrat"/>
                <a:cs typeface="Montserrat"/>
              </a:rPr>
              <a:t>O verdadeiro desenvolvimento profissional ocorre quando os indivíduos entendem que o seu trabalho faz diferença e são estimulados a superar suas limitações</a:t>
            </a:r>
            <a:r>
              <a:rPr sz="3600" spc="-15" dirty="0">
                <a:solidFill>
                  <a:srgbClr val="4D4D4D"/>
                </a:solidFill>
                <a:latin typeface="Montserrat"/>
                <a:cs typeface="Montserrat"/>
              </a:rPr>
              <a:t>.</a:t>
            </a:r>
            <a:endParaRPr sz="3600" dirty="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332678" y="4098774"/>
            <a:ext cx="4194810" cy="136575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lang="pt-BR" sz="4400" b="1" spc="10" dirty="0">
                <a:solidFill>
                  <a:srgbClr val="333333"/>
                </a:solidFill>
                <a:latin typeface="Montserrat ExtraBold"/>
                <a:cs typeface="Montserrat ExtraBold"/>
              </a:rPr>
              <a:t>Citação </a:t>
            </a:r>
            <a:r>
              <a:rPr lang="pt-BR" sz="4400" b="1" spc="10" dirty="0" err="1">
                <a:solidFill>
                  <a:srgbClr val="333333"/>
                </a:solidFill>
                <a:latin typeface="Montserrat ExtraBold"/>
                <a:cs typeface="Montserrat ExtraBold"/>
              </a:rPr>
              <a:t>Grounding</a:t>
            </a:r>
            <a:endParaRPr sz="4400" dirty="0">
              <a:latin typeface="Montserrat ExtraBold"/>
              <a:cs typeface="Montserrat ExtraBold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D897531-F013-C3C8-0FB4-F154275E97D0}"/>
              </a:ext>
            </a:extLst>
          </p:cNvPr>
          <p:cNvSpPr txBox="1"/>
          <p:nvPr/>
        </p:nvSpPr>
        <p:spPr>
          <a:xfrm>
            <a:off x="463610" y="4409152"/>
            <a:ext cx="101455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Como professor o sucesso do meu aluno é meu.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55337C4-E428-A5DA-A7D1-4533D9A5FE50}"/>
              </a:ext>
            </a:extLst>
          </p:cNvPr>
          <p:cNvSpPr txBox="1"/>
          <p:nvPr/>
        </p:nvSpPr>
        <p:spPr>
          <a:xfrm>
            <a:off x="2132023" y="7041669"/>
            <a:ext cx="75575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sucesso dos meus colegas é meu.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3A2CC5D-8203-2E75-E897-6A4C5B3EE1E3}"/>
              </a:ext>
            </a:extLst>
          </p:cNvPr>
          <p:cNvSpPr txBox="1"/>
          <p:nvPr/>
        </p:nvSpPr>
        <p:spPr>
          <a:xfrm>
            <a:off x="3981028" y="9479068"/>
            <a:ext cx="72753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sucesso da minha escola é meu.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3" name="object 3"/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7957569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19340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957569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219340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9" name="object 69"/>
          <p:cNvGrpSpPr/>
          <p:nvPr/>
        </p:nvGrpSpPr>
        <p:grpSpPr>
          <a:xfrm>
            <a:off x="0" y="0"/>
            <a:ext cx="14314169" cy="11308715"/>
            <a:chOff x="0" y="0"/>
            <a:chExt cx="14314169" cy="11308715"/>
          </a:xfrm>
        </p:grpSpPr>
        <p:pic>
          <p:nvPicPr>
            <p:cNvPr id="70" name="object 7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313700" cy="11308556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395174" y="7776085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>
            <a:spLocks noGrp="1"/>
          </p:cNvSpPr>
          <p:nvPr>
            <p:ph type="title"/>
          </p:nvPr>
        </p:nvSpPr>
        <p:spPr>
          <a:xfrm>
            <a:off x="4390530" y="6455504"/>
            <a:ext cx="10309720" cy="4190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lang="pt-BR" sz="905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  <a:t>Para trás, nem pra pegar impulso</a:t>
            </a:r>
            <a:endParaRPr sz="9050" dirty="0">
              <a:latin typeface="Montserrat ExtraBold"/>
              <a:cs typeface="Montserrat ExtraBold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83E6FA07-10CA-CA95-C66D-F6F4D9D2A1BA}"/>
              </a:ext>
            </a:extLst>
          </p:cNvPr>
          <p:cNvSpPr txBox="1"/>
          <p:nvPr/>
        </p:nvSpPr>
        <p:spPr>
          <a:xfrm>
            <a:off x="9775209" y="10238042"/>
            <a:ext cx="44147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Pai do Clovis de Barros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556"/>
            <a:chOff x="0" y="0"/>
            <a:chExt cx="20104100" cy="1130855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12068" y="4985450"/>
              <a:ext cx="5242560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11983" y="5156523"/>
              <a:ext cx="5242560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235576" y="4635933"/>
            <a:ext cx="51149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FFFFFF"/>
                </a:solidFill>
              </a:rPr>
              <a:t>DEPARTAMENTO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REGIONAL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10231201" y="5107290"/>
            <a:ext cx="6974205" cy="145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ts val="327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DE</a:t>
            </a:r>
            <a:r>
              <a:rPr sz="2800" b="1" spc="-30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Montserrat ExtraBold"/>
                <a:cs typeface="Montserrat ExtraBold"/>
              </a:rPr>
              <a:t>SÃO</a:t>
            </a:r>
            <a:r>
              <a:rPr sz="2800" b="1" spc="-2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Montserrat ExtraBold"/>
                <a:cs typeface="Montserrat ExtraBold"/>
              </a:rPr>
              <a:t>PAULO</a:t>
            </a:r>
            <a:endParaRPr sz="2800">
              <a:latin typeface="Montserrat ExtraBold"/>
              <a:cs typeface="Montserrat ExtraBold"/>
            </a:endParaRPr>
          </a:p>
          <a:p>
            <a:pPr marL="12700">
              <a:lnSpc>
                <a:spcPts val="8009"/>
              </a:lnSpc>
            </a:pPr>
            <a:r>
              <a:rPr sz="6750" spc="-2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ww</a:t>
            </a:r>
            <a:r>
              <a:rPr sz="6750" spc="-22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</a:t>
            </a:r>
            <a:r>
              <a:rPr sz="675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</a:t>
            </a:r>
            <a:r>
              <a:rPr sz="6750" spc="-10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p</a:t>
            </a:r>
            <a:r>
              <a:rPr sz="6750" spc="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.senai.br</a:t>
            </a:r>
            <a:endParaRPr sz="6750">
              <a:latin typeface="Montserrat"/>
              <a:cs typeface="Montserra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4154076"/>
            <a:ext cx="20104100" cy="7154545"/>
            <a:chOff x="0" y="4154076"/>
            <a:chExt cx="20104100" cy="7154545"/>
          </a:xfrm>
        </p:grpSpPr>
        <p:sp>
          <p:nvSpPr>
            <p:cNvPr id="9" name="object 9"/>
            <p:cNvSpPr/>
            <p:nvPr/>
          </p:nvSpPr>
          <p:spPr>
            <a:xfrm>
              <a:off x="9201187" y="4154076"/>
              <a:ext cx="0" cy="3001010"/>
            </a:xfrm>
            <a:custGeom>
              <a:avLst/>
              <a:gdLst/>
              <a:ahLst/>
              <a:cxnLst/>
              <a:rect l="l" t="t" r="r" b="b"/>
              <a:pathLst>
                <a:path h="3001009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ln w="2783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1C1FFBC5B64943BE6D3064162973C9" ma:contentTypeVersion="13" ma:contentTypeDescription="Crie um novo documento." ma:contentTypeScope="" ma:versionID="40fa6b34c81f3a289ccbc7b1e1965271">
  <xsd:schema xmlns:xsd="http://www.w3.org/2001/XMLSchema" xmlns:xs="http://www.w3.org/2001/XMLSchema" xmlns:p="http://schemas.microsoft.com/office/2006/metadata/properties" xmlns:ns2="2bd5af90-2c43-4f56-be08-340e2f91aafd" xmlns:ns3="b9c37b37-d0ad-42a5-892e-3cb8fae6311e" targetNamespace="http://schemas.microsoft.com/office/2006/metadata/properties" ma:root="true" ma:fieldsID="8fc80ff9e100d70d9cbefb719233993e" ns2:_="" ns3:_="">
    <xsd:import namespace="2bd5af90-2c43-4f56-be08-340e2f91aafd"/>
    <xsd:import namespace="b9c37b37-d0ad-42a5-892e-3cb8fae631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5af90-2c43-4f56-be08-340e2f91aa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37b37-d0ad-42a5-892e-3cb8fae6311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AA42D19-56A1-4D0B-AB84-67451006DC5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DE43EA8-E4F7-4FB4-A903-CFCDB99F0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d5af90-2c43-4f56-be08-340e2f91aafd"/>
    <ds:schemaRef ds:uri="b9c37b37-d0ad-42a5-892e-3cb8fae631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249</Words>
  <Application>Microsoft Office PowerPoint</Application>
  <PresentationFormat>Personalizar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Montserrat ExtraBold</vt:lpstr>
      <vt:lpstr>Arial</vt:lpstr>
      <vt:lpstr>Calibri</vt:lpstr>
      <vt:lpstr>Montserrat Light</vt:lpstr>
      <vt:lpstr>Montserrat</vt:lpstr>
      <vt:lpstr>Office Theme</vt:lpstr>
      <vt:lpstr>Apresentação do PowerPoint</vt:lpstr>
      <vt:lpstr>Apresentação do PowerPoint</vt:lpstr>
      <vt:lpstr>MISSÃO  SENAI – Promover o desenvolvimento sustentável do país, elevando a competitividade da indústria, por meio da educação profissional e da inovação e tecnologia.  Benfold – Ser o melhor navio da marinha norte-americana.  Minha como OPP -  Ter a melhor equipe do SENAI SP.</vt:lpstr>
      <vt:lpstr>PILARES DO LIVRO</vt:lpstr>
      <vt:lpstr>VISÃO</vt:lpstr>
      <vt:lpstr>ESTE BARCO TAMBÉM É MEU LIDERE PELO EXEMPLO</vt:lpstr>
      <vt:lpstr>Para trás, nem pra pegar impulso</vt:lpstr>
      <vt:lpstr>DEPARTAMENTO REGIONAL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Wellington Fabio de Oliveira Martins</cp:lastModifiedBy>
  <cp:revision>32</cp:revision>
  <dcterms:created xsi:type="dcterms:W3CDTF">2021-08-24T16:20:14Z</dcterms:created>
  <dcterms:modified xsi:type="dcterms:W3CDTF">2026-08-26T19:49:35Z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0x0101001C1C1FFBC5B64943BE6D3064162973C9</vt:lpwstr>
  </property>
</Properties>
</file>