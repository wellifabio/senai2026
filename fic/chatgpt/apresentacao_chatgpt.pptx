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sldIdLst>
    <p:sldId id="256" r:id="rId5"/>
    <p:sldId id="258" r:id="rId6"/>
    <p:sldId id="259" r:id="rId7"/>
    <p:sldId id="261" r:id="rId8"/>
    <p:sldId id="263" r:id="rId9"/>
    <p:sldId id="278" r:id="rId10"/>
    <p:sldId id="262" r:id="rId11"/>
    <p:sldId id="279" r:id="rId12"/>
    <p:sldId id="277" r:id="rId13"/>
  </p:sldIdLst>
  <p:sldSz cx="20104100" cy="11309350"/>
  <p:notesSz cx="20104100" cy="11309350"/>
  <p:embeddedFontLst>
    <p:embeddedFont>
      <p:font typeface="Montserrat" panose="00000500000000000000" pitchFamily="2" charset="0"/>
      <p:regular r:id="rId14"/>
      <p:bold r:id="rId15"/>
      <p:italic r:id="rId16"/>
      <p:boldItalic r:id="rId17"/>
    </p:embeddedFont>
    <p:embeddedFont>
      <p:font typeface="Montserrat ExtraBold" panose="00000900000000000000" pitchFamily="2" charset="0"/>
      <p:bold r:id="rId18"/>
      <p:boldItalic r:id="rId19"/>
    </p:embeddedFont>
    <p:embeddedFont>
      <p:font typeface="Montserrat Light" panose="00000400000000000000" pitchFamily="2" charset="0"/>
      <p:regular r:id="rId20"/>
      <p:italic r:id="rId21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0E3ABB-C11A-BBD9-2802-532C104E159E}" v="1" dt="2022-01-25T14:55:06.476"/>
    <p1510:client id="{67B79760-9B19-EA06-B321-81BE3DC8DF22}" v="11" dt="2022-01-28T13:28:15.146"/>
    <p1510:client id="{E26C3A5A-D7F9-6D2D-9C24-7E05DE01AA21}" v="11" dt="2021-11-30T01:30:03.168"/>
    <p1510:client id="{E274CB7D-D5F6-CB88-97F7-1F9BAF23F222}" v="10" dt="2021-11-30T01:31:45.183"/>
    <p1510:client id="{E997C4D9-1869-CBC7-0693-58570764A1CA}" v="16" dt="2022-08-15T19:44:12.365"/>
    <p1510:client id="{F9CA789C-FA2B-ABC1-4746-E0D93CC19689}" v="1" dt="2022-01-26T14:38:05.24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774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5.fntdata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font" Target="fonts/font8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Miguel Leal da Silva" userId="S::lucas.msilva@sp.senai.br::5c40faec-5f1f-47e9-a958-68edb761d629" providerId="AD" clId="Web-{E26C3A5A-D7F9-6D2D-9C24-7E05DE01AA21}"/>
    <pc:docChg chg="modSld">
      <pc:chgData name="Lucas Miguel Leal da Silva" userId="S::lucas.msilva@sp.senai.br::5c40faec-5f1f-47e9-a958-68edb761d629" providerId="AD" clId="Web-{E26C3A5A-D7F9-6D2D-9C24-7E05DE01AA21}" dt="2021-11-30T01:30:03.168" v="10" actId="1076"/>
      <pc:docMkLst>
        <pc:docMk/>
      </pc:docMkLst>
      <pc:sldChg chg="modSp">
        <pc:chgData name="Lucas Miguel Leal da Silva" userId="S::lucas.msilva@sp.senai.br::5c40faec-5f1f-47e9-a958-68edb761d629" providerId="AD" clId="Web-{E26C3A5A-D7F9-6D2D-9C24-7E05DE01AA21}" dt="2021-11-30T01:25:45.023" v="3" actId="1076"/>
        <pc:sldMkLst>
          <pc:docMk/>
          <pc:sldMk cId="0" sldId="256"/>
        </pc:sldMkLst>
        <pc:spChg chg="mod">
          <ac:chgData name="Lucas Miguel Leal da Silva" userId="S::lucas.msilva@sp.senai.br::5c40faec-5f1f-47e9-a958-68edb761d629" providerId="AD" clId="Web-{E26C3A5A-D7F9-6D2D-9C24-7E05DE01AA21}" dt="2021-11-30T01:25:45.023" v="3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Lucas Miguel Leal da Silva" userId="S::lucas.msilva@sp.senai.br::5c40faec-5f1f-47e9-a958-68edb761d629" providerId="AD" clId="Web-{E26C3A5A-D7F9-6D2D-9C24-7E05DE01AA21}" dt="2021-11-30T01:10:29.601" v="1" actId="1076"/>
          <ac:spMkLst>
            <pc:docMk/>
            <pc:sldMk cId="0" sldId="256"/>
            <ac:spMk id="5" creationId="{00000000-0000-0000-0000-000000000000}"/>
          </ac:spMkLst>
        </pc:spChg>
      </pc:sldChg>
      <pc:sldChg chg="modSp">
        <pc:chgData name="Lucas Miguel Leal da Silva" userId="S::lucas.msilva@sp.senai.br::5c40faec-5f1f-47e9-a958-68edb761d629" providerId="AD" clId="Web-{E26C3A5A-D7F9-6D2D-9C24-7E05DE01AA21}" dt="2021-11-30T01:29:48.168" v="5" actId="1076"/>
        <pc:sldMkLst>
          <pc:docMk/>
          <pc:sldMk cId="0" sldId="257"/>
        </pc:sldMkLst>
        <pc:spChg chg="mod">
          <ac:chgData name="Lucas Miguel Leal da Silva" userId="S::lucas.msilva@sp.senai.br::5c40faec-5f1f-47e9-a958-68edb761d629" providerId="AD" clId="Web-{E26C3A5A-D7F9-6D2D-9C24-7E05DE01AA21}" dt="2021-11-30T01:29:48.168" v="5" actId="1076"/>
          <ac:spMkLst>
            <pc:docMk/>
            <pc:sldMk cId="0" sldId="257"/>
            <ac:spMk id="71" creationId="{00000000-0000-0000-0000-000000000000}"/>
          </ac:spMkLst>
        </pc:spChg>
        <pc:grpChg chg="mod">
          <ac:chgData name="Lucas Miguel Leal da Silva" userId="S::lucas.msilva@sp.senai.br::5c40faec-5f1f-47e9-a958-68edb761d629" providerId="AD" clId="Web-{E26C3A5A-D7F9-6D2D-9C24-7E05DE01AA21}" dt="2021-11-30T01:26:18.805" v="4" actId="1076"/>
          <ac:grpSpMkLst>
            <pc:docMk/>
            <pc:sldMk cId="0" sldId="257"/>
            <ac:grpSpMk id="4" creationId="{00000000-0000-0000-0000-000000000000}"/>
          </ac:grpSpMkLst>
        </pc:grpChg>
      </pc:sldChg>
      <pc:sldChg chg="modSp">
        <pc:chgData name="Lucas Miguel Leal da Silva" userId="S::lucas.msilva@sp.senai.br::5c40faec-5f1f-47e9-a958-68edb761d629" providerId="AD" clId="Web-{E26C3A5A-D7F9-6D2D-9C24-7E05DE01AA21}" dt="2021-11-30T01:30:03.168" v="10" actId="1076"/>
        <pc:sldMkLst>
          <pc:docMk/>
          <pc:sldMk cId="0" sldId="258"/>
        </pc:sldMkLst>
        <pc:spChg chg="mod">
          <ac:chgData name="Lucas Miguel Leal da Silva" userId="S::lucas.msilva@sp.senai.br::5c40faec-5f1f-47e9-a958-68edb761d629" providerId="AD" clId="Web-{E26C3A5A-D7F9-6D2D-9C24-7E05DE01AA21}" dt="2021-11-30T01:30:03.168" v="10" actId="1076"/>
          <ac:spMkLst>
            <pc:docMk/>
            <pc:sldMk cId="0" sldId="258"/>
            <ac:spMk id="68" creationId="{00000000-0000-0000-0000-000000000000}"/>
          </ac:spMkLst>
        </pc:spChg>
        <pc:grpChg chg="mod">
          <ac:chgData name="Lucas Miguel Leal da Silva" userId="S::lucas.msilva@sp.senai.br::5c40faec-5f1f-47e9-a958-68edb761d629" providerId="AD" clId="Web-{E26C3A5A-D7F9-6D2D-9C24-7E05DE01AA21}" dt="2021-11-30T01:29:51.324" v="6" actId="1076"/>
          <ac:grpSpMkLst>
            <pc:docMk/>
            <pc:sldMk cId="0" sldId="258"/>
            <ac:grpSpMk id="66" creationId="{00000000-0000-0000-0000-000000000000}"/>
          </ac:grpSpMkLst>
        </pc:grpChg>
      </pc:sldChg>
    </pc:docChg>
  </pc:docChgLst>
  <pc:docChgLst>
    <pc:chgData name="Lucas Miguel Leal da Silva" userId="S::lucas.msilva@sp.senai.br::5c40faec-5f1f-47e9-a958-68edb761d629" providerId="AD" clId="Web-{E274CB7D-D5F6-CB88-97F7-1F9BAF23F222}"/>
    <pc:docChg chg="modSld">
      <pc:chgData name="Lucas Miguel Leal da Silva" userId="S::lucas.msilva@sp.senai.br::5c40faec-5f1f-47e9-a958-68edb761d629" providerId="AD" clId="Web-{E274CB7D-D5F6-CB88-97F7-1F9BAF23F222}" dt="2021-11-30T01:31:45.183" v="9"/>
      <pc:docMkLst>
        <pc:docMk/>
      </pc:docMkLst>
      <pc:sldChg chg="addSp delSp modSp">
        <pc:chgData name="Lucas Miguel Leal da Silva" userId="S::lucas.msilva@sp.senai.br::5c40faec-5f1f-47e9-a958-68edb761d629" providerId="AD" clId="Web-{E274CB7D-D5F6-CB88-97F7-1F9BAF23F222}" dt="2021-11-30T01:31:45.183" v="9"/>
        <pc:sldMkLst>
          <pc:docMk/>
          <pc:sldMk cId="0" sldId="257"/>
        </pc:sldMkLst>
        <pc:spChg chg="del mod">
          <ac:chgData name="Lucas Miguel Leal da Silva" userId="S::lucas.msilva@sp.senai.br::5c40faec-5f1f-47e9-a958-68edb761d629" providerId="AD" clId="Web-{E274CB7D-D5F6-CB88-97F7-1F9BAF23F222}" dt="2021-11-30T01:31:37.698" v="7"/>
          <ac:spMkLst>
            <pc:docMk/>
            <pc:sldMk cId="0" sldId="257"/>
            <ac:spMk id="71" creationId="{00000000-0000-0000-0000-000000000000}"/>
          </ac:spMkLst>
        </pc:spChg>
        <pc:spChg chg="add mod">
          <ac:chgData name="Lucas Miguel Leal da Silva" userId="S::lucas.msilva@sp.senai.br::5c40faec-5f1f-47e9-a958-68edb761d629" providerId="AD" clId="Web-{E274CB7D-D5F6-CB88-97F7-1F9BAF23F222}" dt="2021-11-30T01:31:42.995" v="8"/>
          <ac:spMkLst>
            <pc:docMk/>
            <pc:sldMk cId="0" sldId="257"/>
            <ac:spMk id="77" creationId="{1A8410D5-09A9-4E9A-8324-AE05DD12526F}"/>
          </ac:spMkLst>
        </pc:spChg>
        <pc:spChg chg="add del mod">
          <ac:chgData name="Lucas Miguel Leal da Silva" userId="S::lucas.msilva@sp.senai.br::5c40faec-5f1f-47e9-a958-68edb761d629" providerId="AD" clId="Web-{E274CB7D-D5F6-CB88-97F7-1F9BAF23F222}" dt="2021-11-30T01:31:45.183" v="9"/>
          <ac:spMkLst>
            <pc:docMk/>
            <pc:sldMk cId="0" sldId="257"/>
            <ac:spMk id="79" creationId="{F8D9D440-CCAE-4CA4-875F-AD08D54F116D}"/>
          </ac:spMkLst>
        </pc:spChg>
        <pc:grpChg chg="del mod">
          <ac:chgData name="Lucas Miguel Leal da Silva" userId="S::lucas.msilva@sp.senai.br::5c40faec-5f1f-47e9-a958-68edb761d629" providerId="AD" clId="Web-{E274CB7D-D5F6-CB88-97F7-1F9BAF23F222}" dt="2021-11-30T01:31:06.979" v="2"/>
          <ac:grpSpMkLst>
            <pc:docMk/>
            <pc:sldMk cId="0" sldId="257"/>
            <ac:grpSpMk id="4" creationId="{00000000-0000-0000-0000-000000000000}"/>
          </ac:grpSpMkLst>
        </pc:grpChg>
        <pc:grpChg chg="add">
          <ac:chgData name="Lucas Miguel Leal da Silva" userId="S::lucas.msilva@sp.senai.br::5c40faec-5f1f-47e9-a958-68edb761d629" providerId="AD" clId="Web-{E274CB7D-D5F6-CB88-97F7-1F9BAF23F222}" dt="2021-11-30T01:31:20.510" v="5"/>
          <ac:grpSpMkLst>
            <pc:docMk/>
            <pc:sldMk cId="0" sldId="257"/>
            <ac:grpSpMk id="75" creationId="{0BCB4BF7-1C02-4670-98EB-A548B299ADD0}"/>
          </ac:grpSpMkLst>
        </pc:grpChg>
      </pc:sldChg>
      <pc:sldChg chg="addSp delSp">
        <pc:chgData name="Lucas Miguel Leal da Silva" userId="S::lucas.msilva@sp.senai.br::5c40faec-5f1f-47e9-a958-68edb761d629" providerId="AD" clId="Web-{E274CB7D-D5F6-CB88-97F7-1F9BAF23F222}" dt="2021-11-30T01:31:18.042" v="4"/>
        <pc:sldMkLst>
          <pc:docMk/>
          <pc:sldMk cId="0" sldId="258"/>
        </pc:sldMkLst>
        <pc:grpChg chg="del">
          <ac:chgData name="Lucas Miguel Leal da Silva" userId="S::lucas.msilva@sp.senai.br::5c40faec-5f1f-47e9-a958-68edb761d629" providerId="AD" clId="Web-{E274CB7D-D5F6-CB88-97F7-1F9BAF23F222}" dt="2021-11-30T01:31:18.042" v="4"/>
          <ac:grpSpMkLst>
            <pc:docMk/>
            <pc:sldMk cId="0" sldId="258"/>
            <ac:grpSpMk id="66" creationId="{00000000-0000-0000-0000-000000000000}"/>
          </ac:grpSpMkLst>
        </pc:grpChg>
        <pc:grpChg chg="add">
          <ac:chgData name="Lucas Miguel Leal da Silva" userId="S::lucas.msilva@sp.senai.br::5c40faec-5f1f-47e9-a958-68edb761d629" providerId="AD" clId="Web-{E274CB7D-D5F6-CB88-97F7-1F9BAF23F222}" dt="2021-11-30T01:31:14.854" v="3"/>
          <ac:grpSpMkLst>
            <pc:docMk/>
            <pc:sldMk cId="0" sldId="258"/>
            <ac:grpSpMk id="75" creationId="{28DCA77A-25D6-4AC8-926C-CA966CB46EF3}"/>
          </ac:grpSpMkLst>
        </pc:grpChg>
      </pc:sldChg>
    </pc:docChg>
  </pc:docChgLst>
  <pc:docChgLst>
    <pc:chgData name="Aruana Marcondes" userId="S::aruana.marcondes@sp.senai.br::3b5ba883-9796-4925-87dd-7395c5a849ef" providerId="AD" clId="Web-{F9CA789C-FA2B-ABC1-4746-E0D93CC19689}"/>
    <pc:docChg chg="modSld">
      <pc:chgData name="Aruana Marcondes" userId="S::aruana.marcondes@sp.senai.br::3b5ba883-9796-4925-87dd-7395c5a849ef" providerId="AD" clId="Web-{F9CA789C-FA2B-ABC1-4746-E0D93CC19689}" dt="2022-01-26T14:38:05.244" v="0"/>
      <pc:docMkLst>
        <pc:docMk/>
      </pc:docMkLst>
      <pc:sldChg chg="delSp">
        <pc:chgData name="Aruana Marcondes" userId="S::aruana.marcondes@sp.senai.br::3b5ba883-9796-4925-87dd-7395c5a849ef" providerId="AD" clId="Web-{F9CA789C-FA2B-ABC1-4746-E0D93CC19689}" dt="2022-01-26T14:38:05.244" v="0"/>
        <pc:sldMkLst>
          <pc:docMk/>
          <pc:sldMk cId="0" sldId="258"/>
        </pc:sldMkLst>
        <pc:picChg chg="del">
          <ac:chgData name="Aruana Marcondes" userId="S::aruana.marcondes@sp.senai.br::3b5ba883-9796-4925-87dd-7395c5a849ef" providerId="AD" clId="Web-{F9CA789C-FA2B-ABC1-4746-E0D93CC19689}" dt="2022-01-26T14:38:05.244" v="0"/>
          <ac:picMkLst>
            <pc:docMk/>
            <pc:sldMk cId="0" sldId="258"/>
            <ac:picMk id="66" creationId="{06106D5E-0E16-4805-AB25-BF77A3F07626}"/>
          </ac:picMkLst>
        </pc:picChg>
      </pc:sldChg>
    </pc:docChg>
  </pc:docChgLst>
  <pc:docChgLst>
    <pc:chgData name="Aruana Marcondes" userId="S::aruana.marcondes@sp.senai.br::3b5ba883-9796-4925-87dd-7395c5a849ef" providerId="AD" clId="Web-{280E3ABB-C11A-BBD9-2802-532C104E159E}"/>
    <pc:docChg chg="modSld">
      <pc:chgData name="Aruana Marcondes" userId="S::aruana.marcondes@sp.senai.br::3b5ba883-9796-4925-87dd-7395c5a849ef" providerId="AD" clId="Web-{280E3ABB-C11A-BBD9-2802-532C104E159E}" dt="2022-01-25T14:55:06.476" v="0"/>
      <pc:docMkLst>
        <pc:docMk/>
      </pc:docMkLst>
      <pc:sldChg chg="addSp modSp">
        <pc:chgData name="Aruana Marcondes" userId="S::aruana.marcondes@sp.senai.br::3b5ba883-9796-4925-87dd-7395c5a849ef" providerId="AD" clId="Web-{280E3ABB-C11A-BBD9-2802-532C104E159E}" dt="2022-01-25T14:55:06.476" v="0"/>
        <pc:sldMkLst>
          <pc:docMk/>
          <pc:sldMk cId="0" sldId="258"/>
        </pc:sldMkLst>
        <pc:picChg chg="add mod">
          <ac:chgData name="Aruana Marcondes" userId="S::aruana.marcondes@sp.senai.br::3b5ba883-9796-4925-87dd-7395c5a849ef" providerId="AD" clId="Web-{280E3ABB-C11A-BBD9-2802-532C104E159E}" dt="2022-01-25T14:55:06.476" v="0"/>
          <ac:picMkLst>
            <pc:docMk/>
            <pc:sldMk cId="0" sldId="258"/>
            <ac:picMk id="66" creationId="{06106D5E-0E16-4805-AB25-BF77A3F07626}"/>
          </ac:picMkLst>
        </pc:picChg>
      </pc:sldChg>
    </pc:docChg>
  </pc:docChgLst>
  <pc:docChgLst>
    <pc:chgData name="Adelia Bianca Magi de Moura" userId="S::adelia.moura@sp.senai.br::1d064294-64c6-4623-8dcc-126153f5c19e" providerId="AD" clId="Web-{E997C4D9-1869-CBC7-0693-58570764A1CA}"/>
    <pc:docChg chg="modSld">
      <pc:chgData name="Adelia Bianca Magi de Moura" userId="S::adelia.moura@sp.senai.br::1d064294-64c6-4623-8dcc-126153f5c19e" providerId="AD" clId="Web-{E997C4D9-1869-CBC7-0693-58570764A1CA}" dt="2022-08-15T19:44:12.365" v="15" actId="1076"/>
      <pc:docMkLst>
        <pc:docMk/>
      </pc:docMkLst>
      <pc:sldChg chg="addSp delSp modSp">
        <pc:chgData name="Adelia Bianca Magi de Moura" userId="S::adelia.moura@sp.senai.br::1d064294-64c6-4623-8dcc-126153f5c19e" providerId="AD" clId="Web-{E997C4D9-1869-CBC7-0693-58570764A1CA}" dt="2022-08-15T19:44:12.365" v="15" actId="1076"/>
        <pc:sldMkLst>
          <pc:docMk/>
          <pc:sldMk cId="0" sldId="277"/>
        </pc:sldMkLst>
        <pc:spChg chg="add del">
          <ac:chgData name="Adelia Bianca Magi de Moura" userId="S::adelia.moura@sp.senai.br::1d064294-64c6-4623-8dcc-126153f5c19e" providerId="AD" clId="Web-{E997C4D9-1869-CBC7-0693-58570764A1CA}" dt="2022-08-15T19:44:00.364" v="11"/>
          <ac:spMkLst>
            <pc:docMk/>
            <pc:sldMk cId="0" sldId="277"/>
            <ac:spMk id="4" creationId="{00000000-0000-0000-0000-000000000000}"/>
          </ac:spMkLst>
        </pc:spChg>
        <pc:spChg chg="mod">
          <ac:chgData name="Adelia Bianca Magi de Moura" userId="S::adelia.moura@sp.senai.br::1d064294-64c6-4623-8dcc-126153f5c19e" providerId="AD" clId="Web-{E997C4D9-1869-CBC7-0693-58570764A1CA}" dt="2022-08-15T19:44:12.365" v="15" actId="1076"/>
          <ac:spMkLst>
            <pc:docMk/>
            <pc:sldMk cId="0" sldId="277"/>
            <ac:spMk id="5" creationId="{00000000-0000-0000-0000-000000000000}"/>
          </ac:spMkLst>
        </pc:spChg>
        <pc:grpChg chg="mod">
          <ac:chgData name="Adelia Bianca Magi de Moura" userId="S::adelia.moura@sp.senai.br::1d064294-64c6-4623-8dcc-126153f5c19e" providerId="AD" clId="Web-{E997C4D9-1869-CBC7-0693-58570764A1CA}" dt="2022-08-15T19:44:06.521" v="13" actId="1076"/>
          <ac:grpSpMkLst>
            <pc:docMk/>
            <pc:sldMk cId="0" sldId="277"/>
            <ac:grpSpMk id="2" creationId="{00000000-0000-0000-0000-000000000000}"/>
          </ac:grpSpMkLst>
        </pc:grpChg>
        <pc:grpChg chg="mod">
          <ac:chgData name="Adelia Bianca Magi de Moura" userId="S::adelia.moura@sp.senai.br::1d064294-64c6-4623-8dcc-126153f5c19e" providerId="AD" clId="Web-{E997C4D9-1869-CBC7-0693-58570764A1CA}" dt="2022-08-15T19:43:38.489" v="10" actId="1076"/>
          <ac:grpSpMkLst>
            <pc:docMk/>
            <pc:sldMk cId="0" sldId="277"/>
            <ac:grpSpMk id="8" creationId="{00000000-0000-0000-0000-000000000000}"/>
          </ac:grpSpMkLst>
        </pc:grpChg>
      </pc:sldChg>
    </pc:docChg>
  </pc:docChgLst>
  <pc:docChgLst>
    <pc:chgData name="Luciana Seguin E Seguin" userId="S::luciana.seguin@sp.senai.br::c06bbc8a-9dca-427a-8349-4d2edc3ff980" providerId="AD" clId="Web-{67B79760-9B19-EA06-B321-81BE3DC8DF22}"/>
    <pc:docChg chg="modSld">
      <pc:chgData name="Luciana Seguin E Seguin" userId="S::luciana.seguin@sp.senai.br::c06bbc8a-9dca-427a-8349-4d2edc3ff980" providerId="AD" clId="Web-{67B79760-9B19-EA06-B321-81BE3DC8DF22}" dt="2022-01-28T13:28:15.146" v="5" actId="20577"/>
      <pc:docMkLst>
        <pc:docMk/>
      </pc:docMkLst>
      <pc:sldChg chg="modSp">
        <pc:chgData name="Luciana Seguin E Seguin" userId="S::luciana.seguin@sp.senai.br::c06bbc8a-9dca-427a-8349-4d2edc3ff980" providerId="AD" clId="Web-{67B79760-9B19-EA06-B321-81BE3DC8DF22}" dt="2022-01-28T13:27:58.270" v="2" actId="20577"/>
        <pc:sldMkLst>
          <pc:docMk/>
          <pc:sldMk cId="0" sldId="261"/>
        </pc:sldMkLst>
        <pc:spChg chg="mod">
          <ac:chgData name="Luciana Seguin E Seguin" userId="S::luciana.seguin@sp.senai.br::c06bbc8a-9dca-427a-8349-4d2edc3ff980" providerId="AD" clId="Web-{67B79760-9B19-EA06-B321-81BE3DC8DF22}" dt="2022-01-28T13:27:58.270" v="2" actId="20577"/>
          <ac:spMkLst>
            <pc:docMk/>
            <pc:sldMk cId="0" sldId="261"/>
            <ac:spMk id="15" creationId="{00000000-0000-0000-0000-000000000000}"/>
          </ac:spMkLst>
        </pc:spChg>
      </pc:sldChg>
      <pc:sldChg chg="modSp">
        <pc:chgData name="Luciana Seguin E Seguin" userId="S::luciana.seguin@sp.senai.br::c06bbc8a-9dca-427a-8349-4d2edc3ff980" providerId="AD" clId="Web-{67B79760-9B19-EA06-B321-81BE3DC8DF22}" dt="2022-01-28T13:28:15.146" v="5" actId="20577"/>
        <pc:sldMkLst>
          <pc:docMk/>
          <pc:sldMk cId="0" sldId="270"/>
        </pc:sldMkLst>
        <pc:spChg chg="mod">
          <ac:chgData name="Luciana Seguin E Seguin" userId="S::luciana.seguin@sp.senai.br::c06bbc8a-9dca-427a-8349-4d2edc3ff980" providerId="AD" clId="Web-{67B79760-9B19-EA06-B321-81BE3DC8DF22}" dt="2022-01-28T13:28:15.146" v="5" actId="20577"/>
          <ac:spMkLst>
            <pc:docMk/>
            <pc:sldMk cId="0" sldId="270"/>
            <ac:spMk id="7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052050" y="0"/>
            <a:ext cx="10052050" cy="11151870"/>
          </a:xfrm>
          <a:custGeom>
            <a:avLst/>
            <a:gdLst/>
            <a:ahLst/>
            <a:cxnLst/>
            <a:rect l="l" t="t" r="r" b="b"/>
            <a:pathLst>
              <a:path w="10052050" h="11151870">
                <a:moveTo>
                  <a:pt x="0" y="11151492"/>
                </a:moveTo>
                <a:lnTo>
                  <a:pt x="10052039" y="11151492"/>
                </a:lnTo>
                <a:lnTo>
                  <a:pt x="1005203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47151" y="9319087"/>
            <a:ext cx="3693160" cy="942975"/>
          </a:xfrm>
          <a:custGeom>
            <a:avLst/>
            <a:gdLst/>
            <a:ahLst/>
            <a:cxnLst/>
            <a:rect l="l" t="t" r="r" b="b"/>
            <a:pathLst>
              <a:path w="3693160" h="942975">
                <a:moveTo>
                  <a:pt x="3692945" y="0"/>
                </a:moveTo>
                <a:lnTo>
                  <a:pt x="0" y="0"/>
                </a:lnTo>
                <a:lnTo>
                  <a:pt x="0" y="942379"/>
                </a:lnTo>
                <a:lnTo>
                  <a:pt x="3692945" y="942379"/>
                </a:lnTo>
                <a:lnTo>
                  <a:pt x="3692945" y="0"/>
                </a:lnTo>
                <a:close/>
              </a:path>
            </a:pathLst>
          </a:custGeom>
          <a:solidFill>
            <a:srgbClr val="E210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47076" y="9439611"/>
            <a:ext cx="3693160" cy="700405"/>
          </a:xfrm>
          <a:custGeom>
            <a:avLst/>
            <a:gdLst/>
            <a:ahLst/>
            <a:cxnLst/>
            <a:rect l="l" t="t" r="r" b="b"/>
            <a:pathLst>
              <a:path w="3693160" h="700404">
                <a:moveTo>
                  <a:pt x="198361" y="660984"/>
                </a:moveTo>
                <a:lnTo>
                  <a:pt x="0" y="660984"/>
                </a:lnTo>
                <a:lnTo>
                  <a:pt x="0" y="685812"/>
                </a:lnTo>
                <a:lnTo>
                  <a:pt x="198361" y="685812"/>
                </a:lnTo>
                <a:lnTo>
                  <a:pt x="198361" y="660984"/>
                </a:lnTo>
                <a:close/>
              </a:path>
              <a:path w="3693160" h="700404">
                <a:moveTo>
                  <a:pt x="198361" y="502246"/>
                </a:moveTo>
                <a:lnTo>
                  <a:pt x="0" y="502246"/>
                </a:lnTo>
                <a:lnTo>
                  <a:pt x="0" y="527050"/>
                </a:lnTo>
                <a:lnTo>
                  <a:pt x="198361" y="527050"/>
                </a:lnTo>
                <a:lnTo>
                  <a:pt x="198361" y="502246"/>
                </a:lnTo>
                <a:close/>
              </a:path>
              <a:path w="3693160" h="700404">
                <a:moveTo>
                  <a:pt x="198361" y="337553"/>
                </a:moveTo>
                <a:lnTo>
                  <a:pt x="0" y="337553"/>
                </a:lnTo>
                <a:lnTo>
                  <a:pt x="0" y="362356"/>
                </a:lnTo>
                <a:lnTo>
                  <a:pt x="198361" y="362356"/>
                </a:lnTo>
                <a:lnTo>
                  <a:pt x="198361" y="337553"/>
                </a:lnTo>
                <a:close/>
              </a:path>
              <a:path w="3693160" h="700404">
                <a:moveTo>
                  <a:pt x="198361" y="175056"/>
                </a:moveTo>
                <a:lnTo>
                  <a:pt x="0" y="175056"/>
                </a:lnTo>
                <a:lnTo>
                  <a:pt x="0" y="199898"/>
                </a:lnTo>
                <a:lnTo>
                  <a:pt x="198361" y="199898"/>
                </a:lnTo>
                <a:lnTo>
                  <a:pt x="198361" y="175056"/>
                </a:lnTo>
                <a:close/>
              </a:path>
              <a:path w="3693160" h="700404">
                <a:moveTo>
                  <a:pt x="198361" y="16802"/>
                </a:moveTo>
                <a:lnTo>
                  <a:pt x="0" y="16802"/>
                </a:lnTo>
                <a:lnTo>
                  <a:pt x="0" y="41592"/>
                </a:lnTo>
                <a:lnTo>
                  <a:pt x="198361" y="41592"/>
                </a:lnTo>
                <a:lnTo>
                  <a:pt x="198361" y="16802"/>
                </a:lnTo>
                <a:close/>
              </a:path>
              <a:path w="3693160" h="700404">
                <a:moveTo>
                  <a:pt x="908532" y="161366"/>
                </a:moveTo>
                <a:lnTo>
                  <a:pt x="905624" y="119291"/>
                </a:lnTo>
                <a:lnTo>
                  <a:pt x="870216" y="56515"/>
                </a:lnTo>
                <a:lnTo>
                  <a:pt x="804735" y="18783"/>
                </a:lnTo>
                <a:lnTo>
                  <a:pt x="764209" y="8001"/>
                </a:lnTo>
                <a:lnTo>
                  <a:pt x="720382" y="1917"/>
                </a:lnTo>
                <a:lnTo>
                  <a:pt x="674649" y="0"/>
                </a:lnTo>
                <a:lnTo>
                  <a:pt x="627659" y="1714"/>
                </a:lnTo>
                <a:lnTo>
                  <a:pt x="580986" y="7264"/>
                </a:lnTo>
                <a:lnTo>
                  <a:pt x="535622" y="17233"/>
                </a:lnTo>
                <a:lnTo>
                  <a:pt x="492493" y="32219"/>
                </a:lnTo>
                <a:lnTo>
                  <a:pt x="452564" y="52793"/>
                </a:lnTo>
                <a:lnTo>
                  <a:pt x="416788" y="79565"/>
                </a:lnTo>
                <a:lnTo>
                  <a:pt x="386118" y="113106"/>
                </a:lnTo>
                <a:lnTo>
                  <a:pt x="361518" y="154025"/>
                </a:lnTo>
                <a:lnTo>
                  <a:pt x="343941" y="202895"/>
                </a:lnTo>
                <a:lnTo>
                  <a:pt x="339204" y="254914"/>
                </a:lnTo>
                <a:lnTo>
                  <a:pt x="348361" y="300837"/>
                </a:lnTo>
                <a:lnTo>
                  <a:pt x="371944" y="338747"/>
                </a:lnTo>
                <a:lnTo>
                  <a:pt x="410476" y="366712"/>
                </a:lnTo>
                <a:lnTo>
                  <a:pt x="460273" y="387235"/>
                </a:lnTo>
                <a:lnTo>
                  <a:pt x="508939" y="402196"/>
                </a:lnTo>
                <a:lnTo>
                  <a:pt x="594944" y="424522"/>
                </a:lnTo>
                <a:lnTo>
                  <a:pt x="628256" y="436435"/>
                </a:lnTo>
                <a:lnTo>
                  <a:pt x="652462" y="451904"/>
                </a:lnTo>
                <a:lnTo>
                  <a:pt x="665543" y="473189"/>
                </a:lnTo>
                <a:lnTo>
                  <a:pt x="665505" y="502577"/>
                </a:lnTo>
                <a:lnTo>
                  <a:pt x="650049" y="531901"/>
                </a:lnTo>
                <a:lnTo>
                  <a:pt x="622071" y="552831"/>
                </a:lnTo>
                <a:lnTo>
                  <a:pt x="587806" y="565391"/>
                </a:lnTo>
                <a:lnTo>
                  <a:pt x="553504" y="569569"/>
                </a:lnTo>
                <a:lnTo>
                  <a:pt x="508876" y="563206"/>
                </a:lnTo>
                <a:lnTo>
                  <a:pt x="477113" y="544449"/>
                </a:lnTo>
                <a:lnTo>
                  <a:pt x="460578" y="513829"/>
                </a:lnTo>
                <a:lnTo>
                  <a:pt x="461683" y="471868"/>
                </a:lnTo>
                <a:lnTo>
                  <a:pt x="275539" y="471868"/>
                </a:lnTo>
                <a:lnTo>
                  <a:pt x="269443" y="527735"/>
                </a:lnTo>
                <a:lnTo>
                  <a:pt x="274370" y="574230"/>
                </a:lnTo>
                <a:lnTo>
                  <a:pt x="289229" y="612101"/>
                </a:lnTo>
                <a:lnTo>
                  <a:pt x="312877" y="642086"/>
                </a:lnTo>
                <a:lnTo>
                  <a:pt x="344220" y="664946"/>
                </a:lnTo>
                <a:lnTo>
                  <a:pt x="382117" y="681431"/>
                </a:lnTo>
                <a:lnTo>
                  <a:pt x="425475" y="692277"/>
                </a:lnTo>
                <a:lnTo>
                  <a:pt x="473151" y="698233"/>
                </a:lnTo>
                <a:lnTo>
                  <a:pt x="524052" y="700049"/>
                </a:lnTo>
                <a:lnTo>
                  <a:pt x="575627" y="697547"/>
                </a:lnTo>
                <a:lnTo>
                  <a:pt x="626084" y="690016"/>
                </a:lnTo>
                <a:lnTo>
                  <a:pt x="674420" y="677392"/>
                </a:lnTo>
                <a:lnTo>
                  <a:pt x="719620" y="659612"/>
                </a:lnTo>
                <a:lnTo>
                  <a:pt x="760679" y="636625"/>
                </a:lnTo>
                <a:lnTo>
                  <a:pt x="796582" y="608368"/>
                </a:lnTo>
                <a:lnTo>
                  <a:pt x="826350" y="574789"/>
                </a:lnTo>
                <a:lnTo>
                  <a:pt x="829373" y="569569"/>
                </a:lnTo>
                <a:lnTo>
                  <a:pt x="848956" y="535825"/>
                </a:lnTo>
                <a:lnTo>
                  <a:pt x="863409" y="491413"/>
                </a:lnTo>
                <a:lnTo>
                  <a:pt x="869188" y="436968"/>
                </a:lnTo>
                <a:lnTo>
                  <a:pt x="862253" y="393585"/>
                </a:lnTo>
                <a:lnTo>
                  <a:pt x="844715" y="359727"/>
                </a:lnTo>
                <a:lnTo>
                  <a:pt x="786193" y="314401"/>
                </a:lnTo>
                <a:lnTo>
                  <a:pt x="749401" y="299821"/>
                </a:lnTo>
                <a:lnTo>
                  <a:pt x="710374" y="288569"/>
                </a:lnTo>
                <a:lnTo>
                  <a:pt x="634009" y="269887"/>
                </a:lnTo>
                <a:lnTo>
                  <a:pt x="598487" y="259118"/>
                </a:lnTo>
                <a:lnTo>
                  <a:pt x="566508" y="244424"/>
                </a:lnTo>
                <a:lnTo>
                  <a:pt x="545211" y="222923"/>
                </a:lnTo>
                <a:lnTo>
                  <a:pt x="541718" y="191719"/>
                </a:lnTo>
                <a:lnTo>
                  <a:pt x="553250" y="167982"/>
                </a:lnTo>
                <a:lnTo>
                  <a:pt x="574865" y="148437"/>
                </a:lnTo>
                <a:lnTo>
                  <a:pt x="603186" y="135178"/>
                </a:lnTo>
                <a:lnTo>
                  <a:pt x="634784" y="130302"/>
                </a:lnTo>
                <a:lnTo>
                  <a:pt x="656831" y="131686"/>
                </a:lnTo>
                <a:lnTo>
                  <a:pt x="701929" y="151726"/>
                </a:lnTo>
                <a:lnTo>
                  <a:pt x="716407" y="192938"/>
                </a:lnTo>
                <a:lnTo>
                  <a:pt x="713600" y="211264"/>
                </a:lnTo>
                <a:lnTo>
                  <a:pt x="899718" y="211264"/>
                </a:lnTo>
                <a:lnTo>
                  <a:pt x="908532" y="161366"/>
                </a:lnTo>
                <a:close/>
              </a:path>
              <a:path w="3693160" h="700404">
                <a:moveTo>
                  <a:pt x="1580984" y="13944"/>
                </a:moveTo>
                <a:lnTo>
                  <a:pt x="1069111" y="13944"/>
                </a:lnTo>
                <a:lnTo>
                  <a:pt x="926261" y="685939"/>
                </a:lnTo>
                <a:lnTo>
                  <a:pt x="1438148" y="685939"/>
                </a:lnTo>
                <a:lnTo>
                  <a:pt x="1465910" y="555612"/>
                </a:lnTo>
                <a:lnTo>
                  <a:pt x="1140142" y="555612"/>
                </a:lnTo>
                <a:lnTo>
                  <a:pt x="1170393" y="413207"/>
                </a:lnTo>
                <a:lnTo>
                  <a:pt x="1470088" y="413207"/>
                </a:lnTo>
                <a:lnTo>
                  <a:pt x="1497685" y="282968"/>
                </a:lnTo>
                <a:lnTo>
                  <a:pt x="1198003" y="282968"/>
                </a:lnTo>
                <a:lnTo>
                  <a:pt x="1227467" y="144246"/>
                </a:lnTo>
                <a:lnTo>
                  <a:pt x="1553235" y="144246"/>
                </a:lnTo>
                <a:lnTo>
                  <a:pt x="1580984" y="13944"/>
                </a:lnTo>
                <a:close/>
              </a:path>
              <a:path w="3693160" h="700404">
                <a:moveTo>
                  <a:pt x="2341372" y="13944"/>
                </a:moveTo>
                <a:lnTo>
                  <a:pt x="2173846" y="13944"/>
                </a:lnTo>
                <a:lnTo>
                  <a:pt x="2067737" y="512787"/>
                </a:lnTo>
                <a:lnTo>
                  <a:pt x="2065578" y="514692"/>
                </a:lnTo>
                <a:lnTo>
                  <a:pt x="1984082" y="171284"/>
                </a:lnTo>
                <a:lnTo>
                  <a:pt x="1946744" y="13944"/>
                </a:lnTo>
                <a:lnTo>
                  <a:pt x="1686153" y="13944"/>
                </a:lnTo>
                <a:lnTo>
                  <a:pt x="1543291" y="685939"/>
                </a:lnTo>
                <a:lnTo>
                  <a:pt x="1710829" y="685939"/>
                </a:lnTo>
                <a:lnTo>
                  <a:pt x="1820202" y="171284"/>
                </a:lnTo>
                <a:lnTo>
                  <a:pt x="1822056" y="171284"/>
                </a:lnTo>
                <a:lnTo>
                  <a:pt x="1940699" y="685939"/>
                </a:lnTo>
                <a:lnTo>
                  <a:pt x="2198522" y="685939"/>
                </a:lnTo>
                <a:lnTo>
                  <a:pt x="2234920" y="514692"/>
                </a:lnTo>
                <a:lnTo>
                  <a:pt x="2341372" y="13944"/>
                </a:lnTo>
                <a:close/>
              </a:path>
              <a:path w="3693160" h="700404">
                <a:moveTo>
                  <a:pt x="3024975" y="685939"/>
                </a:moveTo>
                <a:lnTo>
                  <a:pt x="3001073" y="554697"/>
                </a:lnTo>
                <a:lnTo>
                  <a:pt x="2977350" y="424408"/>
                </a:lnTo>
                <a:lnTo>
                  <a:pt x="2926486" y="145161"/>
                </a:lnTo>
                <a:lnTo>
                  <a:pt x="2902585" y="13944"/>
                </a:lnTo>
                <a:lnTo>
                  <a:pt x="2779890" y="13944"/>
                </a:lnTo>
                <a:lnTo>
                  <a:pt x="2779890" y="424408"/>
                </a:lnTo>
                <a:lnTo>
                  <a:pt x="2600274" y="424408"/>
                </a:lnTo>
                <a:lnTo>
                  <a:pt x="2750870" y="145161"/>
                </a:lnTo>
                <a:lnTo>
                  <a:pt x="2753652" y="145161"/>
                </a:lnTo>
                <a:lnTo>
                  <a:pt x="2779890" y="424408"/>
                </a:lnTo>
                <a:lnTo>
                  <a:pt x="2779890" y="13944"/>
                </a:lnTo>
                <a:lnTo>
                  <a:pt x="2675496" y="13944"/>
                </a:lnTo>
                <a:lnTo>
                  <a:pt x="2267356" y="685939"/>
                </a:lnTo>
                <a:lnTo>
                  <a:pt x="2453525" y="685939"/>
                </a:lnTo>
                <a:lnTo>
                  <a:pt x="2525179" y="554697"/>
                </a:lnTo>
                <a:lnTo>
                  <a:pt x="2797886" y="554697"/>
                </a:lnTo>
                <a:lnTo>
                  <a:pt x="2814637" y="685939"/>
                </a:lnTo>
                <a:lnTo>
                  <a:pt x="3024975" y="685939"/>
                </a:lnTo>
                <a:close/>
              </a:path>
              <a:path w="3693160" h="700404">
                <a:moveTo>
                  <a:pt x="3424682" y="13944"/>
                </a:moveTo>
                <a:lnTo>
                  <a:pt x="3238550" y="13944"/>
                </a:lnTo>
                <a:lnTo>
                  <a:pt x="3095675" y="685939"/>
                </a:lnTo>
                <a:lnTo>
                  <a:pt x="3281845" y="685939"/>
                </a:lnTo>
                <a:lnTo>
                  <a:pt x="3424682" y="13944"/>
                </a:lnTo>
                <a:close/>
              </a:path>
              <a:path w="3693160" h="700404">
                <a:moveTo>
                  <a:pt x="3692931" y="660984"/>
                </a:moveTo>
                <a:lnTo>
                  <a:pt x="3494582" y="660984"/>
                </a:lnTo>
                <a:lnTo>
                  <a:pt x="3494582" y="685812"/>
                </a:lnTo>
                <a:lnTo>
                  <a:pt x="3692931" y="685812"/>
                </a:lnTo>
                <a:lnTo>
                  <a:pt x="3692931" y="660984"/>
                </a:lnTo>
                <a:close/>
              </a:path>
              <a:path w="3693160" h="700404">
                <a:moveTo>
                  <a:pt x="3692931" y="502246"/>
                </a:moveTo>
                <a:lnTo>
                  <a:pt x="3494582" y="502246"/>
                </a:lnTo>
                <a:lnTo>
                  <a:pt x="3494582" y="527050"/>
                </a:lnTo>
                <a:lnTo>
                  <a:pt x="3692931" y="527050"/>
                </a:lnTo>
                <a:lnTo>
                  <a:pt x="3692931" y="502246"/>
                </a:lnTo>
                <a:close/>
              </a:path>
              <a:path w="3693160" h="700404">
                <a:moveTo>
                  <a:pt x="3692931" y="337553"/>
                </a:moveTo>
                <a:lnTo>
                  <a:pt x="3494582" y="337553"/>
                </a:lnTo>
                <a:lnTo>
                  <a:pt x="3494582" y="362356"/>
                </a:lnTo>
                <a:lnTo>
                  <a:pt x="3692931" y="362356"/>
                </a:lnTo>
                <a:lnTo>
                  <a:pt x="3692931" y="337553"/>
                </a:lnTo>
                <a:close/>
              </a:path>
              <a:path w="3693160" h="700404">
                <a:moveTo>
                  <a:pt x="3692931" y="175056"/>
                </a:moveTo>
                <a:lnTo>
                  <a:pt x="3494582" y="175056"/>
                </a:lnTo>
                <a:lnTo>
                  <a:pt x="3494582" y="199898"/>
                </a:lnTo>
                <a:lnTo>
                  <a:pt x="3692931" y="199898"/>
                </a:lnTo>
                <a:lnTo>
                  <a:pt x="3692931" y="175056"/>
                </a:lnTo>
                <a:close/>
              </a:path>
              <a:path w="3693160" h="700404">
                <a:moveTo>
                  <a:pt x="3692931" y="16802"/>
                </a:moveTo>
                <a:lnTo>
                  <a:pt x="3494582" y="16802"/>
                </a:lnTo>
                <a:lnTo>
                  <a:pt x="3494582" y="41592"/>
                </a:lnTo>
                <a:lnTo>
                  <a:pt x="3692931" y="41592"/>
                </a:lnTo>
                <a:lnTo>
                  <a:pt x="3692931" y="168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1057130"/>
            <a:ext cx="3245974" cy="272241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4303094"/>
            <a:ext cx="3245974" cy="272243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7549068"/>
            <a:ext cx="3245974" cy="272243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45691" y="1020182"/>
            <a:ext cx="15812717" cy="3010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56861" y="2375171"/>
            <a:ext cx="10305415" cy="5227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.senai.br/" TargetMode="Externa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308972"/>
            <a:chOff x="0" y="0"/>
            <a:chExt cx="20104100" cy="11308972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13085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806190" y="4825978"/>
              <a:ext cx="6492240" cy="1656714"/>
            </a:xfrm>
            <a:custGeom>
              <a:avLst/>
              <a:gdLst/>
              <a:ahLst/>
              <a:cxnLst/>
              <a:rect l="l" t="t" r="r" b="b"/>
              <a:pathLst>
                <a:path w="6492240" h="1656714">
                  <a:moveTo>
                    <a:pt x="6491833" y="0"/>
                  </a:moveTo>
                  <a:lnTo>
                    <a:pt x="0" y="0"/>
                  </a:lnTo>
                  <a:lnTo>
                    <a:pt x="0" y="1656609"/>
                  </a:lnTo>
                  <a:lnTo>
                    <a:pt x="6491833" y="1656609"/>
                  </a:lnTo>
                  <a:lnTo>
                    <a:pt x="6491833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806069" y="5037842"/>
              <a:ext cx="6492240" cy="1230630"/>
            </a:xfrm>
            <a:custGeom>
              <a:avLst/>
              <a:gdLst/>
              <a:ahLst/>
              <a:cxnLst/>
              <a:rect l="l" t="t" r="r" b="b"/>
              <a:pathLst>
                <a:path w="6492240" h="1230629">
                  <a:moveTo>
                    <a:pt x="348691" y="1161948"/>
                  </a:moveTo>
                  <a:lnTo>
                    <a:pt x="0" y="1161948"/>
                  </a:lnTo>
                  <a:lnTo>
                    <a:pt x="0" y="1205585"/>
                  </a:lnTo>
                  <a:lnTo>
                    <a:pt x="348691" y="1205585"/>
                  </a:lnTo>
                  <a:lnTo>
                    <a:pt x="348691" y="1161948"/>
                  </a:lnTo>
                  <a:close/>
                </a:path>
                <a:path w="6492240" h="1230629">
                  <a:moveTo>
                    <a:pt x="348691" y="882891"/>
                  </a:moveTo>
                  <a:lnTo>
                    <a:pt x="0" y="882891"/>
                  </a:lnTo>
                  <a:lnTo>
                    <a:pt x="0" y="926490"/>
                  </a:lnTo>
                  <a:lnTo>
                    <a:pt x="348691" y="926490"/>
                  </a:lnTo>
                  <a:lnTo>
                    <a:pt x="348691" y="882891"/>
                  </a:lnTo>
                  <a:close/>
                </a:path>
                <a:path w="6492240" h="1230629">
                  <a:moveTo>
                    <a:pt x="348691" y="593369"/>
                  </a:moveTo>
                  <a:lnTo>
                    <a:pt x="0" y="593369"/>
                  </a:lnTo>
                  <a:lnTo>
                    <a:pt x="0" y="636981"/>
                  </a:lnTo>
                  <a:lnTo>
                    <a:pt x="348691" y="636981"/>
                  </a:lnTo>
                  <a:lnTo>
                    <a:pt x="348691" y="593369"/>
                  </a:lnTo>
                  <a:close/>
                </a:path>
                <a:path w="6492240" h="1230629">
                  <a:moveTo>
                    <a:pt x="348691" y="307733"/>
                  </a:moveTo>
                  <a:lnTo>
                    <a:pt x="0" y="307733"/>
                  </a:lnTo>
                  <a:lnTo>
                    <a:pt x="0" y="351409"/>
                  </a:lnTo>
                  <a:lnTo>
                    <a:pt x="348691" y="351409"/>
                  </a:lnTo>
                  <a:lnTo>
                    <a:pt x="348691" y="307733"/>
                  </a:lnTo>
                  <a:close/>
                </a:path>
                <a:path w="6492240" h="1230629">
                  <a:moveTo>
                    <a:pt x="348691" y="29514"/>
                  </a:moveTo>
                  <a:lnTo>
                    <a:pt x="0" y="29514"/>
                  </a:lnTo>
                  <a:lnTo>
                    <a:pt x="0" y="73126"/>
                  </a:lnTo>
                  <a:lnTo>
                    <a:pt x="348691" y="73126"/>
                  </a:lnTo>
                  <a:lnTo>
                    <a:pt x="348691" y="29514"/>
                  </a:lnTo>
                  <a:close/>
                </a:path>
                <a:path w="6492240" h="1230629">
                  <a:moveTo>
                    <a:pt x="1597647" y="267804"/>
                  </a:moveTo>
                  <a:lnTo>
                    <a:pt x="1594929" y="229044"/>
                  </a:lnTo>
                  <a:lnTo>
                    <a:pt x="1584706" y="183756"/>
                  </a:lnTo>
                  <a:lnTo>
                    <a:pt x="1568704" y="148564"/>
                  </a:lnTo>
                  <a:lnTo>
                    <a:pt x="1520291" y="90868"/>
                  </a:lnTo>
                  <a:lnTo>
                    <a:pt x="1488935" y="67945"/>
                  </a:lnTo>
                  <a:lnTo>
                    <a:pt x="1453540" y="48729"/>
                  </a:lnTo>
                  <a:lnTo>
                    <a:pt x="1414627" y="33020"/>
                  </a:lnTo>
                  <a:lnTo>
                    <a:pt x="1372730" y="20599"/>
                  </a:lnTo>
                  <a:lnTo>
                    <a:pt x="1328381" y="11290"/>
                  </a:lnTo>
                  <a:lnTo>
                    <a:pt x="1282115" y="4889"/>
                  </a:lnTo>
                  <a:lnTo>
                    <a:pt x="1234465" y="1193"/>
                  </a:lnTo>
                  <a:lnTo>
                    <a:pt x="1185964" y="0"/>
                  </a:lnTo>
                  <a:lnTo>
                    <a:pt x="1139520" y="927"/>
                  </a:lnTo>
                  <a:lnTo>
                    <a:pt x="1093025" y="3848"/>
                  </a:lnTo>
                  <a:lnTo>
                    <a:pt x="1046784" y="8940"/>
                  </a:lnTo>
                  <a:lnTo>
                    <a:pt x="1001102" y="16383"/>
                  </a:lnTo>
                  <a:lnTo>
                    <a:pt x="956259" y="26377"/>
                  </a:lnTo>
                  <a:lnTo>
                    <a:pt x="912571" y="39090"/>
                  </a:lnTo>
                  <a:lnTo>
                    <a:pt x="870331" y="54711"/>
                  </a:lnTo>
                  <a:lnTo>
                    <a:pt x="829830" y="73418"/>
                  </a:lnTo>
                  <a:lnTo>
                    <a:pt x="791387" y="95415"/>
                  </a:lnTo>
                  <a:lnTo>
                    <a:pt x="755281" y="120878"/>
                  </a:lnTo>
                  <a:lnTo>
                    <a:pt x="721817" y="149974"/>
                  </a:lnTo>
                  <a:lnTo>
                    <a:pt x="691299" y="182918"/>
                  </a:lnTo>
                  <a:lnTo>
                    <a:pt x="664019" y="219862"/>
                  </a:lnTo>
                  <a:lnTo>
                    <a:pt x="640270" y="261010"/>
                  </a:lnTo>
                  <a:lnTo>
                    <a:pt x="620369" y="306552"/>
                  </a:lnTo>
                  <a:lnTo>
                    <a:pt x="604596" y="356666"/>
                  </a:lnTo>
                  <a:lnTo>
                    <a:pt x="596900" y="410032"/>
                  </a:lnTo>
                  <a:lnTo>
                    <a:pt x="597052" y="460375"/>
                  </a:lnTo>
                  <a:lnTo>
                    <a:pt x="605218" y="507060"/>
                  </a:lnTo>
                  <a:lnTo>
                    <a:pt x="621588" y="549465"/>
                  </a:lnTo>
                  <a:lnTo>
                    <a:pt x="646328" y="586930"/>
                  </a:lnTo>
                  <a:lnTo>
                    <a:pt x="679602" y="618871"/>
                  </a:lnTo>
                  <a:lnTo>
                    <a:pt x="721588" y="644626"/>
                  </a:lnTo>
                  <a:lnTo>
                    <a:pt x="775487" y="668210"/>
                  </a:lnTo>
                  <a:lnTo>
                    <a:pt x="829157" y="687501"/>
                  </a:lnTo>
                  <a:lnTo>
                    <a:pt x="881773" y="703440"/>
                  </a:lnTo>
                  <a:lnTo>
                    <a:pt x="932522" y="716953"/>
                  </a:lnTo>
                  <a:lnTo>
                    <a:pt x="1025131" y="740435"/>
                  </a:lnTo>
                  <a:lnTo>
                    <a:pt x="1065352" y="752271"/>
                  </a:lnTo>
                  <a:lnTo>
                    <a:pt x="1129538" y="780821"/>
                  </a:lnTo>
                  <a:lnTo>
                    <a:pt x="1166558" y="822058"/>
                  </a:lnTo>
                  <a:lnTo>
                    <a:pt x="1172845" y="849782"/>
                  </a:lnTo>
                  <a:lnTo>
                    <a:pt x="1169873" y="883488"/>
                  </a:lnTo>
                  <a:lnTo>
                    <a:pt x="1150251" y="925880"/>
                  </a:lnTo>
                  <a:lnTo>
                    <a:pt x="1115136" y="958862"/>
                  </a:lnTo>
                  <a:lnTo>
                    <a:pt x="1070140" y="982408"/>
                  </a:lnTo>
                  <a:lnTo>
                    <a:pt x="1020876" y="996530"/>
                  </a:lnTo>
                  <a:lnTo>
                    <a:pt x="972985" y="1001242"/>
                  </a:lnTo>
                  <a:lnTo>
                    <a:pt x="918387" y="996238"/>
                  </a:lnTo>
                  <a:lnTo>
                    <a:pt x="873213" y="981430"/>
                  </a:lnTo>
                  <a:lnTo>
                    <a:pt x="838695" y="957072"/>
                  </a:lnTo>
                  <a:lnTo>
                    <a:pt x="816089" y="923455"/>
                  </a:lnTo>
                  <a:lnTo>
                    <a:pt x="806640" y="880833"/>
                  </a:lnTo>
                  <a:lnTo>
                    <a:pt x="811580" y="829500"/>
                  </a:lnTo>
                  <a:lnTo>
                    <a:pt x="484365" y="829500"/>
                  </a:lnTo>
                  <a:lnTo>
                    <a:pt x="476148" y="883615"/>
                  </a:lnTo>
                  <a:lnTo>
                    <a:pt x="473621" y="932954"/>
                  </a:lnTo>
                  <a:lnTo>
                    <a:pt x="476516" y="977696"/>
                  </a:lnTo>
                  <a:lnTo>
                    <a:pt x="484517" y="1018032"/>
                  </a:lnTo>
                  <a:lnTo>
                    <a:pt x="497332" y="1054163"/>
                  </a:lnTo>
                  <a:lnTo>
                    <a:pt x="536282" y="1114577"/>
                  </a:lnTo>
                  <a:lnTo>
                    <a:pt x="591019" y="1160513"/>
                  </a:lnTo>
                  <a:lnTo>
                    <a:pt x="659218" y="1193520"/>
                  </a:lnTo>
                  <a:lnTo>
                    <a:pt x="697623" y="1205674"/>
                  </a:lnTo>
                  <a:lnTo>
                    <a:pt x="738530" y="1215174"/>
                  </a:lnTo>
                  <a:lnTo>
                    <a:pt x="781634" y="1222222"/>
                  </a:lnTo>
                  <a:lnTo>
                    <a:pt x="826643" y="1227010"/>
                  </a:lnTo>
                  <a:lnTo>
                    <a:pt x="873277" y="1229741"/>
                  </a:lnTo>
                  <a:lnTo>
                    <a:pt x="921219" y="1230617"/>
                  </a:lnTo>
                  <a:lnTo>
                    <a:pt x="972362" y="1229220"/>
                  </a:lnTo>
                  <a:lnTo>
                    <a:pt x="1023124" y="1225054"/>
                  </a:lnTo>
                  <a:lnTo>
                    <a:pt x="1073188" y="1218069"/>
                  </a:lnTo>
                  <a:lnTo>
                    <a:pt x="1122248" y="1208278"/>
                  </a:lnTo>
                  <a:lnTo>
                    <a:pt x="1169987" y="1195628"/>
                  </a:lnTo>
                  <a:lnTo>
                    <a:pt x="1216088" y="1180134"/>
                  </a:lnTo>
                  <a:lnTo>
                    <a:pt x="1260233" y="1161757"/>
                  </a:lnTo>
                  <a:lnTo>
                    <a:pt x="1302118" y="1140472"/>
                  </a:lnTo>
                  <a:lnTo>
                    <a:pt x="1341412" y="1116291"/>
                  </a:lnTo>
                  <a:lnTo>
                    <a:pt x="1377810" y="1089164"/>
                  </a:lnTo>
                  <a:lnTo>
                    <a:pt x="1411008" y="1059091"/>
                  </a:lnTo>
                  <a:lnTo>
                    <a:pt x="1440675" y="1026045"/>
                  </a:lnTo>
                  <a:lnTo>
                    <a:pt x="1458455" y="1001242"/>
                  </a:lnTo>
                  <a:lnTo>
                    <a:pt x="1466494" y="990028"/>
                  </a:lnTo>
                  <a:lnTo>
                    <a:pt x="1488173" y="950988"/>
                  </a:lnTo>
                  <a:lnTo>
                    <a:pt x="1505369" y="908926"/>
                  </a:lnTo>
                  <a:lnTo>
                    <a:pt x="1517789" y="863828"/>
                  </a:lnTo>
                  <a:lnTo>
                    <a:pt x="1526463" y="807440"/>
                  </a:lnTo>
                  <a:lnTo>
                    <a:pt x="1527556" y="757580"/>
                  </a:lnTo>
                  <a:lnTo>
                    <a:pt x="1521739" y="713778"/>
                  </a:lnTo>
                  <a:lnTo>
                    <a:pt x="1509649" y="675538"/>
                  </a:lnTo>
                  <a:lnTo>
                    <a:pt x="1469301" y="613803"/>
                  </a:lnTo>
                  <a:lnTo>
                    <a:pt x="1411757" y="568528"/>
                  </a:lnTo>
                  <a:lnTo>
                    <a:pt x="1342263" y="535825"/>
                  </a:lnTo>
                  <a:lnTo>
                    <a:pt x="1304671" y="522973"/>
                  </a:lnTo>
                  <a:lnTo>
                    <a:pt x="1266063" y="511822"/>
                  </a:lnTo>
                  <a:lnTo>
                    <a:pt x="1227086" y="501878"/>
                  </a:lnTo>
                  <a:lnTo>
                    <a:pt x="1150658" y="483654"/>
                  </a:lnTo>
                  <a:lnTo>
                    <a:pt x="1114513" y="474421"/>
                  </a:lnTo>
                  <a:lnTo>
                    <a:pt x="1064463" y="459676"/>
                  </a:lnTo>
                  <a:lnTo>
                    <a:pt x="1016800" y="441147"/>
                  </a:lnTo>
                  <a:lnTo>
                    <a:pt x="977925" y="416255"/>
                  </a:lnTo>
                  <a:lnTo>
                    <a:pt x="954265" y="382409"/>
                  </a:lnTo>
                  <a:lnTo>
                    <a:pt x="952258" y="337007"/>
                  </a:lnTo>
                  <a:lnTo>
                    <a:pt x="972540" y="295287"/>
                  </a:lnTo>
                  <a:lnTo>
                    <a:pt x="1010564" y="260934"/>
                  </a:lnTo>
                  <a:lnTo>
                    <a:pt x="1060335" y="237629"/>
                  </a:lnTo>
                  <a:lnTo>
                    <a:pt x="1115885" y="229044"/>
                  </a:lnTo>
                  <a:lnTo>
                    <a:pt x="1154633" y="231470"/>
                  </a:lnTo>
                  <a:lnTo>
                    <a:pt x="1213764" y="250469"/>
                  </a:lnTo>
                  <a:lnTo>
                    <a:pt x="1248956" y="286981"/>
                  </a:lnTo>
                  <a:lnTo>
                    <a:pt x="1259357" y="339166"/>
                  </a:lnTo>
                  <a:lnTo>
                    <a:pt x="1254417" y="371386"/>
                  </a:lnTo>
                  <a:lnTo>
                    <a:pt x="1581594" y="371386"/>
                  </a:lnTo>
                  <a:lnTo>
                    <a:pt x="1593507" y="317055"/>
                  </a:lnTo>
                  <a:lnTo>
                    <a:pt x="1597647" y="267804"/>
                  </a:lnTo>
                  <a:close/>
                </a:path>
                <a:path w="6492240" h="1230629">
                  <a:moveTo>
                    <a:pt x="2779204" y="24511"/>
                  </a:moveTo>
                  <a:lnTo>
                    <a:pt x="1879384" y="24511"/>
                  </a:lnTo>
                  <a:lnTo>
                    <a:pt x="1628279" y="1205801"/>
                  </a:lnTo>
                  <a:lnTo>
                    <a:pt x="2528112" y="1205801"/>
                  </a:lnTo>
                  <a:lnTo>
                    <a:pt x="2576906" y="976693"/>
                  </a:lnTo>
                  <a:lnTo>
                    <a:pt x="2004250" y="976693"/>
                  </a:lnTo>
                  <a:lnTo>
                    <a:pt x="2057425" y="726376"/>
                  </a:lnTo>
                  <a:lnTo>
                    <a:pt x="2584246" y="726376"/>
                  </a:lnTo>
                  <a:lnTo>
                    <a:pt x="2632786" y="497420"/>
                  </a:lnTo>
                  <a:lnTo>
                    <a:pt x="2105964" y="497420"/>
                  </a:lnTo>
                  <a:lnTo>
                    <a:pt x="2157768" y="253555"/>
                  </a:lnTo>
                  <a:lnTo>
                    <a:pt x="2730411" y="253555"/>
                  </a:lnTo>
                  <a:lnTo>
                    <a:pt x="2779204" y="24511"/>
                  </a:lnTo>
                  <a:close/>
                </a:path>
                <a:path w="6492240" h="1230629">
                  <a:moveTo>
                    <a:pt x="4115854" y="24511"/>
                  </a:moveTo>
                  <a:lnTo>
                    <a:pt x="3821379" y="24511"/>
                  </a:lnTo>
                  <a:lnTo>
                    <a:pt x="3634879" y="901433"/>
                  </a:lnTo>
                  <a:lnTo>
                    <a:pt x="3631057" y="904773"/>
                  </a:lnTo>
                  <a:lnTo>
                    <a:pt x="3487813" y="301078"/>
                  </a:lnTo>
                  <a:lnTo>
                    <a:pt x="3422192" y="24511"/>
                  </a:lnTo>
                  <a:lnTo>
                    <a:pt x="2964078" y="24511"/>
                  </a:lnTo>
                  <a:lnTo>
                    <a:pt x="2712948" y="1205801"/>
                  </a:lnTo>
                  <a:lnTo>
                    <a:pt x="3007461" y="1205801"/>
                  </a:lnTo>
                  <a:lnTo>
                    <a:pt x="3199714" y="301078"/>
                  </a:lnTo>
                  <a:lnTo>
                    <a:pt x="3202978" y="301078"/>
                  </a:lnTo>
                  <a:lnTo>
                    <a:pt x="3411550" y="1205801"/>
                  </a:lnTo>
                  <a:lnTo>
                    <a:pt x="3864762" y="1205801"/>
                  </a:lnTo>
                  <a:lnTo>
                    <a:pt x="3928745" y="904773"/>
                  </a:lnTo>
                  <a:lnTo>
                    <a:pt x="4115854" y="24511"/>
                  </a:lnTo>
                  <a:close/>
                </a:path>
                <a:path w="6492240" h="1230629">
                  <a:moveTo>
                    <a:pt x="5317591" y="1205801"/>
                  </a:moveTo>
                  <a:lnTo>
                    <a:pt x="5275567" y="975106"/>
                  </a:lnTo>
                  <a:lnTo>
                    <a:pt x="5233860" y="746061"/>
                  </a:lnTo>
                  <a:lnTo>
                    <a:pt x="5144465" y="255181"/>
                  </a:lnTo>
                  <a:lnTo>
                    <a:pt x="5102453" y="24511"/>
                  </a:lnTo>
                  <a:lnTo>
                    <a:pt x="4886769" y="24511"/>
                  </a:lnTo>
                  <a:lnTo>
                    <a:pt x="4886769" y="746061"/>
                  </a:lnTo>
                  <a:lnTo>
                    <a:pt x="4571009" y="746061"/>
                  </a:lnTo>
                  <a:lnTo>
                    <a:pt x="4835753" y="255181"/>
                  </a:lnTo>
                  <a:lnTo>
                    <a:pt x="4840643" y="255181"/>
                  </a:lnTo>
                  <a:lnTo>
                    <a:pt x="4886769" y="746061"/>
                  </a:lnTo>
                  <a:lnTo>
                    <a:pt x="4886769" y="24511"/>
                  </a:lnTo>
                  <a:lnTo>
                    <a:pt x="4703229" y="24511"/>
                  </a:lnTo>
                  <a:lnTo>
                    <a:pt x="3985780" y="1205801"/>
                  </a:lnTo>
                  <a:lnTo>
                    <a:pt x="4313047" y="1205801"/>
                  </a:lnTo>
                  <a:lnTo>
                    <a:pt x="4439005" y="975106"/>
                  </a:lnTo>
                  <a:lnTo>
                    <a:pt x="4918392" y="975106"/>
                  </a:lnTo>
                  <a:lnTo>
                    <a:pt x="4947831" y="1205801"/>
                  </a:lnTo>
                  <a:lnTo>
                    <a:pt x="5317591" y="1205801"/>
                  </a:lnTo>
                  <a:close/>
                </a:path>
                <a:path w="6492240" h="1230629">
                  <a:moveTo>
                    <a:pt x="6020232" y="24511"/>
                  </a:moveTo>
                  <a:lnTo>
                    <a:pt x="5693041" y="24511"/>
                  </a:lnTo>
                  <a:lnTo>
                    <a:pt x="5441874" y="1205801"/>
                  </a:lnTo>
                  <a:lnTo>
                    <a:pt x="5769140" y="1205801"/>
                  </a:lnTo>
                  <a:lnTo>
                    <a:pt x="6020232" y="24511"/>
                  </a:lnTo>
                  <a:close/>
                </a:path>
                <a:path w="6492240" h="1230629">
                  <a:moveTo>
                    <a:pt x="6491808" y="1161948"/>
                  </a:moveTo>
                  <a:lnTo>
                    <a:pt x="6143117" y="1161948"/>
                  </a:lnTo>
                  <a:lnTo>
                    <a:pt x="6143117" y="1205585"/>
                  </a:lnTo>
                  <a:lnTo>
                    <a:pt x="6491808" y="1205585"/>
                  </a:lnTo>
                  <a:lnTo>
                    <a:pt x="6491808" y="1161948"/>
                  </a:lnTo>
                  <a:close/>
                </a:path>
                <a:path w="6492240" h="1230629">
                  <a:moveTo>
                    <a:pt x="6491808" y="882891"/>
                  </a:moveTo>
                  <a:lnTo>
                    <a:pt x="6143117" y="882891"/>
                  </a:lnTo>
                  <a:lnTo>
                    <a:pt x="6143117" y="926490"/>
                  </a:lnTo>
                  <a:lnTo>
                    <a:pt x="6491808" y="926490"/>
                  </a:lnTo>
                  <a:lnTo>
                    <a:pt x="6491808" y="882891"/>
                  </a:lnTo>
                  <a:close/>
                </a:path>
                <a:path w="6492240" h="1230629">
                  <a:moveTo>
                    <a:pt x="6491808" y="593369"/>
                  </a:moveTo>
                  <a:lnTo>
                    <a:pt x="6143117" y="593369"/>
                  </a:lnTo>
                  <a:lnTo>
                    <a:pt x="6143117" y="636981"/>
                  </a:lnTo>
                  <a:lnTo>
                    <a:pt x="6491808" y="636981"/>
                  </a:lnTo>
                  <a:lnTo>
                    <a:pt x="6491808" y="593369"/>
                  </a:lnTo>
                  <a:close/>
                </a:path>
                <a:path w="6492240" h="1230629">
                  <a:moveTo>
                    <a:pt x="6491808" y="307733"/>
                  </a:moveTo>
                  <a:lnTo>
                    <a:pt x="6143117" y="307733"/>
                  </a:lnTo>
                  <a:lnTo>
                    <a:pt x="6143117" y="351409"/>
                  </a:lnTo>
                  <a:lnTo>
                    <a:pt x="6491808" y="351409"/>
                  </a:lnTo>
                  <a:lnTo>
                    <a:pt x="6491808" y="307733"/>
                  </a:lnTo>
                  <a:close/>
                </a:path>
                <a:path w="6492240" h="1230629">
                  <a:moveTo>
                    <a:pt x="6491808" y="29514"/>
                  </a:moveTo>
                  <a:lnTo>
                    <a:pt x="6143117" y="29514"/>
                  </a:lnTo>
                  <a:lnTo>
                    <a:pt x="6143117" y="73126"/>
                  </a:lnTo>
                  <a:lnTo>
                    <a:pt x="6491808" y="73126"/>
                  </a:lnTo>
                  <a:lnTo>
                    <a:pt x="6491808" y="295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3114985" cy="22820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FFFFF"/>
                </a:solidFill>
                <a:latin typeface="Montserrat ExtraBold"/>
                <a:cs typeface="Montserrat ExtraBold"/>
              </a:rPr>
              <a:t>FIC (Formação Inicial e Continuada) </a:t>
            </a:r>
            <a:endParaRPr sz="4950" dirty="0">
              <a:latin typeface="Montserrat ExtraBold"/>
              <a:cs typeface="Montserrat ExtraBold"/>
            </a:endParaRPr>
          </a:p>
          <a:p>
            <a:pPr marL="12700">
              <a:lnSpc>
                <a:spcPts val="5940"/>
              </a:lnSpc>
            </a:pPr>
            <a:r>
              <a:rPr lang="pt-BR" sz="4950" b="0" spc="-25" dirty="0">
                <a:solidFill>
                  <a:srgbClr val="FFFFFF"/>
                </a:solidFill>
                <a:latin typeface="Montserrat"/>
                <a:cs typeface="Montserrat"/>
              </a:rPr>
              <a:t>Inteligências Artificiais Generativas </a:t>
            </a:r>
            <a:br>
              <a:rPr lang="pt-BR" sz="4950" b="0" spc="-25" dirty="0">
                <a:solidFill>
                  <a:srgbClr val="FFFFFF"/>
                </a:solidFill>
                <a:latin typeface="Montserrat"/>
                <a:cs typeface="Montserrat"/>
              </a:rPr>
            </a:br>
            <a:r>
              <a:rPr lang="pt-BR" sz="4950" b="0" spc="-25" dirty="0">
                <a:solidFill>
                  <a:srgbClr val="FFFFFF"/>
                </a:solidFill>
                <a:latin typeface="Montserrat"/>
                <a:cs typeface="Montserrat"/>
              </a:rPr>
              <a:t>Aplicada a Programação – ChatGPT</a:t>
            </a:r>
            <a:endParaRPr sz="4950" dirty="0">
              <a:latin typeface="Montserrat"/>
              <a:cs typeface="Montserrat"/>
            </a:endParaRPr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28DCA77A-25D6-4AC8-926C-CA966CB46EF3}"/>
              </a:ext>
            </a:extLst>
          </p:cNvPr>
          <p:cNvGrpSpPr/>
          <p:nvPr/>
        </p:nvGrpSpPr>
        <p:grpSpPr>
          <a:xfrm>
            <a:off x="15364003" y="1047088"/>
            <a:ext cx="3693223" cy="942975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4D8A9D94-9D25-4BC4-9A69-403DAF9F1033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2482F69B-C046-4033-9E32-A86819E2272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2E7F895D-C9AB-6119-834C-D7C1609076FE}"/>
              </a:ext>
            </a:extLst>
          </p:cNvPr>
          <p:cNvSpPr txBox="1"/>
          <p:nvPr/>
        </p:nvSpPr>
        <p:spPr>
          <a:xfrm>
            <a:off x="3701882" y="3789777"/>
            <a:ext cx="12700336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600" dirty="0">
                <a:solidFill>
                  <a:schemeClr val="bg1"/>
                </a:solidFill>
              </a:rPr>
              <a:t>Área Tecnológica </a:t>
            </a:r>
          </a:p>
          <a:p>
            <a:pPr algn="ctr"/>
            <a:r>
              <a:rPr lang="pt-BR" sz="6600" dirty="0">
                <a:solidFill>
                  <a:schemeClr val="bg1"/>
                </a:solidFill>
              </a:rPr>
              <a:t>Tecnologia da Informação - Software</a:t>
            </a:r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20171D80-24A3-0244-2BA7-6E90741C1AB7}"/>
              </a:ext>
            </a:extLst>
          </p:cNvPr>
          <p:cNvSpPr txBox="1"/>
          <p:nvPr/>
        </p:nvSpPr>
        <p:spPr>
          <a:xfrm>
            <a:off x="6677921" y="7049978"/>
            <a:ext cx="6748258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600" dirty="0">
                <a:solidFill>
                  <a:schemeClr val="bg1"/>
                </a:solidFill>
              </a:rPr>
              <a:t>Carga horária total </a:t>
            </a:r>
          </a:p>
          <a:p>
            <a:pPr algn="ctr"/>
            <a:r>
              <a:rPr lang="pt-BR" sz="6600" dirty="0">
                <a:solidFill>
                  <a:schemeClr val="bg1"/>
                </a:solidFill>
              </a:rPr>
              <a:t>48 horas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/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>
            <a:alphaModFix amt="35000"/>
          </a:blip>
          <a:stretch>
            <a:fillRect/>
          </a:stretch>
        </p:blipFill>
        <p:spPr>
          <a:xfrm>
            <a:off x="1047088" y="3560100"/>
            <a:ext cx="8743189" cy="6020759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10313822" y="3560100"/>
            <a:ext cx="8743315" cy="7068184"/>
            <a:chOff x="10313822" y="3560100"/>
            <a:chExt cx="8743315" cy="7068184"/>
          </a:xfrm>
        </p:grpSpPr>
        <p:pic>
          <p:nvPicPr>
            <p:cNvPr id="10" name="object 10"/>
            <p:cNvPicPr/>
            <p:nvPr/>
          </p:nvPicPr>
          <p:blipFill>
            <a:blip r:embed="rId2" cstate="print">
              <a:alphaModFix amt="20000"/>
            </a:blip>
            <a:stretch>
              <a:fillRect/>
            </a:stretch>
          </p:blipFill>
          <p:spPr>
            <a:xfrm>
              <a:off x="10313822" y="3560100"/>
              <a:ext cx="8743189" cy="602075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0837366" y="9057315"/>
              <a:ext cx="0" cy="1570990"/>
            </a:xfrm>
            <a:custGeom>
              <a:avLst/>
              <a:gdLst/>
              <a:ahLst/>
              <a:cxnLst/>
              <a:rect l="l" t="t" r="r" b="b"/>
              <a:pathLst>
                <a:path h="1570990">
                  <a:moveTo>
                    <a:pt x="0" y="0"/>
                  </a:moveTo>
                  <a:lnTo>
                    <a:pt x="0" y="1570632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081477" y="9829517"/>
            <a:ext cx="626364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3300" b="1" spc="-5" dirty="0">
                <a:solidFill>
                  <a:srgbClr val="333333"/>
                </a:solidFill>
                <a:latin typeface="Montserrat ExtraBold"/>
                <a:cs typeface="Montserrat ExtraBold"/>
              </a:rPr>
              <a:t>REQUISITOS DE ACESSO	</a:t>
            </a:r>
            <a:endParaRPr sz="3300" dirty="0">
              <a:latin typeface="Montserrat ExtraBold"/>
              <a:cs typeface="Montserrat ExtraBold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570632" y="9057316"/>
            <a:ext cx="0" cy="1570990"/>
          </a:xfrm>
          <a:custGeom>
            <a:avLst/>
            <a:gdLst/>
            <a:ahLst/>
            <a:cxnLst/>
            <a:rect l="l" t="t" r="r" b="b"/>
            <a:pathLst>
              <a:path h="1570990">
                <a:moveTo>
                  <a:pt x="0" y="0"/>
                </a:moveTo>
                <a:lnTo>
                  <a:pt x="0" y="1570632"/>
                </a:lnTo>
              </a:path>
            </a:pathLst>
          </a:custGeom>
          <a:ln w="31412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348210" y="9829517"/>
            <a:ext cx="626364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z="3300" b="1" spc="-25" dirty="0">
                <a:solidFill>
                  <a:srgbClr val="333333"/>
                </a:solidFill>
                <a:latin typeface="Montserrat ExtraBold"/>
                <a:cs typeface="Montserrat ExtraBold"/>
              </a:rPr>
              <a:t>PERFIL PROFISSIONAL</a:t>
            </a:r>
            <a:endParaRPr sz="3300" dirty="0">
              <a:latin typeface="Montserrat ExtraBold"/>
              <a:cs typeface="Montserrat ExtraBold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0328275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IA Aplicada a programação</a:t>
            </a:r>
            <a:endParaRPr sz="4950" dirty="0">
              <a:latin typeface="Montserrat ExtraBold"/>
              <a:cs typeface="Montserrat ExtraBold"/>
            </a:endParaRPr>
          </a:p>
          <a:p>
            <a:pPr marL="12700">
              <a:lnSpc>
                <a:spcPts val="5940"/>
              </a:lnSpc>
            </a:pPr>
            <a:r>
              <a:rPr lang="pt-BR" sz="4950" b="0" spc="-25" dirty="0">
                <a:latin typeface="Montserrat"/>
                <a:cs typeface="Montserrat"/>
              </a:rPr>
              <a:t>CHATGPT</a:t>
            </a:r>
            <a:endParaRPr sz="4950" dirty="0">
              <a:latin typeface="Montserrat"/>
              <a:cs typeface="Montserrat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373831C6-41E4-39A7-4C68-2EE68AAEC006}"/>
              </a:ext>
            </a:extLst>
          </p:cNvPr>
          <p:cNvSpPr txBox="1"/>
          <p:nvPr/>
        </p:nvSpPr>
        <p:spPr>
          <a:xfrm>
            <a:off x="1047087" y="3563437"/>
            <a:ext cx="875587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Ter concluído o Ensino Fundamental Completo; </a:t>
            </a:r>
          </a:p>
          <a:p>
            <a:r>
              <a:rPr lang="pt-BR" sz="4000" dirty="0"/>
              <a:t>▪ Ter, no mínimo, 16 anos; </a:t>
            </a:r>
          </a:p>
          <a:p>
            <a:r>
              <a:rPr lang="pt-BR" sz="4000" dirty="0"/>
              <a:t>▪ Ter conhecimento em linguagem de programação (Python e/ou C# e/ou Java e/ou PHP e/ou JS). 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DE548A6-B2CD-1E43-0C5C-0C94DCE6B1BA}"/>
              </a:ext>
            </a:extLst>
          </p:cNvPr>
          <p:cNvSpPr txBox="1"/>
          <p:nvPr/>
        </p:nvSpPr>
        <p:spPr>
          <a:xfrm>
            <a:off x="10313822" y="3563437"/>
            <a:ext cx="874318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/>
              <a:t>Implementa soluções de desenvolvimento através de inteligência artificial generativa, identificando e corrigindo erros comuns em aplicações, reescrevendo códigos com intuito de melhorar a compreensão de sua escrita e desempenho geral de aplicação, aprimorando o aprendizado de novas tecnologias, como linguagens de programação, bibliotecas, frameworks e documentações no geral.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8167370"/>
          </a:xfrm>
          <a:custGeom>
            <a:avLst/>
            <a:gdLst/>
            <a:ahLst/>
            <a:cxnLst/>
            <a:rect l="l" t="t" r="r" b="b"/>
            <a:pathLst>
              <a:path w="20104100" h="8167370">
                <a:moveTo>
                  <a:pt x="0" y="8167290"/>
                </a:moveTo>
                <a:lnTo>
                  <a:pt x="20104099" y="8167290"/>
                </a:lnTo>
                <a:lnTo>
                  <a:pt x="20104099" y="0"/>
                </a:lnTo>
                <a:lnTo>
                  <a:pt x="0" y="0"/>
                </a:lnTo>
                <a:lnTo>
                  <a:pt x="0" y="816729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/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0" y="2774784"/>
            <a:ext cx="20104100" cy="8534400"/>
            <a:chOff x="0" y="2774784"/>
            <a:chExt cx="20104100" cy="8534400"/>
          </a:xfrm>
        </p:grpSpPr>
        <p:sp>
          <p:nvSpPr>
            <p:cNvPr id="8" name="object 8"/>
            <p:cNvSpPr/>
            <p:nvPr/>
          </p:nvSpPr>
          <p:spPr>
            <a:xfrm>
              <a:off x="0" y="8167290"/>
              <a:ext cx="20104100" cy="2984500"/>
            </a:xfrm>
            <a:custGeom>
              <a:avLst/>
              <a:gdLst/>
              <a:ahLst/>
              <a:cxnLst/>
              <a:rect l="l" t="t" r="r" b="b"/>
              <a:pathLst>
                <a:path w="20104100" h="2984500">
                  <a:moveTo>
                    <a:pt x="0" y="2984202"/>
                  </a:moveTo>
                  <a:lnTo>
                    <a:pt x="20104099" y="2984202"/>
                  </a:lnTo>
                  <a:lnTo>
                    <a:pt x="20104099" y="0"/>
                  </a:lnTo>
                  <a:lnTo>
                    <a:pt x="0" y="0"/>
                  </a:lnTo>
                  <a:lnTo>
                    <a:pt x="0" y="2984202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36313" y="2774784"/>
              <a:ext cx="8806014" cy="853377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821838" y="3560101"/>
              <a:ext cx="7235190" cy="7591425"/>
            </a:xfrm>
            <a:custGeom>
              <a:avLst/>
              <a:gdLst/>
              <a:ahLst/>
              <a:cxnLst/>
              <a:rect l="l" t="t" r="r" b="b"/>
              <a:pathLst>
                <a:path w="7235190" h="7591425">
                  <a:moveTo>
                    <a:pt x="0" y="7591391"/>
                  </a:moveTo>
                  <a:lnTo>
                    <a:pt x="7235172" y="7591391"/>
                  </a:lnTo>
                  <a:lnTo>
                    <a:pt x="7235172" y="0"/>
                  </a:lnTo>
                  <a:lnTo>
                    <a:pt x="0" y="0"/>
                  </a:lnTo>
                  <a:lnTo>
                    <a:pt x="0" y="7591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266420" y="3560108"/>
              <a:ext cx="575945" cy="1885314"/>
            </a:xfrm>
            <a:custGeom>
              <a:avLst/>
              <a:gdLst/>
              <a:ahLst/>
              <a:cxnLst/>
              <a:rect l="l" t="t" r="r" b="b"/>
              <a:pathLst>
                <a:path w="575944" h="1885314">
                  <a:moveTo>
                    <a:pt x="52362" y="1858581"/>
                  </a:moveTo>
                  <a:lnTo>
                    <a:pt x="50304" y="1848396"/>
                  </a:lnTo>
                  <a:lnTo>
                    <a:pt x="44691" y="1840064"/>
                  </a:lnTo>
                  <a:lnTo>
                    <a:pt x="36372" y="1834464"/>
                  </a:lnTo>
                  <a:lnTo>
                    <a:pt x="26174" y="1832406"/>
                  </a:lnTo>
                  <a:lnTo>
                    <a:pt x="15989" y="1834464"/>
                  </a:lnTo>
                  <a:lnTo>
                    <a:pt x="7670" y="1840064"/>
                  </a:lnTo>
                  <a:lnTo>
                    <a:pt x="2057" y="1848396"/>
                  </a:lnTo>
                  <a:lnTo>
                    <a:pt x="0" y="1858581"/>
                  </a:lnTo>
                  <a:lnTo>
                    <a:pt x="2057" y="1868766"/>
                  </a:lnTo>
                  <a:lnTo>
                    <a:pt x="7670" y="1877098"/>
                  </a:lnTo>
                  <a:lnTo>
                    <a:pt x="15989" y="1882698"/>
                  </a:lnTo>
                  <a:lnTo>
                    <a:pt x="26174" y="1884756"/>
                  </a:lnTo>
                  <a:lnTo>
                    <a:pt x="36372" y="1882698"/>
                  </a:lnTo>
                  <a:lnTo>
                    <a:pt x="44691" y="1877098"/>
                  </a:lnTo>
                  <a:lnTo>
                    <a:pt x="50304" y="1868766"/>
                  </a:lnTo>
                  <a:lnTo>
                    <a:pt x="52362" y="1858581"/>
                  </a:lnTo>
                  <a:close/>
                </a:path>
                <a:path w="575944" h="1885314">
                  <a:moveTo>
                    <a:pt x="52362" y="1596809"/>
                  </a:moveTo>
                  <a:lnTo>
                    <a:pt x="50304" y="1586623"/>
                  </a:lnTo>
                  <a:lnTo>
                    <a:pt x="44691" y="1578292"/>
                  </a:lnTo>
                  <a:lnTo>
                    <a:pt x="36372" y="1572691"/>
                  </a:lnTo>
                  <a:lnTo>
                    <a:pt x="26174" y="1570634"/>
                  </a:lnTo>
                  <a:lnTo>
                    <a:pt x="15989" y="1572691"/>
                  </a:lnTo>
                  <a:lnTo>
                    <a:pt x="7670" y="1578292"/>
                  </a:lnTo>
                  <a:lnTo>
                    <a:pt x="2057" y="1586623"/>
                  </a:lnTo>
                  <a:lnTo>
                    <a:pt x="0" y="1596809"/>
                  </a:lnTo>
                  <a:lnTo>
                    <a:pt x="2057" y="1606994"/>
                  </a:lnTo>
                  <a:lnTo>
                    <a:pt x="7670" y="1615325"/>
                  </a:lnTo>
                  <a:lnTo>
                    <a:pt x="15989" y="1620926"/>
                  </a:lnTo>
                  <a:lnTo>
                    <a:pt x="26174" y="1622983"/>
                  </a:lnTo>
                  <a:lnTo>
                    <a:pt x="36372" y="1620926"/>
                  </a:lnTo>
                  <a:lnTo>
                    <a:pt x="44691" y="1615325"/>
                  </a:lnTo>
                  <a:lnTo>
                    <a:pt x="50304" y="1606994"/>
                  </a:lnTo>
                  <a:lnTo>
                    <a:pt x="52362" y="1596809"/>
                  </a:lnTo>
                  <a:close/>
                </a:path>
                <a:path w="575944" h="1885314">
                  <a:moveTo>
                    <a:pt x="52362" y="1335036"/>
                  </a:moveTo>
                  <a:lnTo>
                    <a:pt x="50304" y="1324851"/>
                  </a:lnTo>
                  <a:lnTo>
                    <a:pt x="44691" y="1316520"/>
                  </a:lnTo>
                  <a:lnTo>
                    <a:pt x="36372" y="1310919"/>
                  </a:lnTo>
                  <a:lnTo>
                    <a:pt x="26174" y="1308862"/>
                  </a:lnTo>
                  <a:lnTo>
                    <a:pt x="15989" y="1310919"/>
                  </a:lnTo>
                  <a:lnTo>
                    <a:pt x="7670" y="1316520"/>
                  </a:lnTo>
                  <a:lnTo>
                    <a:pt x="2057" y="1324851"/>
                  </a:lnTo>
                  <a:lnTo>
                    <a:pt x="0" y="1335036"/>
                  </a:lnTo>
                  <a:lnTo>
                    <a:pt x="2057" y="1345222"/>
                  </a:lnTo>
                  <a:lnTo>
                    <a:pt x="7670" y="1353553"/>
                  </a:lnTo>
                  <a:lnTo>
                    <a:pt x="15989" y="1359154"/>
                  </a:lnTo>
                  <a:lnTo>
                    <a:pt x="26174" y="1361211"/>
                  </a:lnTo>
                  <a:lnTo>
                    <a:pt x="36372" y="1359154"/>
                  </a:lnTo>
                  <a:lnTo>
                    <a:pt x="44691" y="1353553"/>
                  </a:lnTo>
                  <a:lnTo>
                    <a:pt x="50304" y="1345222"/>
                  </a:lnTo>
                  <a:lnTo>
                    <a:pt x="52362" y="1335036"/>
                  </a:lnTo>
                  <a:close/>
                </a:path>
                <a:path w="575944" h="1885314">
                  <a:moveTo>
                    <a:pt x="52362" y="1073264"/>
                  </a:moveTo>
                  <a:lnTo>
                    <a:pt x="50304" y="1063078"/>
                  </a:lnTo>
                  <a:lnTo>
                    <a:pt x="44691" y="1054747"/>
                  </a:lnTo>
                  <a:lnTo>
                    <a:pt x="36372" y="1049147"/>
                  </a:lnTo>
                  <a:lnTo>
                    <a:pt x="26174" y="1047089"/>
                  </a:lnTo>
                  <a:lnTo>
                    <a:pt x="15989" y="1049147"/>
                  </a:lnTo>
                  <a:lnTo>
                    <a:pt x="7670" y="1054747"/>
                  </a:lnTo>
                  <a:lnTo>
                    <a:pt x="2057" y="1063078"/>
                  </a:lnTo>
                  <a:lnTo>
                    <a:pt x="0" y="1073264"/>
                  </a:lnTo>
                  <a:lnTo>
                    <a:pt x="2057" y="1083449"/>
                  </a:lnTo>
                  <a:lnTo>
                    <a:pt x="7670" y="1091780"/>
                  </a:lnTo>
                  <a:lnTo>
                    <a:pt x="15989" y="1097381"/>
                  </a:lnTo>
                  <a:lnTo>
                    <a:pt x="26174" y="1099439"/>
                  </a:lnTo>
                  <a:lnTo>
                    <a:pt x="36372" y="1097381"/>
                  </a:lnTo>
                  <a:lnTo>
                    <a:pt x="44691" y="1091780"/>
                  </a:lnTo>
                  <a:lnTo>
                    <a:pt x="50304" y="1083449"/>
                  </a:lnTo>
                  <a:lnTo>
                    <a:pt x="52362" y="1073264"/>
                  </a:lnTo>
                  <a:close/>
                </a:path>
                <a:path w="575944" h="1885314">
                  <a:moveTo>
                    <a:pt x="52362" y="811491"/>
                  </a:moveTo>
                  <a:lnTo>
                    <a:pt x="50304" y="801306"/>
                  </a:lnTo>
                  <a:lnTo>
                    <a:pt x="44691" y="792975"/>
                  </a:lnTo>
                  <a:lnTo>
                    <a:pt x="36372" y="787374"/>
                  </a:lnTo>
                  <a:lnTo>
                    <a:pt x="26174" y="785317"/>
                  </a:lnTo>
                  <a:lnTo>
                    <a:pt x="15989" y="787374"/>
                  </a:lnTo>
                  <a:lnTo>
                    <a:pt x="7670" y="792975"/>
                  </a:lnTo>
                  <a:lnTo>
                    <a:pt x="2057" y="801306"/>
                  </a:lnTo>
                  <a:lnTo>
                    <a:pt x="0" y="811491"/>
                  </a:lnTo>
                  <a:lnTo>
                    <a:pt x="2057" y="821677"/>
                  </a:lnTo>
                  <a:lnTo>
                    <a:pt x="7670" y="830008"/>
                  </a:lnTo>
                  <a:lnTo>
                    <a:pt x="15989" y="835609"/>
                  </a:lnTo>
                  <a:lnTo>
                    <a:pt x="26174" y="837666"/>
                  </a:lnTo>
                  <a:lnTo>
                    <a:pt x="36372" y="835609"/>
                  </a:lnTo>
                  <a:lnTo>
                    <a:pt x="44691" y="830008"/>
                  </a:lnTo>
                  <a:lnTo>
                    <a:pt x="50304" y="821677"/>
                  </a:lnTo>
                  <a:lnTo>
                    <a:pt x="52362" y="811491"/>
                  </a:lnTo>
                  <a:close/>
                </a:path>
                <a:path w="575944" h="1885314">
                  <a:moveTo>
                    <a:pt x="52362" y="549719"/>
                  </a:moveTo>
                  <a:lnTo>
                    <a:pt x="50304" y="539534"/>
                  </a:lnTo>
                  <a:lnTo>
                    <a:pt x="44691" y="531202"/>
                  </a:lnTo>
                  <a:lnTo>
                    <a:pt x="36372" y="525602"/>
                  </a:lnTo>
                  <a:lnTo>
                    <a:pt x="26174" y="523544"/>
                  </a:lnTo>
                  <a:lnTo>
                    <a:pt x="15989" y="525602"/>
                  </a:lnTo>
                  <a:lnTo>
                    <a:pt x="7670" y="531202"/>
                  </a:lnTo>
                  <a:lnTo>
                    <a:pt x="2057" y="539534"/>
                  </a:lnTo>
                  <a:lnTo>
                    <a:pt x="0" y="549719"/>
                  </a:lnTo>
                  <a:lnTo>
                    <a:pt x="2057" y="559904"/>
                  </a:lnTo>
                  <a:lnTo>
                    <a:pt x="7670" y="568236"/>
                  </a:lnTo>
                  <a:lnTo>
                    <a:pt x="15989" y="573836"/>
                  </a:lnTo>
                  <a:lnTo>
                    <a:pt x="26174" y="575894"/>
                  </a:lnTo>
                  <a:lnTo>
                    <a:pt x="36372" y="573836"/>
                  </a:lnTo>
                  <a:lnTo>
                    <a:pt x="44691" y="568236"/>
                  </a:lnTo>
                  <a:lnTo>
                    <a:pt x="50304" y="559904"/>
                  </a:lnTo>
                  <a:lnTo>
                    <a:pt x="52362" y="549719"/>
                  </a:lnTo>
                  <a:close/>
                </a:path>
                <a:path w="575944" h="1885314">
                  <a:moveTo>
                    <a:pt x="52362" y="287947"/>
                  </a:moveTo>
                  <a:lnTo>
                    <a:pt x="50304" y="277761"/>
                  </a:lnTo>
                  <a:lnTo>
                    <a:pt x="44691" y="269443"/>
                  </a:lnTo>
                  <a:lnTo>
                    <a:pt x="36372" y="263829"/>
                  </a:lnTo>
                  <a:lnTo>
                    <a:pt x="26174" y="261772"/>
                  </a:lnTo>
                  <a:lnTo>
                    <a:pt x="15989" y="263829"/>
                  </a:lnTo>
                  <a:lnTo>
                    <a:pt x="7670" y="269443"/>
                  </a:lnTo>
                  <a:lnTo>
                    <a:pt x="2057" y="277761"/>
                  </a:lnTo>
                  <a:lnTo>
                    <a:pt x="0" y="287947"/>
                  </a:lnTo>
                  <a:lnTo>
                    <a:pt x="2057" y="298145"/>
                  </a:lnTo>
                  <a:lnTo>
                    <a:pt x="7670" y="306463"/>
                  </a:lnTo>
                  <a:lnTo>
                    <a:pt x="15989" y="312064"/>
                  </a:lnTo>
                  <a:lnTo>
                    <a:pt x="26174" y="314121"/>
                  </a:lnTo>
                  <a:lnTo>
                    <a:pt x="36372" y="312064"/>
                  </a:lnTo>
                  <a:lnTo>
                    <a:pt x="44691" y="306463"/>
                  </a:lnTo>
                  <a:lnTo>
                    <a:pt x="50304" y="298145"/>
                  </a:lnTo>
                  <a:lnTo>
                    <a:pt x="52362" y="287947"/>
                  </a:lnTo>
                  <a:close/>
                </a:path>
                <a:path w="575944" h="1885314">
                  <a:moveTo>
                    <a:pt x="52362" y="26174"/>
                  </a:moveTo>
                  <a:lnTo>
                    <a:pt x="50304" y="15989"/>
                  </a:lnTo>
                  <a:lnTo>
                    <a:pt x="44691" y="7670"/>
                  </a:lnTo>
                  <a:lnTo>
                    <a:pt x="36372" y="2057"/>
                  </a:lnTo>
                  <a:lnTo>
                    <a:pt x="26174" y="0"/>
                  </a:lnTo>
                  <a:lnTo>
                    <a:pt x="15989" y="2057"/>
                  </a:lnTo>
                  <a:lnTo>
                    <a:pt x="7670" y="7670"/>
                  </a:lnTo>
                  <a:lnTo>
                    <a:pt x="2057" y="15989"/>
                  </a:lnTo>
                  <a:lnTo>
                    <a:pt x="0" y="26174"/>
                  </a:lnTo>
                  <a:lnTo>
                    <a:pt x="2057" y="36372"/>
                  </a:lnTo>
                  <a:lnTo>
                    <a:pt x="7670" y="44691"/>
                  </a:lnTo>
                  <a:lnTo>
                    <a:pt x="15989" y="50292"/>
                  </a:lnTo>
                  <a:lnTo>
                    <a:pt x="26174" y="52349"/>
                  </a:lnTo>
                  <a:lnTo>
                    <a:pt x="36372" y="50292"/>
                  </a:lnTo>
                  <a:lnTo>
                    <a:pt x="44691" y="44691"/>
                  </a:lnTo>
                  <a:lnTo>
                    <a:pt x="50304" y="36372"/>
                  </a:lnTo>
                  <a:lnTo>
                    <a:pt x="52362" y="26174"/>
                  </a:lnTo>
                  <a:close/>
                </a:path>
                <a:path w="575944" h="1885314">
                  <a:moveTo>
                    <a:pt x="314134" y="1858581"/>
                  </a:moveTo>
                  <a:lnTo>
                    <a:pt x="312077" y="1848396"/>
                  </a:lnTo>
                  <a:lnTo>
                    <a:pt x="306463" y="1840064"/>
                  </a:lnTo>
                  <a:lnTo>
                    <a:pt x="298145" y="1834464"/>
                  </a:lnTo>
                  <a:lnTo>
                    <a:pt x="287947" y="1832406"/>
                  </a:lnTo>
                  <a:lnTo>
                    <a:pt x="277761" y="1834464"/>
                  </a:lnTo>
                  <a:lnTo>
                    <a:pt x="269443" y="1840064"/>
                  </a:lnTo>
                  <a:lnTo>
                    <a:pt x="263829" y="1848396"/>
                  </a:lnTo>
                  <a:lnTo>
                    <a:pt x="261772" y="1858581"/>
                  </a:lnTo>
                  <a:lnTo>
                    <a:pt x="263829" y="1868766"/>
                  </a:lnTo>
                  <a:lnTo>
                    <a:pt x="269443" y="1877098"/>
                  </a:lnTo>
                  <a:lnTo>
                    <a:pt x="277761" y="1882698"/>
                  </a:lnTo>
                  <a:lnTo>
                    <a:pt x="287947" y="1884756"/>
                  </a:lnTo>
                  <a:lnTo>
                    <a:pt x="298145" y="1882698"/>
                  </a:lnTo>
                  <a:lnTo>
                    <a:pt x="306463" y="1877098"/>
                  </a:lnTo>
                  <a:lnTo>
                    <a:pt x="312077" y="1868766"/>
                  </a:lnTo>
                  <a:lnTo>
                    <a:pt x="314134" y="1858581"/>
                  </a:lnTo>
                  <a:close/>
                </a:path>
                <a:path w="575944" h="1885314">
                  <a:moveTo>
                    <a:pt x="314134" y="1596809"/>
                  </a:moveTo>
                  <a:lnTo>
                    <a:pt x="312077" y="1586623"/>
                  </a:lnTo>
                  <a:lnTo>
                    <a:pt x="306463" y="1578292"/>
                  </a:lnTo>
                  <a:lnTo>
                    <a:pt x="298145" y="1572691"/>
                  </a:lnTo>
                  <a:lnTo>
                    <a:pt x="287947" y="1570634"/>
                  </a:lnTo>
                  <a:lnTo>
                    <a:pt x="277761" y="1572691"/>
                  </a:lnTo>
                  <a:lnTo>
                    <a:pt x="269443" y="1578292"/>
                  </a:lnTo>
                  <a:lnTo>
                    <a:pt x="263829" y="1586623"/>
                  </a:lnTo>
                  <a:lnTo>
                    <a:pt x="261772" y="1596809"/>
                  </a:lnTo>
                  <a:lnTo>
                    <a:pt x="263829" y="1606994"/>
                  </a:lnTo>
                  <a:lnTo>
                    <a:pt x="269443" y="1615325"/>
                  </a:lnTo>
                  <a:lnTo>
                    <a:pt x="277761" y="1620926"/>
                  </a:lnTo>
                  <a:lnTo>
                    <a:pt x="287947" y="1622983"/>
                  </a:lnTo>
                  <a:lnTo>
                    <a:pt x="298145" y="1620926"/>
                  </a:lnTo>
                  <a:lnTo>
                    <a:pt x="306463" y="1615325"/>
                  </a:lnTo>
                  <a:lnTo>
                    <a:pt x="312077" y="1606994"/>
                  </a:lnTo>
                  <a:lnTo>
                    <a:pt x="314134" y="1596809"/>
                  </a:lnTo>
                  <a:close/>
                </a:path>
                <a:path w="575944" h="1885314">
                  <a:moveTo>
                    <a:pt x="314134" y="1335036"/>
                  </a:moveTo>
                  <a:lnTo>
                    <a:pt x="312077" y="1324851"/>
                  </a:lnTo>
                  <a:lnTo>
                    <a:pt x="306463" y="1316520"/>
                  </a:lnTo>
                  <a:lnTo>
                    <a:pt x="298145" y="1310919"/>
                  </a:lnTo>
                  <a:lnTo>
                    <a:pt x="287947" y="1308862"/>
                  </a:lnTo>
                  <a:lnTo>
                    <a:pt x="277761" y="1310919"/>
                  </a:lnTo>
                  <a:lnTo>
                    <a:pt x="269443" y="1316520"/>
                  </a:lnTo>
                  <a:lnTo>
                    <a:pt x="263829" y="1324851"/>
                  </a:lnTo>
                  <a:lnTo>
                    <a:pt x="261772" y="1335036"/>
                  </a:lnTo>
                  <a:lnTo>
                    <a:pt x="263829" y="1345222"/>
                  </a:lnTo>
                  <a:lnTo>
                    <a:pt x="269443" y="1353553"/>
                  </a:lnTo>
                  <a:lnTo>
                    <a:pt x="277761" y="1359154"/>
                  </a:lnTo>
                  <a:lnTo>
                    <a:pt x="287947" y="1361211"/>
                  </a:lnTo>
                  <a:lnTo>
                    <a:pt x="298145" y="1359154"/>
                  </a:lnTo>
                  <a:lnTo>
                    <a:pt x="306463" y="1353553"/>
                  </a:lnTo>
                  <a:lnTo>
                    <a:pt x="312077" y="1345222"/>
                  </a:lnTo>
                  <a:lnTo>
                    <a:pt x="314134" y="1335036"/>
                  </a:lnTo>
                  <a:close/>
                </a:path>
                <a:path w="575944" h="1885314">
                  <a:moveTo>
                    <a:pt x="314134" y="1073264"/>
                  </a:moveTo>
                  <a:lnTo>
                    <a:pt x="312077" y="1063078"/>
                  </a:lnTo>
                  <a:lnTo>
                    <a:pt x="306463" y="1054747"/>
                  </a:lnTo>
                  <a:lnTo>
                    <a:pt x="298145" y="1049147"/>
                  </a:lnTo>
                  <a:lnTo>
                    <a:pt x="287947" y="1047089"/>
                  </a:lnTo>
                  <a:lnTo>
                    <a:pt x="277761" y="1049147"/>
                  </a:lnTo>
                  <a:lnTo>
                    <a:pt x="269443" y="1054747"/>
                  </a:lnTo>
                  <a:lnTo>
                    <a:pt x="263829" y="1063078"/>
                  </a:lnTo>
                  <a:lnTo>
                    <a:pt x="261772" y="1073264"/>
                  </a:lnTo>
                  <a:lnTo>
                    <a:pt x="263829" y="1083449"/>
                  </a:lnTo>
                  <a:lnTo>
                    <a:pt x="269443" y="1091780"/>
                  </a:lnTo>
                  <a:lnTo>
                    <a:pt x="277761" y="1097381"/>
                  </a:lnTo>
                  <a:lnTo>
                    <a:pt x="287947" y="1099439"/>
                  </a:lnTo>
                  <a:lnTo>
                    <a:pt x="298145" y="1097381"/>
                  </a:lnTo>
                  <a:lnTo>
                    <a:pt x="306463" y="1091780"/>
                  </a:lnTo>
                  <a:lnTo>
                    <a:pt x="312077" y="1083449"/>
                  </a:lnTo>
                  <a:lnTo>
                    <a:pt x="314134" y="1073264"/>
                  </a:lnTo>
                  <a:close/>
                </a:path>
                <a:path w="575944" h="1885314">
                  <a:moveTo>
                    <a:pt x="314134" y="811491"/>
                  </a:moveTo>
                  <a:lnTo>
                    <a:pt x="312077" y="801306"/>
                  </a:lnTo>
                  <a:lnTo>
                    <a:pt x="306463" y="792975"/>
                  </a:lnTo>
                  <a:lnTo>
                    <a:pt x="298145" y="787374"/>
                  </a:lnTo>
                  <a:lnTo>
                    <a:pt x="287947" y="785317"/>
                  </a:lnTo>
                  <a:lnTo>
                    <a:pt x="277761" y="787374"/>
                  </a:lnTo>
                  <a:lnTo>
                    <a:pt x="269443" y="792975"/>
                  </a:lnTo>
                  <a:lnTo>
                    <a:pt x="263829" y="801306"/>
                  </a:lnTo>
                  <a:lnTo>
                    <a:pt x="261772" y="811491"/>
                  </a:lnTo>
                  <a:lnTo>
                    <a:pt x="263829" y="821677"/>
                  </a:lnTo>
                  <a:lnTo>
                    <a:pt x="269443" y="830008"/>
                  </a:lnTo>
                  <a:lnTo>
                    <a:pt x="277761" y="835609"/>
                  </a:lnTo>
                  <a:lnTo>
                    <a:pt x="287947" y="837666"/>
                  </a:lnTo>
                  <a:lnTo>
                    <a:pt x="298145" y="835609"/>
                  </a:lnTo>
                  <a:lnTo>
                    <a:pt x="306463" y="830008"/>
                  </a:lnTo>
                  <a:lnTo>
                    <a:pt x="312077" y="821677"/>
                  </a:lnTo>
                  <a:lnTo>
                    <a:pt x="314134" y="811491"/>
                  </a:lnTo>
                  <a:close/>
                </a:path>
                <a:path w="575944" h="1885314">
                  <a:moveTo>
                    <a:pt x="314134" y="549719"/>
                  </a:moveTo>
                  <a:lnTo>
                    <a:pt x="312077" y="539534"/>
                  </a:lnTo>
                  <a:lnTo>
                    <a:pt x="306463" y="531202"/>
                  </a:lnTo>
                  <a:lnTo>
                    <a:pt x="298145" y="525602"/>
                  </a:lnTo>
                  <a:lnTo>
                    <a:pt x="287947" y="523544"/>
                  </a:lnTo>
                  <a:lnTo>
                    <a:pt x="277761" y="525602"/>
                  </a:lnTo>
                  <a:lnTo>
                    <a:pt x="269443" y="531202"/>
                  </a:lnTo>
                  <a:lnTo>
                    <a:pt x="263829" y="539534"/>
                  </a:lnTo>
                  <a:lnTo>
                    <a:pt x="261772" y="549719"/>
                  </a:lnTo>
                  <a:lnTo>
                    <a:pt x="263829" y="559904"/>
                  </a:lnTo>
                  <a:lnTo>
                    <a:pt x="269443" y="568236"/>
                  </a:lnTo>
                  <a:lnTo>
                    <a:pt x="277761" y="573836"/>
                  </a:lnTo>
                  <a:lnTo>
                    <a:pt x="287947" y="575894"/>
                  </a:lnTo>
                  <a:lnTo>
                    <a:pt x="298145" y="573836"/>
                  </a:lnTo>
                  <a:lnTo>
                    <a:pt x="306463" y="568236"/>
                  </a:lnTo>
                  <a:lnTo>
                    <a:pt x="312077" y="559904"/>
                  </a:lnTo>
                  <a:lnTo>
                    <a:pt x="314134" y="549719"/>
                  </a:lnTo>
                  <a:close/>
                </a:path>
                <a:path w="575944" h="1885314">
                  <a:moveTo>
                    <a:pt x="314134" y="287947"/>
                  </a:moveTo>
                  <a:lnTo>
                    <a:pt x="312077" y="277761"/>
                  </a:lnTo>
                  <a:lnTo>
                    <a:pt x="306463" y="269443"/>
                  </a:lnTo>
                  <a:lnTo>
                    <a:pt x="298145" y="263829"/>
                  </a:lnTo>
                  <a:lnTo>
                    <a:pt x="287947" y="261772"/>
                  </a:lnTo>
                  <a:lnTo>
                    <a:pt x="277761" y="263829"/>
                  </a:lnTo>
                  <a:lnTo>
                    <a:pt x="269443" y="269443"/>
                  </a:lnTo>
                  <a:lnTo>
                    <a:pt x="263829" y="277761"/>
                  </a:lnTo>
                  <a:lnTo>
                    <a:pt x="261772" y="287947"/>
                  </a:lnTo>
                  <a:lnTo>
                    <a:pt x="263829" y="298145"/>
                  </a:lnTo>
                  <a:lnTo>
                    <a:pt x="269443" y="306463"/>
                  </a:lnTo>
                  <a:lnTo>
                    <a:pt x="277761" y="312064"/>
                  </a:lnTo>
                  <a:lnTo>
                    <a:pt x="287947" y="314121"/>
                  </a:lnTo>
                  <a:lnTo>
                    <a:pt x="298145" y="312064"/>
                  </a:lnTo>
                  <a:lnTo>
                    <a:pt x="306463" y="306463"/>
                  </a:lnTo>
                  <a:lnTo>
                    <a:pt x="312077" y="298145"/>
                  </a:lnTo>
                  <a:lnTo>
                    <a:pt x="314134" y="287947"/>
                  </a:lnTo>
                  <a:close/>
                </a:path>
                <a:path w="575944" h="1885314">
                  <a:moveTo>
                    <a:pt x="314134" y="26174"/>
                  </a:moveTo>
                  <a:lnTo>
                    <a:pt x="312077" y="15989"/>
                  </a:lnTo>
                  <a:lnTo>
                    <a:pt x="306463" y="7670"/>
                  </a:lnTo>
                  <a:lnTo>
                    <a:pt x="298145" y="2057"/>
                  </a:lnTo>
                  <a:lnTo>
                    <a:pt x="287947" y="0"/>
                  </a:lnTo>
                  <a:lnTo>
                    <a:pt x="277761" y="2057"/>
                  </a:lnTo>
                  <a:lnTo>
                    <a:pt x="269443" y="7670"/>
                  </a:lnTo>
                  <a:lnTo>
                    <a:pt x="263829" y="15989"/>
                  </a:lnTo>
                  <a:lnTo>
                    <a:pt x="261772" y="26174"/>
                  </a:lnTo>
                  <a:lnTo>
                    <a:pt x="263829" y="36372"/>
                  </a:lnTo>
                  <a:lnTo>
                    <a:pt x="269443" y="44691"/>
                  </a:lnTo>
                  <a:lnTo>
                    <a:pt x="277761" y="50292"/>
                  </a:lnTo>
                  <a:lnTo>
                    <a:pt x="287947" y="52349"/>
                  </a:lnTo>
                  <a:lnTo>
                    <a:pt x="298145" y="50292"/>
                  </a:lnTo>
                  <a:lnTo>
                    <a:pt x="306463" y="44691"/>
                  </a:lnTo>
                  <a:lnTo>
                    <a:pt x="312077" y="36372"/>
                  </a:lnTo>
                  <a:lnTo>
                    <a:pt x="314134" y="26174"/>
                  </a:lnTo>
                  <a:close/>
                </a:path>
                <a:path w="575944" h="1885314">
                  <a:moveTo>
                    <a:pt x="575906" y="1858581"/>
                  </a:moveTo>
                  <a:lnTo>
                    <a:pt x="573849" y="1848396"/>
                  </a:lnTo>
                  <a:lnTo>
                    <a:pt x="568236" y="1840064"/>
                  </a:lnTo>
                  <a:lnTo>
                    <a:pt x="559917" y="1834464"/>
                  </a:lnTo>
                  <a:lnTo>
                    <a:pt x="549719" y="1832406"/>
                  </a:lnTo>
                  <a:lnTo>
                    <a:pt x="539534" y="1834464"/>
                  </a:lnTo>
                  <a:lnTo>
                    <a:pt x="531215" y="1840064"/>
                  </a:lnTo>
                  <a:lnTo>
                    <a:pt x="525602" y="1848396"/>
                  </a:lnTo>
                  <a:lnTo>
                    <a:pt x="523544" y="1858581"/>
                  </a:lnTo>
                  <a:lnTo>
                    <a:pt x="525602" y="1868766"/>
                  </a:lnTo>
                  <a:lnTo>
                    <a:pt x="531215" y="1877098"/>
                  </a:lnTo>
                  <a:lnTo>
                    <a:pt x="539534" y="1882698"/>
                  </a:lnTo>
                  <a:lnTo>
                    <a:pt x="549719" y="1884756"/>
                  </a:lnTo>
                  <a:lnTo>
                    <a:pt x="559917" y="1882698"/>
                  </a:lnTo>
                  <a:lnTo>
                    <a:pt x="568236" y="1877098"/>
                  </a:lnTo>
                  <a:lnTo>
                    <a:pt x="573849" y="1868766"/>
                  </a:lnTo>
                  <a:lnTo>
                    <a:pt x="575906" y="1858581"/>
                  </a:lnTo>
                  <a:close/>
                </a:path>
                <a:path w="575944" h="1885314">
                  <a:moveTo>
                    <a:pt x="575906" y="1596809"/>
                  </a:moveTo>
                  <a:lnTo>
                    <a:pt x="573849" y="1586623"/>
                  </a:lnTo>
                  <a:lnTo>
                    <a:pt x="568236" y="1578292"/>
                  </a:lnTo>
                  <a:lnTo>
                    <a:pt x="559917" y="1572691"/>
                  </a:lnTo>
                  <a:lnTo>
                    <a:pt x="549719" y="1570634"/>
                  </a:lnTo>
                  <a:lnTo>
                    <a:pt x="539534" y="1572691"/>
                  </a:lnTo>
                  <a:lnTo>
                    <a:pt x="531215" y="1578292"/>
                  </a:lnTo>
                  <a:lnTo>
                    <a:pt x="525602" y="1586623"/>
                  </a:lnTo>
                  <a:lnTo>
                    <a:pt x="523544" y="1596809"/>
                  </a:lnTo>
                  <a:lnTo>
                    <a:pt x="525602" y="1606994"/>
                  </a:lnTo>
                  <a:lnTo>
                    <a:pt x="531215" y="1615325"/>
                  </a:lnTo>
                  <a:lnTo>
                    <a:pt x="539534" y="1620926"/>
                  </a:lnTo>
                  <a:lnTo>
                    <a:pt x="549719" y="1622983"/>
                  </a:lnTo>
                  <a:lnTo>
                    <a:pt x="559917" y="1620926"/>
                  </a:lnTo>
                  <a:lnTo>
                    <a:pt x="568236" y="1615325"/>
                  </a:lnTo>
                  <a:lnTo>
                    <a:pt x="573849" y="1606994"/>
                  </a:lnTo>
                  <a:lnTo>
                    <a:pt x="575906" y="1596809"/>
                  </a:lnTo>
                  <a:close/>
                </a:path>
                <a:path w="575944" h="1885314">
                  <a:moveTo>
                    <a:pt x="575906" y="1335036"/>
                  </a:moveTo>
                  <a:lnTo>
                    <a:pt x="573849" y="1324851"/>
                  </a:lnTo>
                  <a:lnTo>
                    <a:pt x="568236" y="1316520"/>
                  </a:lnTo>
                  <a:lnTo>
                    <a:pt x="559917" y="1310919"/>
                  </a:lnTo>
                  <a:lnTo>
                    <a:pt x="549719" y="1308862"/>
                  </a:lnTo>
                  <a:lnTo>
                    <a:pt x="539534" y="1310919"/>
                  </a:lnTo>
                  <a:lnTo>
                    <a:pt x="531215" y="1316520"/>
                  </a:lnTo>
                  <a:lnTo>
                    <a:pt x="525602" y="1324851"/>
                  </a:lnTo>
                  <a:lnTo>
                    <a:pt x="523544" y="1335036"/>
                  </a:lnTo>
                  <a:lnTo>
                    <a:pt x="525602" y="1345222"/>
                  </a:lnTo>
                  <a:lnTo>
                    <a:pt x="531215" y="1353553"/>
                  </a:lnTo>
                  <a:lnTo>
                    <a:pt x="539534" y="1359154"/>
                  </a:lnTo>
                  <a:lnTo>
                    <a:pt x="549719" y="1361211"/>
                  </a:lnTo>
                  <a:lnTo>
                    <a:pt x="559917" y="1359154"/>
                  </a:lnTo>
                  <a:lnTo>
                    <a:pt x="568236" y="1353553"/>
                  </a:lnTo>
                  <a:lnTo>
                    <a:pt x="573849" y="1345222"/>
                  </a:lnTo>
                  <a:lnTo>
                    <a:pt x="575906" y="1335036"/>
                  </a:lnTo>
                  <a:close/>
                </a:path>
                <a:path w="575944" h="1885314">
                  <a:moveTo>
                    <a:pt x="575906" y="1073264"/>
                  </a:moveTo>
                  <a:lnTo>
                    <a:pt x="573849" y="1063078"/>
                  </a:lnTo>
                  <a:lnTo>
                    <a:pt x="568236" y="1054747"/>
                  </a:lnTo>
                  <a:lnTo>
                    <a:pt x="559917" y="1049147"/>
                  </a:lnTo>
                  <a:lnTo>
                    <a:pt x="549719" y="1047089"/>
                  </a:lnTo>
                  <a:lnTo>
                    <a:pt x="539534" y="1049147"/>
                  </a:lnTo>
                  <a:lnTo>
                    <a:pt x="531215" y="1054747"/>
                  </a:lnTo>
                  <a:lnTo>
                    <a:pt x="525602" y="1063078"/>
                  </a:lnTo>
                  <a:lnTo>
                    <a:pt x="523544" y="1073264"/>
                  </a:lnTo>
                  <a:lnTo>
                    <a:pt x="525602" y="1083449"/>
                  </a:lnTo>
                  <a:lnTo>
                    <a:pt x="531215" y="1091780"/>
                  </a:lnTo>
                  <a:lnTo>
                    <a:pt x="539534" y="1097381"/>
                  </a:lnTo>
                  <a:lnTo>
                    <a:pt x="549719" y="1099439"/>
                  </a:lnTo>
                  <a:lnTo>
                    <a:pt x="559917" y="1097381"/>
                  </a:lnTo>
                  <a:lnTo>
                    <a:pt x="568236" y="1091780"/>
                  </a:lnTo>
                  <a:lnTo>
                    <a:pt x="573849" y="1083449"/>
                  </a:lnTo>
                  <a:lnTo>
                    <a:pt x="575906" y="1073264"/>
                  </a:lnTo>
                  <a:close/>
                </a:path>
                <a:path w="575944" h="1885314">
                  <a:moveTo>
                    <a:pt x="575906" y="811491"/>
                  </a:moveTo>
                  <a:lnTo>
                    <a:pt x="573849" y="801306"/>
                  </a:lnTo>
                  <a:lnTo>
                    <a:pt x="568236" y="792975"/>
                  </a:lnTo>
                  <a:lnTo>
                    <a:pt x="559917" y="787374"/>
                  </a:lnTo>
                  <a:lnTo>
                    <a:pt x="549719" y="785317"/>
                  </a:lnTo>
                  <a:lnTo>
                    <a:pt x="539534" y="787374"/>
                  </a:lnTo>
                  <a:lnTo>
                    <a:pt x="531215" y="792975"/>
                  </a:lnTo>
                  <a:lnTo>
                    <a:pt x="525602" y="801306"/>
                  </a:lnTo>
                  <a:lnTo>
                    <a:pt x="523544" y="811491"/>
                  </a:lnTo>
                  <a:lnTo>
                    <a:pt x="525602" y="821677"/>
                  </a:lnTo>
                  <a:lnTo>
                    <a:pt x="531215" y="830008"/>
                  </a:lnTo>
                  <a:lnTo>
                    <a:pt x="539534" y="835609"/>
                  </a:lnTo>
                  <a:lnTo>
                    <a:pt x="549719" y="837666"/>
                  </a:lnTo>
                  <a:lnTo>
                    <a:pt x="559917" y="835609"/>
                  </a:lnTo>
                  <a:lnTo>
                    <a:pt x="568236" y="830008"/>
                  </a:lnTo>
                  <a:lnTo>
                    <a:pt x="573849" y="821677"/>
                  </a:lnTo>
                  <a:lnTo>
                    <a:pt x="575906" y="811491"/>
                  </a:lnTo>
                  <a:close/>
                </a:path>
                <a:path w="575944" h="1885314">
                  <a:moveTo>
                    <a:pt x="575906" y="549719"/>
                  </a:moveTo>
                  <a:lnTo>
                    <a:pt x="573849" y="539534"/>
                  </a:lnTo>
                  <a:lnTo>
                    <a:pt x="568236" y="531202"/>
                  </a:lnTo>
                  <a:lnTo>
                    <a:pt x="559917" y="525602"/>
                  </a:lnTo>
                  <a:lnTo>
                    <a:pt x="549719" y="523544"/>
                  </a:lnTo>
                  <a:lnTo>
                    <a:pt x="539534" y="525602"/>
                  </a:lnTo>
                  <a:lnTo>
                    <a:pt x="531215" y="531202"/>
                  </a:lnTo>
                  <a:lnTo>
                    <a:pt x="525602" y="539534"/>
                  </a:lnTo>
                  <a:lnTo>
                    <a:pt x="523544" y="549719"/>
                  </a:lnTo>
                  <a:lnTo>
                    <a:pt x="525602" y="559904"/>
                  </a:lnTo>
                  <a:lnTo>
                    <a:pt x="531215" y="568236"/>
                  </a:lnTo>
                  <a:lnTo>
                    <a:pt x="539534" y="573836"/>
                  </a:lnTo>
                  <a:lnTo>
                    <a:pt x="549719" y="575894"/>
                  </a:lnTo>
                  <a:lnTo>
                    <a:pt x="559917" y="573836"/>
                  </a:lnTo>
                  <a:lnTo>
                    <a:pt x="568236" y="568236"/>
                  </a:lnTo>
                  <a:lnTo>
                    <a:pt x="573849" y="559904"/>
                  </a:lnTo>
                  <a:lnTo>
                    <a:pt x="575906" y="549719"/>
                  </a:lnTo>
                  <a:close/>
                </a:path>
                <a:path w="575944" h="1885314">
                  <a:moveTo>
                    <a:pt x="575906" y="287947"/>
                  </a:moveTo>
                  <a:lnTo>
                    <a:pt x="573849" y="277761"/>
                  </a:lnTo>
                  <a:lnTo>
                    <a:pt x="568236" y="269443"/>
                  </a:lnTo>
                  <a:lnTo>
                    <a:pt x="559917" y="263829"/>
                  </a:lnTo>
                  <a:lnTo>
                    <a:pt x="549719" y="261772"/>
                  </a:lnTo>
                  <a:lnTo>
                    <a:pt x="539534" y="263829"/>
                  </a:lnTo>
                  <a:lnTo>
                    <a:pt x="531215" y="269443"/>
                  </a:lnTo>
                  <a:lnTo>
                    <a:pt x="525602" y="277761"/>
                  </a:lnTo>
                  <a:lnTo>
                    <a:pt x="523544" y="287947"/>
                  </a:lnTo>
                  <a:lnTo>
                    <a:pt x="525602" y="298145"/>
                  </a:lnTo>
                  <a:lnTo>
                    <a:pt x="531215" y="306463"/>
                  </a:lnTo>
                  <a:lnTo>
                    <a:pt x="539534" y="312064"/>
                  </a:lnTo>
                  <a:lnTo>
                    <a:pt x="549719" y="314121"/>
                  </a:lnTo>
                  <a:lnTo>
                    <a:pt x="559917" y="312064"/>
                  </a:lnTo>
                  <a:lnTo>
                    <a:pt x="568236" y="306463"/>
                  </a:lnTo>
                  <a:lnTo>
                    <a:pt x="573849" y="298145"/>
                  </a:lnTo>
                  <a:lnTo>
                    <a:pt x="575906" y="287947"/>
                  </a:lnTo>
                  <a:close/>
                </a:path>
                <a:path w="575944" h="1885314">
                  <a:moveTo>
                    <a:pt x="575906" y="26174"/>
                  </a:moveTo>
                  <a:lnTo>
                    <a:pt x="573849" y="15989"/>
                  </a:lnTo>
                  <a:lnTo>
                    <a:pt x="568236" y="7670"/>
                  </a:lnTo>
                  <a:lnTo>
                    <a:pt x="559917" y="2057"/>
                  </a:lnTo>
                  <a:lnTo>
                    <a:pt x="549719" y="0"/>
                  </a:lnTo>
                  <a:lnTo>
                    <a:pt x="539534" y="2057"/>
                  </a:lnTo>
                  <a:lnTo>
                    <a:pt x="531215" y="7670"/>
                  </a:lnTo>
                  <a:lnTo>
                    <a:pt x="525602" y="15989"/>
                  </a:lnTo>
                  <a:lnTo>
                    <a:pt x="523544" y="26174"/>
                  </a:lnTo>
                  <a:lnTo>
                    <a:pt x="525602" y="36372"/>
                  </a:lnTo>
                  <a:lnTo>
                    <a:pt x="531215" y="44691"/>
                  </a:lnTo>
                  <a:lnTo>
                    <a:pt x="539534" y="50292"/>
                  </a:lnTo>
                  <a:lnTo>
                    <a:pt x="549719" y="52349"/>
                  </a:lnTo>
                  <a:lnTo>
                    <a:pt x="559917" y="50292"/>
                  </a:lnTo>
                  <a:lnTo>
                    <a:pt x="568236" y="44691"/>
                  </a:lnTo>
                  <a:lnTo>
                    <a:pt x="573849" y="36372"/>
                  </a:lnTo>
                  <a:lnTo>
                    <a:pt x="575906" y="26174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560101"/>
              <a:ext cx="11821629" cy="774845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774745" y="5654278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0328275" cy="2282035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APERFEIÇOAMENTO PROFISSIONAL</a:t>
            </a:r>
            <a:endParaRPr sz="4950" dirty="0">
              <a:latin typeface="Montserrat ExtraBold"/>
              <a:cs typeface="Montserrat ExtraBold"/>
            </a:endParaRPr>
          </a:p>
          <a:p>
            <a:pPr marL="12700">
              <a:lnSpc>
                <a:spcPts val="5940"/>
              </a:lnSpc>
            </a:pPr>
            <a:r>
              <a:rPr lang="pt-BR" sz="4950" b="0" spc="-25" dirty="0">
                <a:latin typeface="Montserrat"/>
                <a:cs typeface="Montserrat"/>
              </a:rPr>
              <a:t>OBJETIVO</a:t>
            </a:r>
            <a:endParaRPr sz="4950" dirty="0">
              <a:latin typeface="Montserrat"/>
              <a:cs typeface="Montserra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332678" y="6086775"/>
            <a:ext cx="6158865" cy="2264466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>
              <a:lnSpc>
                <a:spcPts val="2870"/>
              </a:lnSpc>
              <a:spcBef>
                <a:spcPts val="190"/>
              </a:spcBef>
            </a:pP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Implementação de soluções de desenvolvimento por meio de IA generativa.</a:t>
            </a:r>
          </a:p>
          <a:p>
            <a:pPr marL="12700" marR="5080">
              <a:lnSpc>
                <a:spcPts val="2870"/>
              </a:lnSpc>
              <a:spcBef>
                <a:spcPts val="190"/>
              </a:spcBef>
            </a:pP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Treinar seu modelo personalizado para atender uma determinada necessidade de implementação. </a:t>
            </a:r>
            <a:endParaRPr sz="2400" dirty="0">
              <a:latin typeface="Montserrat"/>
              <a:cs typeface="Montserra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332678" y="4098774"/>
            <a:ext cx="4194810" cy="11047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b="0" spc="15" dirty="0">
                <a:solidFill>
                  <a:srgbClr val="333333"/>
                </a:solidFill>
                <a:latin typeface="Montserrat Light"/>
                <a:cs typeface="Montserrat Light"/>
              </a:rPr>
              <a:t>OBJETIVO</a:t>
            </a:r>
            <a:r>
              <a:rPr sz="3600" b="0" spc="95" dirty="0">
                <a:solidFill>
                  <a:srgbClr val="333333"/>
                </a:solidFill>
                <a:latin typeface="Montserrat Light"/>
                <a:cs typeface="Montserrat Light"/>
              </a:rPr>
              <a:t> </a:t>
            </a:r>
            <a:r>
              <a:rPr lang="pt-BR" sz="36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DO CURSO</a:t>
            </a:r>
            <a:endParaRPr sz="3600" dirty="0">
              <a:latin typeface="Montserrat ExtraBold"/>
              <a:cs typeface="Montserrat ExtraBold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1814EF7-77E4-2178-6C85-902BCC496262}"/>
              </a:ext>
            </a:extLst>
          </p:cNvPr>
          <p:cNvSpPr txBox="1"/>
          <p:nvPr/>
        </p:nvSpPr>
        <p:spPr>
          <a:xfrm>
            <a:off x="7752813" y="6854700"/>
            <a:ext cx="3326103" cy="101566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  <p:txBody>
          <a:bodyPr wrap="none" rtlCol="0">
            <a:spAutoFit/>
          </a:bodyPr>
          <a:lstStyle/>
          <a:p>
            <a:r>
              <a:rPr lang="pt-BR" sz="6000" b="1" dirty="0">
                <a:solidFill>
                  <a:schemeClr val="bg1"/>
                </a:solidFill>
              </a:rPr>
              <a:t>Front-</a:t>
            </a:r>
            <a:r>
              <a:rPr lang="pt-BR" sz="6000" b="1" dirty="0" err="1">
                <a:solidFill>
                  <a:schemeClr val="bg1"/>
                </a:solidFill>
              </a:rPr>
              <a:t>End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3F1ED8F-0BC7-C73E-D7C3-4117E023D8A3}"/>
              </a:ext>
            </a:extLst>
          </p:cNvPr>
          <p:cNvSpPr txBox="1"/>
          <p:nvPr/>
        </p:nvSpPr>
        <p:spPr>
          <a:xfrm>
            <a:off x="926364" y="6790634"/>
            <a:ext cx="4380686" cy="101566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  <p:txBody>
          <a:bodyPr wrap="none" rtlCol="0">
            <a:spAutoFit/>
          </a:bodyPr>
          <a:lstStyle/>
          <a:p>
            <a:r>
              <a:rPr lang="pt-BR" sz="6000" b="1" dirty="0">
                <a:solidFill>
                  <a:schemeClr val="bg1"/>
                </a:solidFill>
              </a:rPr>
              <a:t>Programador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E62882E7-5444-33B2-DC25-CEE20BE78FA7}"/>
              </a:ext>
            </a:extLst>
          </p:cNvPr>
          <p:cNvSpPr txBox="1"/>
          <p:nvPr/>
        </p:nvSpPr>
        <p:spPr>
          <a:xfrm>
            <a:off x="5652393" y="4546973"/>
            <a:ext cx="1688283" cy="101566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  <p:txBody>
          <a:bodyPr wrap="none" rtlCol="0">
            <a:spAutoFit/>
          </a:bodyPr>
          <a:lstStyle/>
          <a:p>
            <a:r>
              <a:rPr lang="pt-BR" sz="6000" b="1" dirty="0">
                <a:solidFill>
                  <a:schemeClr val="bg1"/>
                </a:solidFill>
              </a:rPr>
              <a:t>WEB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9AA0B4C7-8EC4-D22A-C7F7-DB4DA8F003BA}"/>
              </a:ext>
            </a:extLst>
          </p:cNvPr>
          <p:cNvSpPr txBox="1"/>
          <p:nvPr/>
        </p:nvSpPr>
        <p:spPr>
          <a:xfrm>
            <a:off x="4676006" y="9263158"/>
            <a:ext cx="4132734" cy="101566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  <p:txBody>
          <a:bodyPr wrap="none" rtlCol="0">
            <a:spAutoFit/>
          </a:bodyPr>
          <a:lstStyle/>
          <a:p>
            <a:r>
              <a:rPr lang="pt-BR" sz="6000" b="1" dirty="0">
                <a:solidFill>
                  <a:schemeClr val="bg1"/>
                </a:solidFill>
              </a:rPr>
              <a:t>ou Full </a:t>
            </a:r>
            <a:r>
              <a:rPr lang="pt-BR" sz="6000" b="1" dirty="0" err="1">
                <a:solidFill>
                  <a:schemeClr val="bg1"/>
                </a:solidFill>
              </a:rPr>
              <a:t>stack</a:t>
            </a:r>
            <a:endParaRPr lang="pt-BR" sz="6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308715"/>
            <a:chOff x="0" y="0"/>
            <a:chExt cx="20104100" cy="11308715"/>
          </a:xfrm>
        </p:grpSpPr>
        <p:sp>
          <p:nvSpPr>
            <p:cNvPr id="3" name="object 3"/>
            <p:cNvSpPr/>
            <p:nvPr/>
          </p:nvSpPr>
          <p:spPr>
            <a:xfrm>
              <a:off x="0" y="11151493"/>
              <a:ext cx="12565380" cy="157480"/>
            </a:xfrm>
            <a:custGeom>
              <a:avLst/>
              <a:gdLst/>
              <a:ahLst/>
              <a:cxnLst/>
              <a:rect l="l" t="t" r="r" b="b"/>
              <a:pathLst>
                <a:path w="12565380" h="157479">
                  <a:moveTo>
                    <a:pt x="0" y="157063"/>
                  </a:moveTo>
                  <a:lnTo>
                    <a:pt x="12565062" y="157063"/>
                  </a:lnTo>
                  <a:lnTo>
                    <a:pt x="12565062" y="0"/>
                  </a:lnTo>
                  <a:lnTo>
                    <a:pt x="0" y="0"/>
                  </a:lnTo>
                  <a:lnTo>
                    <a:pt x="0" y="157063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565062" y="0"/>
              <a:ext cx="7539355" cy="11308715"/>
            </a:xfrm>
            <a:custGeom>
              <a:avLst/>
              <a:gdLst/>
              <a:ahLst/>
              <a:cxnLst/>
              <a:rect l="l" t="t" r="r" b="b"/>
              <a:pathLst>
                <a:path w="7539355" h="11308715">
                  <a:moveTo>
                    <a:pt x="7539037" y="0"/>
                  </a:moveTo>
                  <a:lnTo>
                    <a:pt x="0" y="0"/>
                  </a:lnTo>
                  <a:lnTo>
                    <a:pt x="0" y="11308556"/>
                  </a:lnTo>
                  <a:lnTo>
                    <a:pt x="7539037" y="11308556"/>
                  </a:lnTo>
                  <a:lnTo>
                    <a:pt x="7539037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64029" y="9319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2779915" y="545020"/>
                  </a:moveTo>
                  <a:lnTo>
                    <a:pt x="2753639" y="265760"/>
                  </a:lnTo>
                  <a:lnTo>
                    <a:pt x="2750807" y="265760"/>
                  </a:lnTo>
                  <a:lnTo>
                    <a:pt x="2600236" y="545020"/>
                  </a:lnTo>
                  <a:lnTo>
                    <a:pt x="2779915" y="545020"/>
                  </a:lnTo>
                  <a:close/>
                </a:path>
                <a:path w="3693159" h="942975">
                  <a:moveTo>
                    <a:pt x="3692982" y="0"/>
                  </a:moveTo>
                  <a:lnTo>
                    <a:pt x="3424605" y="0"/>
                  </a:lnTo>
                  <a:lnTo>
                    <a:pt x="3424605" y="134556"/>
                  </a:lnTo>
                  <a:lnTo>
                    <a:pt x="3281781" y="806462"/>
                  </a:lnTo>
                  <a:lnTo>
                    <a:pt x="3095612" y="806462"/>
                  </a:lnTo>
                  <a:lnTo>
                    <a:pt x="3238538" y="134556"/>
                  </a:lnTo>
                  <a:lnTo>
                    <a:pt x="3424605" y="134556"/>
                  </a:lnTo>
                  <a:lnTo>
                    <a:pt x="3424605" y="0"/>
                  </a:lnTo>
                  <a:lnTo>
                    <a:pt x="3024924" y="0"/>
                  </a:lnTo>
                  <a:lnTo>
                    <a:pt x="3024924" y="806462"/>
                  </a:lnTo>
                  <a:lnTo>
                    <a:pt x="2814574" y="806462"/>
                  </a:lnTo>
                  <a:lnTo>
                    <a:pt x="2797810" y="675284"/>
                  </a:lnTo>
                  <a:lnTo>
                    <a:pt x="2525153" y="675284"/>
                  </a:lnTo>
                  <a:lnTo>
                    <a:pt x="2453538" y="806462"/>
                  </a:lnTo>
                  <a:lnTo>
                    <a:pt x="2267356" y="806462"/>
                  </a:lnTo>
                  <a:lnTo>
                    <a:pt x="2675407" y="134556"/>
                  </a:lnTo>
                  <a:lnTo>
                    <a:pt x="2902521" y="134556"/>
                  </a:lnTo>
                  <a:lnTo>
                    <a:pt x="3024924" y="806462"/>
                  </a:lnTo>
                  <a:lnTo>
                    <a:pt x="3024924" y="0"/>
                  </a:lnTo>
                  <a:lnTo>
                    <a:pt x="2341283" y="0"/>
                  </a:lnTo>
                  <a:lnTo>
                    <a:pt x="2341283" y="134556"/>
                  </a:lnTo>
                  <a:lnTo>
                    <a:pt x="2198459" y="806462"/>
                  </a:lnTo>
                  <a:lnTo>
                    <a:pt x="1940674" y="806462"/>
                  </a:lnTo>
                  <a:lnTo>
                    <a:pt x="1822030" y="291833"/>
                  </a:lnTo>
                  <a:lnTo>
                    <a:pt x="1820151" y="291833"/>
                  </a:lnTo>
                  <a:lnTo>
                    <a:pt x="1710829" y="806462"/>
                  </a:lnTo>
                  <a:lnTo>
                    <a:pt x="1543304" y="806462"/>
                  </a:lnTo>
                  <a:lnTo>
                    <a:pt x="1686115" y="134556"/>
                  </a:lnTo>
                  <a:lnTo>
                    <a:pt x="1946744" y="134556"/>
                  </a:lnTo>
                  <a:lnTo>
                    <a:pt x="2065477" y="635266"/>
                  </a:lnTo>
                  <a:lnTo>
                    <a:pt x="2067687" y="633399"/>
                  </a:lnTo>
                  <a:lnTo>
                    <a:pt x="2173744" y="134556"/>
                  </a:lnTo>
                  <a:lnTo>
                    <a:pt x="2341283" y="134556"/>
                  </a:lnTo>
                  <a:lnTo>
                    <a:pt x="2341283" y="0"/>
                  </a:lnTo>
                  <a:lnTo>
                    <a:pt x="1580997" y="0"/>
                  </a:lnTo>
                  <a:lnTo>
                    <a:pt x="1580997" y="134556"/>
                  </a:lnTo>
                  <a:lnTo>
                    <a:pt x="1553146" y="264820"/>
                  </a:lnTo>
                  <a:lnTo>
                    <a:pt x="1227391" y="264820"/>
                  </a:lnTo>
                  <a:lnTo>
                    <a:pt x="1197965" y="403555"/>
                  </a:lnTo>
                  <a:lnTo>
                    <a:pt x="1497647" y="403555"/>
                  </a:lnTo>
                  <a:lnTo>
                    <a:pt x="1469999" y="533819"/>
                  </a:lnTo>
                  <a:lnTo>
                    <a:pt x="1170330" y="533819"/>
                  </a:lnTo>
                  <a:lnTo>
                    <a:pt x="1140066" y="676224"/>
                  </a:lnTo>
                  <a:lnTo>
                    <a:pt x="1465922" y="676224"/>
                  </a:lnTo>
                  <a:lnTo>
                    <a:pt x="1438071" y="806462"/>
                  </a:lnTo>
                  <a:lnTo>
                    <a:pt x="926261" y="806462"/>
                  </a:lnTo>
                  <a:lnTo>
                    <a:pt x="1027137" y="331825"/>
                  </a:lnTo>
                  <a:lnTo>
                    <a:pt x="1069073" y="134556"/>
                  </a:lnTo>
                  <a:lnTo>
                    <a:pt x="1580997" y="134556"/>
                  </a:lnTo>
                  <a:lnTo>
                    <a:pt x="1580997" y="0"/>
                  </a:lnTo>
                  <a:lnTo>
                    <a:pt x="908469" y="0"/>
                  </a:lnTo>
                  <a:lnTo>
                    <a:pt x="908469" y="281914"/>
                  </a:lnTo>
                  <a:lnTo>
                    <a:pt x="899655" y="331825"/>
                  </a:lnTo>
                  <a:lnTo>
                    <a:pt x="713587" y="331825"/>
                  </a:lnTo>
                  <a:lnTo>
                    <a:pt x="716394" y="313486"/>
                  </a:lnTo>
                  <a:lnTo>
                    <a:pt x="715302" y="297522"/>
                  </a:lnTo>
                  <a:lnTo>
                    <a:pt x="690422" y="263029"/>
                  </a:lnTo>
                  <a:lnTo>
                    <a:pt x="634746" y="250888"/>
                  </a:lnTo>
                  <a:lnTo>
                    <a:pt x="603135" y="255765"/>
                  </a:lnTo>
                  <a:lnTo>
                    <a:pt x="574814" y="268998"/>
                  </a:lnTo>
                  <a:lnTo>
                    <a:pt x="553186" y="288531"/>
                  </a:lnTo>
                  <a:lnTo>
                    <a:pt x="541667" y="312254"/>
                  </a:lnTo>
                  <a:lnTo>
                    <a:pt x="545160" y="343458"/>
                  </a:lnTo>
                  <a:lnTo>
                    <a:pt x="566470" y="364985"/>
                  </a:lnTo>
                  <a:lnTo>
                    <a:pt x="598462" y="379704"/>
                  </a:lnTo>
                  <a:lnTo>
                    <a:pt x="634009" y="390474"/>
                  </a:lnTo>
                  <a:lnTo>
                    <a:pt x="710336" y="409155"/>
                  </a:lnTo>
                  <a:lnTo>
                    <a:pt x="749350" y="420395"/>
                  </a:lnTo>
                  <a:lnTo>
                    <a:pt x="786155" y="434962"/>
                  </a:lnTo>
                  <a:lnTo>
                    <a:pt x="844689" y="480275"/>
                  </a:lnTo>
                  <a:lnTo>
                    <a:pt x="862241" y="514121"/>
                  </a:lnTo>
                  <a:lnTo>
                    <a:pt x="869188" y="557479"/>
                  </a:lnTo>
                  <a:lnTo>
                    <a:pt x="863434" y="611924"/>
                  </a:lnTo>
                  <a:lnTo>
                    <a:pt x="848969" y="656336"/>
                  </a:lnTo>
                  <a:lnTo>
                    <a:pt x="826350" y="695312"/>
                  </a:lnTo>
                  <a:lnTo>
                    <a:pt x="796569" y="728903"/>
                  </a:lnTo>
                  <a:lnTo>
                    <a:pt x="760653" y="757161"/>
                  </a:lnTo>
                  <a:lnTo>
                    <a:pt x="719594" y="780161"/>
                  </a:lnTo>
                  <a:lnTo>
                    <a:pt x="674408" y="797941"/>
                  </a:lnTo>
                  <a:lnTo>
                    <a:pt x="626084" y="810577"/>
                  </a:lnTo>
                  <a:lnTo>
                    <a:pt x="575627" y="818121"/>
                  </a:lnTo>
                  <a:lnTo>
                    <a:pt x="524065" y="820610"/>
                  </a:lnTo>
                  <a:lnTo>
                    <a:pt x="473151" y="818794"/>
                  </a:lnTo>
                  <a:lnTo>
                    <a:pt x="425462" y="812838"/>
                  </a:lnTo>
                  <a:lnTo>
                    <a:pt x="382104" y="801992"/>
                  </a:lnTo>
                  <a:lnTo>
                    <a:pt x="344208" y="785520"/>
                  </a:lnTo>
                  <a:lnTo>
                    <a:pt x="312864" y="762660"/>
                  </a:lnTo>
                  <a:lnTo>
                    <a:pt x="289204" y="732675"/>
                  </a:lnTo>
                  <a:lnTo>
                    <a:pt x="274345" y="694804"/>
                  </a:lnTo>
                  <a:lnTo>
                    <a:pt x="269405" y="648309"/>
                  </a:lnTo>
                  <a:lnTo>
                    <a:pt x="275488" y="592455"/>
                  </a:lnTo>
                  <a:lnTo>
                    <a:pt x="461657" y="592455"/>
                  </a:lnTo>
                  <a:lnTo>
                    <a:pt x="460578" y="634403"/>
                  </a:lnTo>
                  <a:lnTo>
                    <a:pt x="477113" y="665022"/>
                  </a:lnTo>
                  <a:lnTo>
                    <a:pt x="508863" y="683780"/>
                  </a:lnTo>
                  <a:lnTo>
                    <a:pt x="553491" y="690143"/>
                  </a:lnTo>
                  <a:lnTo>
                    <a:pt x="587768" y="685965"/>
                  </a:lnTo>
                  <a:lnTo>
                    <a:pt x="622020" y="673404"/>
                  </a:lnTo>
                  <a:lnTo>
                    <a:pt x="649998" y="652462"/>
                  </a:lnTo>
                  <a:lnTo>
                    <a:pt x="665416" y="623125"/>
                  </a:lnTo>
                  <a:lnTo>
                    <a:pt x="665492" y="593737"/>
                  </a:lnTo>
                  <a:lnTo>
                    <a:pt x="664705" y="592455"/>
                  </a:lnTo>
                  <a:lnTo>
                    <a:pt x="652424" y="572452"/>
                  </a:lnTo>
                  <a:lnTo>
                    <a:pt x="628230" y="556996"/>
                  </a:lnTo>
                  <a:lnTo>
                    <a:pt x="594906" y="545071"/>
                  </a:lnTo>
                  <a:lnTo>
                    <a:pt x="508914" y="522744"/>
                  </a:lnTo>
                  <a:lnTo>
                    <a:pt x="460235" y="507771"/>
                  </a:lnTo>
                  <a:lnTo>
                    <a:pt x="410451" y="487222"/>
                  </a:lnTo>
                  <a:lnTo>
                    <a:pt x="371919" y="459282"/>
                  </a:lnTo>
                  <a:lnTo>
                    <a:pt x="348335" y="421398"/>
                  </a:lnTo>
                  <a:lnTo>
                    <a:pt x="339153" y="375475"/>
                  </a:lnTo>
                  <a:lnTo>
                    <a:pt x="343865" y="323443"/>
                  </a:lnTo>
                  <a:lnTo>
                    <a:pt x="361442" y="274574"/>
                  </a:lnTo>
                  <a:lnTo>
                    <a:pt x="386054" y="233654"/>
                  </a:lnTo>
                  <a:lnTo>
                    <a:pt x="416725" y="200101"/>
                  </a:lnTo>
                  <a:lnTo>
                    <a:pt x="452513" y="173329"/>
                  </a:lnTo>
                  <a:lnTo>
                    <a:pt x="492455" y="152742"/>
                  </a:lnTo>
                  <a:lnTo>
                    <a:pt x="535597" y="137756"/>
                  </a:lnTo>
                  <a:lnTo>
                    <a:pt x="580974" y="127787"/>
                  </a:lnTo>
                  <a:lnTo>
                    <a:pt x="627634" y="122237"/>
                  </a:lnTo>
                  <a:lnTo>
                    <a:pt x="674636" y="120523"/>
                  </a:lnTo>
                  <a:lnTo>
                    <a:pt x="720356" y="122428"/>
                  </a:lnTo>
                  <a:lnTo>
                    <a:pt x="764184" y="128524"/>
                  </a:lnTo>
                  <a:lnTo>
                    <a:pt x="804684" y="139306"/>
                  </a:lnTo>
                  <a:lnTo>
                    <a:pt x="840486" y="155308"/>
                  </a:lnTo>
                  <a:lnTo>
                    <a:pt x="892314" y="205041"/>
                  </a:lnTo>
                  <a:lnTo>
                    <a:pt x="908469" y="281914"/>
                  </a:lnTo>
                  <a:lnTo>
                    <a:pt x="908469" y="0"/>
                  </a:lnTo>
                  <a:lnTo>
                    <a:pt x="0" y="0"/>
                  </a:lnTo>
                  <a:lnTo>
                    <a:pt x="0" y="137388"/>
                  </a:lnTo>
                  <a:lnTo>
                    <a:pt x="198323" y="137388"/>
                  </a:lnTo>
                  <a:lnTo>
                    <a:pt x="198323" y="162204"/>
                  </a:lnTo>
                  <a:lnTo>
                    <a:pt x="0" y="162204"/>
                  </a:lnTo>
                  <a:lnTo>
                    <a:pt x="0" y="295605"/>
                  </a:lnTo>
                  <a:lnTo>
                    <a:pt x="198323" y="295605"/>
                  </a:lnTo>
                  <a:lnTo>
                    <a:pt x="198323" y="320408"/>
                  </a:lnTo>
                  <a:lnTo>
                    <a:pt x="0" y="320408"/>
                  </a:lnTo>
                  <a:lnTo>
                    <a:pt x="0" y="458101"/>
                  </a:lnTo>
                  <a:lnTo>
                    <a:pt x="198323" y="458101"/>
                  </a:lnTo>
                  <a:lnTo>
                    <a:pt x="198323" y="482930"/>
                  </a:lnTo>
                  <a:lnTo>
                    <a:pt x="0" y="482930"/>
                  </a:lnTo>
                  <a:lnTo>
                    <a:pt x="0" y="622820"/>
                  </a:lnTo>
                  <a:lnTo>
                    <a:pt x="198323" y="622820"/>
                  </a:lnTo>
                  <a:lnTo>
                    <a:pt x="198323" y="647623"/>
                  </a:lnTo>
                  <a:lnTo>
                    <a:pt x="0" y="647623"/>
                  </a:lnTo>
                  <a:lnTo>
                    <a:pt x="0" y="781545"/>
                  </a:lnTo>
                  <a:lnTo>
                    <a:pt x="198323" y="781545"/>
                  </a:lnTo>
                  <a:lnTo>
                    <a:pt x="198323" y="806361"/>
                  </a:lnTo>
                  <a:lnTo>
                    <a:pt x="0" y="806361"/>
                  </a:lnTo>
                  <a:lnTo>
                    <a:pt x="0" y="942378"/>
                  </a:lnTo>
                  <a:lnTo>
                    <a:pt x="3692982" y="942378"/>
                  </a:lnTo>
                  <a:lnTo>
                    <a:pt x="3692982" y="820610"/>
                  </a:lnTo>
                  <a:lnTo>
                    <a:pt x="3692982" y="806462"/>
                  </a:lnTo>
                  <a:lnTo>
                    <a:pt x="3494544" y="806361"/>
                  </a:lnTo>
                  <a:lnTo>
                    <a:pt x="3494544" y="781545"/>
                  </a:lnTo>
                  <a:lnTo>
                    <a:pt x="3692982" y="781545"/>
                  </a:lnTo>
                  <a:lnTo>
                    <a:pt x="3692982" y="647623"/>
                  </a:lnTo>
                  <a:lnTo>
                    <a:pt x="3494544" y="647623"/>
                  </a:lnTo>
                  <a:lnTo>
                    <a:pt x="3494544" y="622820"/>
                  </a:lnTo>
                  <a:lnTo>
                    <a:pt x="3692982" y="622820"/>
                  </a:lnTo>
                  <a:lnTo>
                    <a:pt x="3692982" y="482930"/>
                  </a:lnTo>
                  <a:lnTo>
                    <a:pt x="3494544" y="482930"/>
                  </a:lnTo>
                  <a:lnTo>
                    <a:pt x="3494544" y="458101"/>
                  </a:lnTo>
                  <a:lnTo>
                    <a:pt x="3692982" y="458101"/>
                  </a:lnTo>
                  <a:lnTo>
                    <a:pt x="3692982" y="320408"/>
                  </a:lnTo>
                  <a:lnTo>
                    <a:pt x="3494544" y="320408"/>
                  </a:lnTo>
                  <a:lnTo>
                    <a:pt x="3494544" y="295605"/>
                  </a:lnTo>
                  <a:lnTo>
                    <a:pt x="3692982" y="295605"/>
                  </a:lnTo>
                  <a:lnTo>
                    <a:pt x="3692982" y="162204"/>
                  </a:lnTo>
                  <a:lnTo>
                    <a:pt x="3494544" y="162204"/>
                  </a:lnTo>
                  <a:lnTo>
                    <a:pt x="3494544" y="137388"/>
                  </a:lnTo>
                  <a:lnTo>
                    <a:pt x="3692982" y="137388"/>
                  </a:lnTo>
                  <a:lnTo>
                    <a:pt x="3692982" y="134556"/>
                  </a:lnTo>
                  <a:lnTo>
                    <a:pt x="3692982" y="120523"/>
                  </a:lnTo>
                  <a:lnTo>
                    <a:pt x="36929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7088" y="0"/>
              <a:ext cx="11517973" cy="64801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61759" y="9004966"/>
              <a:ext cx="1885314" cy="1885314"/>
            </a:xfrm>
            <a:custGeom>
              <a:avLst/>
              <a:gdLst/>
              <a:ahLst/>
              <a:cxnLst/>
              <a:rect l="l" t="t" r="r" b="b"/>
              <a:pathLst>
                <a:path w="1885314" h="1885315">
                  <a:moveTo>
                    <a:pt x="52362" y="1858581"/>
                  </a:moveTo>
                  <a:lnTo>
                    <a:pt x="50304" y="1848396"/>
                  </a:lnTo>
                  <a:lnTo>
                    <a:pt x="44691" y="1840077"/>
                  </a:lnTo>
                  <a:lnTo>
                    <a:pt x="36372" y="1834464"/>
                  </a:lnTo>
                  <a:lnTo>
                    <a:pt x="26187" y="1832406"/>
                  </a:lnTo>
                  <a:lnTo>
                    <a:pt x="15989" y="1834464"/>
                  </a:lnTo>
                  <a:lnTo>
                    <a:pt x="7670" y="1840077"/>
                  </a:lnTo>
                  <a:lnTo>
                    <a:pt x="2057" y="1848396"/>
                  </a:lnTo>
                  <a:lnTo>
                    <a:pt x="0" y="1858581"/>
                  </a:lnTo>
                  <a:lnTo>
                    <a:pt x="2057" y="1868779"/>
                  </a:lnTo>
                  <a:lnTo>
                    <a:pt x="7670" y="1877098"/>
                  </a:lnTo>
                  <a:lnTo>
                    <a:pt x="15989" y="1882698"/>
                  </a:lnTo>
                  <a:lnTo>
                    <a:pt x="26187" y="1884756"/>
                  </a:lnTo>
                  <a:lnTo>
                    <a:pt x="36372" y="1882698"/>
                  </a:lnTo>
                  <a:lnTo>
                    <a:pt x="44691" y="1877098"/>
                  </a:lnTo>
                  <a:lnTo>
                    <a:pt x="50304" y="1868779"/>
                  </a:lnTo>
                  <a:lnTo>
                    <a:pt x="52362" y="1858581"/>
                  </a:lnTo>
                  <a:close/>
                </a:path>
                <a:path w="1885314" h="1885315">
                  <a:moveTo>
                    <a:pt x="52362" y="1596809"/>
                  </a:moveTo>
                  <a:lnTo>
                    <a:pt x="50304" y="1586623"/>
                  </a:lnTo>
                  <a:lnTo>
                    <a:pt x="44691" y="1578305"/>
                  </a:lnTo>
                  <a:lnTo>
                    <a:pt x="36372" y="1572691"/>
                  </a:lnTo>
                  <a:lnTo>
                    <a:pt x="26187" y="1570634"/>
                  </a:lnTo>
                  <a:lnTo>
                    <a:pt x="15989" y="1572691"/>
                  </a:lnTo>
                  <a:lnTo>
                    <a:pt x="7670" y="1578305"/>
                  </a:lnTo>
                  <a:lnTo>
                    <a:pt x="2057" y="1586623"/>
                  </a:lnTo>
                  <a:lnTo>
                    <a:pt x="0" y="1596809"/>
                  </a:lnTo>
                  <a:lnTo>
                    <a:pt x="2057" y="1607007"/>
                  </a:lnTo>
                  <a:lnTo>
                    <a:pt x="7670" y="1615325"/>
                  </a:lnTo>
                  <a:lnTo>
                    <a:pt x="15989" y="1620926"/>
                  </a:lnTo>
                  <a:lnTo>
                    <a:pt x="26187" y="1622983"/>
                  </a:lnTo>
                  <a:lnTo>
                    <a:pt x="36372" y="1620926"/>
                  </a:lnTo>
                  <a:lnTo>
                    <a:pt x="44691" y="1615325"/>
                  </a:lnTo>
                  <a:lnTo>
                    <a:pt x="50304" y="1607007"/>
                  </a:lnTo>
                  <a:lnTo>
                    <a:pt x="52362" y="1596809"/>
                  </a:lnTo>
                  <a:close/>
                </a:path>
                <a:path w="1885314" h="1885315">
                  <a:moveTo>
                    <a:pt x="52362" y="1335036"/>
                  </a:moveTo>
                  <a:lnTo>
                    <a:pt x="50304" y="1324851"/>
                  </a:lnTo>
                  <a:lnTo>
                    <a:pt x="44691" y="1316532"/>
                  </a:lnTo>
                  <a:lnTo>
                    <a:pt x="36372" y="1310919"/>
                  </a:lnTo>
                  <a:lnTo>
                    <a:pt x="26187" y="1308862"/>
                  </a:lnTo>
                  <a:lnTo>
                    <a:pt x="15989" y="1310919"/>
                  </a:lnTo>
                  <a:lnTo>
                    <a:pt x="7670" y="1316532"/>
                  </a:lnTo>
                  <a:lnTo>
                    <a:pt x="2057" y="1324851"/>
                  </a:lnTo>
                  <a:lnTo>
                    <a:pt x="0" y="1335036"/>
                  </a:lnTo>
                  <a:lnTo>
                    <a:pt x="2057" y="1345234"/>
                  </a:lnTo>
                  <a:lnTo>
                    <a:pt x="7670" y="1353553"/>
                  </a:lnTo>
                  <a:lnTo>
                    <a:pt x="15989" y="1359154"/>
                  </a:lnTo>
                  <a:lnTo>
                    <a:pt x="26187" y="1361211"/>
                  </a:lnTo>
                  <a:lnTo>
                    <a:pt x="36372" y="1359154"/>
                  </a:lnTo>
                  <a:lnTo>
                    <a:pt x="44691" y="1353553"/>
                  </a:lnTo>
                  <a:lnTo>
                    <a:pt x="50304" y="1345234"/>
                  </a:lnTo>
                  <a:lnTo>
                    <a:pt x="52362" y="1335036"/>
                  </a:lnTo>
                  <a:close/>
                </a:path>
                <a:path w="1885314" h="1885315">
                  <a:moveTo>
                    <a:pt x="52362" y="1073264"/>
                  </a:moveTo>
                  <a:lnTo>
                    <a:pt x="50304" y="1063078"/>
                  </a:lnTo>
                  <a:lnTo>
                    <a:pt x="44691" y="1054760"/>
                  </a:lnTo>
                  <a:lnTo>
                    <a:pt x="36372" y="1049147"/>
                  </a:lnTo>
                  <a:lnTo>
                    <a:pt x="26187" y="1047089"/>
                  </a:lnTo>
                  <a:lnTo>
                    <a:pt x="15989" y="1049147"/>
                  </a:lnTo>
                  <a:lnTo>
                    <a:pt x="7670" y="1054760"/>
                  </a:lnTo>
                  <a:lnTo>
                    <a:pt x="2057" y="1063078"/>
                  </a:lnTo>
                  <a:lnTo>
                    <a:pt x="0" y="1073264"/>
                  </a:lnTo>
                  <a:lnTo>
                    <a:pt x="2057" y="1083462"/>
                  </a:lnTo>
                  <a:lnTo>
                    <a:pt x="7670" y="1091780"/>
                  </a:lnTo>
                  <a:lnTo>
                    <a:pt x="15989" y="1097381"/>
                  </a:lnTo>
                  <a:lnTo>
                    <a:pt x="26187" y="1099439"/>
                  </a:lnTo>
                  <a:lnTo>
                    <a:pt x="36372" y="1097381"/>
                  </a:lnTo>
                  <a:lnTo>
                    <a:pt x="44691" y="1091780"/>
                  </a:lnTo>
                  <a:lnTo>
                    <a:pt x="50304" y="1083462"/>
                  </a:lnTo>
                  <a:lnTo>
                    <a:pt x="52362" y="1073264"/>
                  </a:lnTo>
                  <a:close/>
                </a:path>
                <a:path w="1885314" h="1885315">
                  <a:moveTo>
                    <a:pt x="52362" y="811491"/>
                  </a:moveTo>
                  <a:lnTo>
                    <a:pt x="50304" y="801306"/>
                  </a:lnTo>
                  <a:lnTo>
                    <a:pt x="44691" y="792988"/>
                  </a:lnTo>
                  <a:lnTo>
                    <a:pt x="36372" y="787374"/>
                  </a:lnTo>
                  <a:lnTo>
                    <a:pt x="26187" y="785317"/>
                  </a:lnTo>
                  <a:lnTo>
                    <a:pt x="15989" y="787374"/>
                  </a:lnTo>
                  <a:lnTo>
                    <a:pt x="7670" y="792988"/>
                  </a:lnTo>
                  <a:lnTo>
                    <a:pt x="2057" y="801306"/>
                  </a:lnTo>
                  <a:lnTo>
                    <a:pt x="0" y="811491"/>
                  </a:lnTo>
                  <a:lnTo>
                    <a:pt x="2057" y="821690"/>
                  </a:lnTo>
                  <a:lnTo>
                    <a:pt x="7670" y="830008"/>
                  </a:lnTo>
                  <a:lnTo>
                    <a:pt x="15989" y="835609"/>
                  </a:lnTo>
                  <a:lnTo>
                    <a:pt x="26187" y="837666"/>
                  </a:lnTo>
                  <a:lnTo>
                    <a:pt x="36372" y="835609"/>
                  </a:lnTo>
                  <a:lnTo>
                    <a:pt x="44691" y="830008"/>
                  </a:lnTo>
                  <a:lnTo>
                    <a:pt x="50304" y="821690"/>
                  </a:lnTo>
                  <a:lnTo>
                    <a:pt x="52362" y="811491"/>
                  </a:lnTo>
                  <a:close/>
                </a:path>
                <a:path w="1885314" h="1885315">
                  <a:moveTo>
                    <a:pt x="52362" y="549719"/>
                  </a:moveTo>
                  <a:lnTo>
                    <a:pt x="50304" y="539534"/>
                  </a:lnTo>
                  <a:lnTo>
                    <a:pt x="44691" y="531215"/>
                  </a:lnTo>
                  <a:lnTo>
                    <a:pt x="36372" y="525602"/>
                  </a:lnTo>
                  <a:lnTo>
                    <a:pt x="26187" y="523544"/>
                  </a:lnTo>
                  <a:lnTo>
                    <a:pt x="15989" y="525602"/>
                  </a:lnTo>
                  <a:lnTo>
                    <a:pt x="7670" y="531215"/>
                  </a:lnTo>
                  <a:lnTo>
                    <a:pt x="2057" y="539534"/>
                  </a:lnTo>
                  <a:lnTo>
                    <a:pt x="0" y="549719"/>
                  </a:lnTo>
                  <a:lnTo>
                    <a:pt x="2057" y="559917"/>
                  </a:lnTo>
                  <a:lnTo>
                    <a:pt x="7670" y="568236"/>
                  </a:lnTo>
                  <a:lnTo>
                    <a:pt x="15989" y="573836"/>
                  </a:lnTo>
                  <a:lnTo>
                    <a:pt x="26187" y="575894"/>
                  </a:lnTo>
                  <a:lnTo>
                    <a:pt x="36372" y="573836"/>
                  </a:lnTo>
                  <a:lnTo>
                    <a:pt x="44691" y="568236"/>
                  </a:lnTo>
                  <a:lnTo>
                    <a:pt x="50304" y="559917"/>
                  </a:lnTo>
                  <a:lnTo>
                    <a:pt x="52362" y="549719"/>
                  </a:lnTo>
                  <a:close/>
                </a:path>
                <a:path w="1885314" h="1885315">
                  <a:moveTo>
                    <a:pt x="52362" y="287947"/>
                  </a:moveTo>
                  <a:lnTo>
                    <a:pt x="50304" y="277761"/>
                  </a:lnTo>
                  <a:lnTo>
                    <a:pt x="44691" y="269443"/>
                  </a:lnTo>
                  <a:lnTo>
                    <a:pt x="36372" y="263829"/>
                  </a:lnTo>
                  <a:lnTo>
                    <a:pt x="26187" y="261772"/>
                  </a:lnTo>
                  <a:lnTo>
                    <a:pt x="15989" y="263829"/>
                  </a:lnTo>
                  <a:lnTo>
                    <a:pt x="7670" y="269443"/>
                  </a:lnTo>
                  <a:lnTo>
                    <a:pt x="2057" y="277761"/>
                  </a:lnTo>
                  <a:lnTo>
                    <a:pt x="0" y="287947"/>
                  </a:lnTo>
                  <a:lnTo>
                    <a:pt x="2057" y="298145"/>
                  </a:lnTo>
                  <a:lnTo>
                    <a:pt x="7670" y="306463"/>
                  </a:lnTo>
                  <a:lnTo>
                    <a:pt x="15989" y="312077"/>
                  </a:lnTo>
                  <a:lnTo>
                    <a:pt x="26187" y="314121"/>
                  </a:lnTo>
                  <a:lnTo>
                    <a:pt x="36372" y="312077"/>
                  </a:lnTo>
                  <a:lnTo>
                    <a:pt x="44691" y="306463"/>
                  </a:lnTo>
                  <a:lnTo>
                    <a:pt x="50304" y="298145"/>
                  </a:lnTo>
                  <a:lnTo>
                    <a:pt x="52362" y="287947"/>
                  </a:lnTo>
                  <a:close/>
                </a:path>
                <a:path w="1885314" h="1885315">
                  <a:moveTo>
                    <a:pt x="52362" y="26174"/>
                  </a:moveTo>
                  <a:lnTo>
                    <a:pt x="50304" y="15989"/>
                  </a:lnTo>
                  <a:lnTo>
                    <a:pt x="44691" y="7670"/>
                  </a:lnTo>
                  <a:lnTo>
                    <a:pt x="36372" y="2057"/>
                  </a:lnTo>
                  <a:lnTo>
                    <a:pt x="26187" y="0"/>
                  </a:lnTo>
                  <a:lnTo>
                    <a:pt x="15989" y="2057"/>
                  </a:lnTo>
                  <a:lnTo>
                    <a:pt x="7670" y="7670"/>
                  </a:lnTo>
                  <a:lnTo>
                    <a:pt x="2057" y="15989"/>
                  </a:lnTo>
                  <a:lnTo>
                    <a:pt x="0" y="26174"/>
                  </a:lnTo>
                  <a:lnTo>
                    <a:pt x="2057" y="36372"/>
                  </a:lnTo>
                  <a:lnTo>
                    <a:pt x="7670" y="44691"/>
                  </a:lnTo>
                  <a:lnTo>
                    <a:pt x="15989" y="50304"/>
                  </a:lnTo>
                  <a:lnTo>
                    <a:pt x="26187" y="52349"/>
                  </a:lnTo>
                  <a:lnTo>
                    <a:pt x="36372" y="50304"/>
                  </a:lnTo>
                  <a:lnTo>
                    <a:pt x="44691" y="44691"/>
                  </a:lnTo>
                  <a:lnTo>
                    <a:pt x="50304" y="36372"/>
                  </a:lnTo>
                  <a:lnTo>
                    <a:pt x="52362" y="26174"/>
                  </a:lnTo>
                  <a:close/>
                </a:path>
                <a:path w="1885314" h="1885315">
                  <a:moveTo>
                    <a:pt x="314134" y="1858581"/>
                  </a:moveTo>
                  <a:lnTo>
                    <a:pt x="312077" y="1848396"/>
                  </a:lnTo>
                  <a:lnTo>
                    <a:pt x="306463" y="1840077"/>
                  </a:lnTo>
                  <a:lnTo>
                    <a:pt x="298145" y="1834464"/>
                  </a:lnTo>
                  <a:lnTo>
                    <a:pt x="287959" y="1832406"/>
                  </a:lnTo>
                  <a:lnTo>
                    <a:pt x="277761" y="1834464"/>
                  </a:lnTo>
                  <a:lnTo>
                    <a:pt x="269443" y="1840077"/>
                  </a:lnTo>
                  <a:lnTo>
                    <a:pt x="263829" y="1848396"/>
                  </a:lnTo>
                  <a:lnTo>
                    <a:pt x="261772" y="1858581"/>
                  </a:lnTo>
                  <a:lnTo>
                    <a:pt x="263829" y="1868779"/>
                  </a:lnTo>
                  <a:lnTo>
                    <a:pt x="269443" y="1877098"/>
                  </a:lnTo>
                  <a:lnTo>
                    <a:pt x="277761" y="1882698"/>
                  </a:lnTo>
                  <a:lnTo>
                    <a:pt x="287959" y="1884756"/>
                  </a:lnTo>
                  <a:lnTo>
                    <a:pt x="298145" y="1882698"/>
                  </a:lnTo>
                  <a:lnTo>
                    <a:pt x="306463" y="1877098"/>
                  </a:lnTo>
                  <a:lnTo>
                    <a:pt x="312077" y="1868779"/>
                  </a:lnTo>
                  <a:lnTo>
                    <a:pt x="314134" y="1858581"/>
                  </a:lnTo>
                  <a:close/>
                </a:path>
                <a:path w="1885314" h="1885315">
                  <a:moveTo>
                    <a:pt x="314134" y="1596809"/>
                  </a:moveTo>
                  <a:lnTo>
                    <a:pt x="312077" y="1586623"/>
                  </a:lnTo>
                  <a:lnTo>
                    <a:pt x="306463" y="1578305"/>
                  </a:lnTo>
                  <a:lnTo>
                    <a:pt x="298145" y="1572691"/>
                  </a:lnTo>
                  <a:lnTo>
                    <a:pt x="287959" y="1570634"/>
                  </a:lnTo>
                  <a:lnTo>
                    <a:pt x="277761" y="1572691"/>
                  </a:lnTo>
                  <a:lnTo>
                    <a:pt x="269443" y="1578305"/>
                  </a:lnTo>
                  <a:lnTo>
                    <a:pt x="263829" y="1586623"/>
                  </a:lnTo>
                  <a:lnTo>
                    <a:pt x="261772" y="1596809"/>
                  </a:lnTo>
                  <a:lnTo>
                    <a:pt x="263829" y="1607007"/>
                  </a:lnTo>
                  <a:lnTo>
                    <a:pt x="269443" y="1615325"/>
                  </a:lnTo>
                  <a:lnTo>
                    <a:pt x="277761" y="1620926"/>
                  </a:lnTo>
                  <a:lnTo>
                    <a:pt x="287959" y="1622983"/>
                  </a:lnTo>
                  <a:lnTo>
                    <a:pt x="298145" y="1620926"/>
                  </a:lnTo>
                  <a:lnTo>
                    <a:pt x="306463" y="1615325"/>
                  </a:lnTo>
                  <a:lnTo>
                    <a:pt x="312077" y="1607007"/>
                  </a:lnTo>
                  <a:lnTo>
                    <a:pt x="314134" y="1596809"/>
                  </a:lnTo>
                  <a:close/>
                </a:path>
                <a:path w="1885314" h="1885315">
                  <a:moveTo>
                    <a:pt x="314134" y="1335036"/>
                  </a:moveTo>
                  <a:lnTo>
                    <a:pt x="312077" y="1324851"/>
                  </a:lnTo>
                  <a:lnTo>
                    <a:pt x="306463" y="1316532"/>
                  </a:lnTo>
                  <a:lnTo>
                    <a:pt x="298145" y="1310919"/>
                  </a:lnTo>
                  <a:lnTo>
                    <a:pt x="287959" y="1308862"/>
                  </a:lnTo>
                  <a:lnTo>
                    <a:pt x="277761" y="1310919"/>
                  </a:lnTo>
                  <a:lnTo>
                    <a:pt x="269443" y="1316532"/>
                  </a:lnTo>
                  <a:lnTo>
                    <a:pt x="263829" y="1324851"/>
                  </a:lnTo>
                  <a:lnTo>
                    <a:pt x="261772" y="1335036"/>
                  </a:lnTo>
                  <a:lnTo>
                    <a:pt x="263829" y="1345234"/>
                  </a:lnTo>
                  <a:lnTo>
                    <a:pt x="269443" y="1353553"/>
                  </a:lnTo>
                  <a:lnTo>
                    <a:pt x="277761" y="1359154"/>
                  </a:lnTo>
                  <a:lnTo>
                    <a:pt x="287959" y="1361211"/>
                  </a:lnTo>
                  <a:lnTo>
                    <a:pt x="298145" y="1359154"/>
                  </a:lnTo>
                  <a:lnTo>
                    <a:pt x="306463" y="1353553"/>
                  </a:lnTo>
                  <a:lnTo>
                    <a:pt x="312077" y="1345234"/>
                  </a:lnTo>
                  <a:lnTo>
                    <a:pt x="314134" y="1335036"/>
                  </a:lnTo>
                  <a:close/>
                </a:path>
                <a:path w="1885314" h="1885315">
                  <a:moveTo>
                    <a:pt x="314134" y="1073264"/>
                  </a:moveTo>
                  <a:lnTo>
                    <a:pt x="312077" y="1063078"/>
                  </a:lnTo>
                  <a:lnTo>
                    <a:pt x="306463" y="1054760"/>
                  </a:lnTo>
                  <a:lnTo>
                    <a:pt x="298145" y="1049147"/>
                  </a:lnTo>
                  <a:lnTo>
                    <a:pt x="287959" y="1047089"/>
                  </a:lnTo>
                  <a:lnTo>
                    <a:pt x="277761" y="1049147"/>
                  </a:lnTo>
                  <a:lnTo>
                    <a:pt x="269443" y="1054760"/>
                  </a:lnTo>
                  <a:lnTo>
                    <a:pt x="263829" y="1063078"/>
                  </a:lnTo>
                  <a:lnTo>
                    <a:pt x="261772" y="1073264"/>
                  </a:lnTo>
                  <a:lnTo>
                    <a:pt x="263829" y="1083462"/>
                  </a:lnTo>
                  <a:lnTo>
                    <a:pt x="269443" y="1091780"/>
                  </a:lnTo>
                  <a:lnTo>
                    <a:pt x="277761" y="1097381"/>
                  </a:lnTo>
                  <a:lnTo>
                    <a:pt x="287959" y="1099439"/>
                  </a:lnTo>
                  <a:lnTo>
                    <a:pt x="298145" y="1097381"/>
                  </a:lnTo>
                  <a:lnTo>
                    <a:pt x="306463" y="1091780"/>
                  </a:lnTo>
                  <a:lnTo>
                    <a:pt x="312077" y="1083462"/>
                  </a:lnTo>
                  <a:lnTo>
                    <a:pt x="314134" y="1073264"/>
                  </a:lnTo>
                  <a:close/>
                </a:path>
                <a:path w="1885314" h="1885315">
                  <a:moveTo>
                    <a:pt x="314134" y="811491"/>
                  </a:moveTo>
                  <a:lnTo>
                    <a:pt x="312077" y="801306"/>
                  </a:lnTo>
                  <a:lnTo>
                    <a:pt x="306463" y="792988"/>
                  </a:lnTo>
                  <a:lnTo>
                    <a:pt x="298145" y="787374"/>
                  </a:lnTo>
                  <a:lnTo>
                    <a:pt x="287959" y="785317"/>
                  </a:lnTo>
                  <a:lnTo>
                    <a:pt x="277761" y="787374"/>
                  </a:lnTo>
                  <a:lnTo>
                    <a:pt x="269443" y="792988"/>
                  </a:lnTo>
                  <a:lnTo>
                    <a:pt x="263829" y="801306"/>
                  </a:lnTo>
                  <a:lnTo>
                    <a:pt x="261772" y="811491"/>
                  </a:lnTo>
                  <a:lnTo>
                    <a:pt x="263829" y="821690"/>
                  </a:lnTo>
                  <a:lnTo>
                    <a:pt x="269443" y="830008"/>
                  </a:lnTo>
                  <a:lnTo>
                    <a:pt x="277761" y="835609"/>
                  </a:lnTo>
                  <a:lnTo>
                    <a:pt x="287959" y="837666"/>
                  </a:lnTo>
                  <a:lnTo>
                    <a:pt x="298145" y="835609"/>
                  </a:lnTo>
                  <a:lnTo>
                    <a:pt x="306463" y="830008"/>
                  </a:lnTo>
                  <a:lnTo>
                    <a:pt x="312077" y="821690"/>
                  </a:lnTo>
                  <a:lnTo>
                    <a:pt x="314134" y="811491"/>
                  </a:lnTo>
                  <a:close/>
                </a:path>
                <a:path w="1885314" h="1885315">
                  <a:moveTo>
                    <a:pt x="314134" y="549719"/>
                  </a:moveTo>
                  <a:lnTo>
                    <a:pt x="312077" y="539534"/>
                  </a:lnTo>
                  <a:lnTo>
                    <a:pt x="306463" y="531215"/>
                  </a:lnTo>
                  <a:lnTo>
                    <a:pt x="298145" y="525602"/>
                  </a:lnTo>
                  <a:lnTo>
                    <a:pt x="287959" y="523544"/>
                  </a:lnTo>
                  <a:lnTo>
                    <a:pt x="277761" y="525602"/>
                  </a:lnTo>
                  <a:lnTo>
                    <a:pt x="269443" y="531215"/>
                  </a:lnTo>
                  <a:lnTo>
                    <a:pt x="263829" y="539534"/>
                  </a:lnTo>
                  <a:lnTo>
                    <a:pt x="261772" y="549719"/>
                  </a:lnTo>
                  <a:lnTo>
                    <a:pt x="263829" y="559917"/>
                  </a:lnTo>
                  <a:lnTo>
                    <a:pt x="269443" y="568236"/>
                  </a:lnTo>
                  <a:lnTo>
                    <a:pt x="277761" y="573836"/>
                  </a:lnTo>
                  <a:lnTo>
                    <a:pt x="287959" y="575894"/>
                  </a:lnTo>
                  <a:lnTo>
                    <a:pt x="298145" y="573836"/>
                  </a:lnTo>
                  <a:lnTo>
                    <a:pt x="306463" y="568236"/>
                  </a:lnTo>
                  <a:lnTo>
                    <a:pt x="312077" y="559917"/>
                  </a:lnTo>
                  <a:lnTo>
                    <a:pt x="314134" y="549719"/>
                  </a:lnTo>
                  <a:close/>
                </a:path>
                <a:path w="1885314" h="1885315">
                  <a:moveTo>
                    <a:pt x="314134" y="287947"/>
                  </a:moveTo>
                  <a:lnTo>
                    <a:pt x="312077" y="277761"/>
                  </a:lnTo>
                  <a:lnTo>
                    <a:pt x="306463" y="269443"/>
                  </a:lnTo>
                  <a:lnTo>
                    <a:pt x="298145" y="263829"/>
                  </a:lnTo>
                  <a:lnTo>
                    <a:pt x="287959" y="261772"/>
                  </a:lnTo>
                  <a:lnTo>
                    <a:pt x="277761" y="263829"/>
                  </a:lnTo>
                  <a:lnTo>
                    <a:pt x="269443" y="269443"/>
                  </a:lnTo>
                  <a:lnTo>
                    <a:pt x="263829" y="277761"/>
                  </a:lnTo>
                  <a:lnTo>
                    <a:pt x="261772" y="287947"/>
                  </a:lnTo>
                  <a:lnTo>
                    <a:pt x="263829" y="298145"/>
                  </a:lnTo>
                  <a:lnTo>
                    <a:pt x="269443" y="306463"/>
                  </a:lnTo>
                  <a:lnTo>
                    <a:pt x="277761" y="312077"/>
                  </a:lnTo>
                  <a:lnTo>
                    <a:pt x="287959" y="314121"/>
                  </a:lnTo>
                  <a:lnTo>
                    <a:pt x="298145" y="312077"/>
                  </a:lnTo>
                  <a:lnTo>
                    <a:pt x="306463" y="306463"/>
                  </a:lnTo>
                  <a:lnTo>
                    <a:pt x="312077" y="298145"/>
                  </a:lnTo>
                  <a:lnTo>
                    <a:pt x="314134" y="287947"/>
                  </a:lnTo>
                  <a:close/>
                </a:path>
                <a:path w="1885314" h="1885315">
                  <a:moveTo>
                    <a:pt x="314134" y="26174"/>
                  </a:moveTo>
                  <a:lnTo>
                    <a:pt x="312077" y="15989"/>
                  </a:lnTo>
                  <a:lnTo>
                    <a:pt x="306463" y="7670"/>
                  </a:lnTo>
                  <a:lnTo>
                    <a:pt x="298145" y="2057"/>
                  </a:lnTo>
                  <a:lnTo>
                    <a:pt x="287959" y="0"/>
                  </a:lnTo>
                  <a:lnTo>
                    <a:pt x="277761" y="2057"/>
                  </a:lnTo>
                  <a:lnTo>
                    <a:pt x="269443" y="7670"/>
                  </a:lnTo>
                  <a:lnTo>
                    <a:pt x="263829" y="15989"/>
                  </a:lnTo>
                  <a:lnTo>
                    <a:pt x="261772" y="26174"/>
                  </a:lnTo>
                  <a:lnTo>
                    <a:pt x="263829" y="36372"/>
                  </a:lnTo>
                  <a:lnTo>
                    <a:pt x="269443" y="44691"/>
                  </a:lnTo>
                  <a:lnTo>
                    <a:pt x="277761" y="50304"/>
                  </a:lnTo>
                  <a:lnTo>
                    <a:pt x="287959" y="52349"/>
                  </a:lnTo>
                  <a:lnTo>
                    <a:pt x="298145" y="50304"/>
                  </a:lnTo>
                  <a:lnTo>
                    <a:pt x="306463" y="44691"/>
                  </a:lnTo>
                  <a:lnTo>
                    <a:pt x="312077" y="36372"/>
                  </a:lnTo>
                  <a:lnTo>
                    <a:pt x="314134" y="26174"/>
                  </a:lnTo>
                  <a:close/>
                </a:path>
                <a:path w="1885314" h="1885315">
                  <a:moveTo>
                    <a:pt x="575906" y="1858581"/>
                  </a:moveTo>
                  <a:lnTo>
                    <a:pt x="573849" y="1848396"/>
                  </a:lnTo>
                  <a:lnTo>
                    <a:pt x="568236" y="1840077"/>
                  </a:lnTo>
                  <a:lnTo>
                    <a:pt x="559917" y="1834464"/>
                  </a:lnTo>
                  <a:lnTo>
                    <a:pt x="549732" y="1832406"/>
                  </a:lnTo>
                  <a:lnTo>
                    <a:pt x="539534" y="1834464"/>
                  </a:lnTo>
                  <a:lnTo>
                    <a:pt x="531215" y="1840077"/>
                  </a:lnTo>
                  <a:lnTo>
                    <a:pt x="525602" y="1848396"/>
                  </a:lnTo>
                  <a:lnTo>
                    <a:pt x="523544" y="1858581"/>
                  </a:lnTo>
                  <a:lnTo>
                    <a:pt x="525602" y="1868779"/>
                  </a:lnTo>
                  <a:lnTo>
                    <a:pt x="531215" y="1877098"/>
                  </a:lnTo>
                  <a:lnTo>
                    <a:pt x="539534" y="1882698"/>
                  </a:lnTo>
                  <a:lnTo>
                    <a:pt x="549732" y="1884756"/>
                  </a:lnTo>
                  <a:lnTo>
                    <a:pt x="559917" y="1882698"/>
                  </a:lnTo>
                  <a:lnTo>
                    <a:pt x="568236" y="1877098"/>
                  </a:lnTo>
                  <a:lnTo>
                    <a:pt x="573849" y="1868779"/>
                  </a:lnTo>
                  <a:lnTo>
                    <a:pt x="575906" y="1858581"/>
                  </a:lnTo>
                  <a:close/>
                </a:path>
                <a:path w="1885314" h="1885315">
                  <a:moveTo>
                    <a:pt x="575906" y="1596809"/>
                  </a:moveTo>
                  <a:lnTo>
                    <a:pt x="573849" y="1586623"/>
                  </a:lnTo>
                  <a:lnTo>
                    <a:pt x="568236" y="1578305"/>
                  </a:lnTo>
                  <a:lnTo>
                    <a:pt x="559917" y="1572691"/>
                  </a:lnTo>
                  <a:lnTo>
                    <a:pt x="549732" y="1570634"/>
                  </a:lnTo>
                  <a:lnTo>
                    <a:pt x="539534" y="1572691"/>
                  </a:lnTo>
                  <a:lnTo>
                    <a:pt x="531215" y="1578305"/>
                  </a:lnTo>
                  <a:lnTo>
                    <a:pt x="525602" y="1586623"/>
                  </a:lnTo>
                  <a:lnTo>
                    <a:pt x="523544" y="1596809"/>
                  </a:lnTo>
                  <a:lnTo>
                    <a:pt x="525602" y="1607007"/>
                  </a:lnTo>
                  <a:lnTo>
                    <a:pt x="531215" y="1615325"/>
                  </a:lnTo>
                  <a:lnTo>
                    <a:pt x="539534" y="1620926"/>
                  </a:lnTo>
                  <a:lnTo>
                    <a:pt x="549732" y="1622983"/>
                  </a:lnTo>
                  <a:lnTo>
                    <a:pt x="559917" y="1620926"/>
                  </a:lnTo>
                  <a:lnTo>
                    <a:pt x="568236" y="1615325"/>
                  </a:lnTo>
                  <a:lnTo>
                    <a:pt x="573849" y="1607007"/>
                  </a:lnTo>
                  <a:lnTo>
                    <a:pt x="575906" y="1596809"/>
                  </a:lnTo>
                  <a:close/>
                </a:path>
                <a:path w="1885314" h="1885315">
                  <a:moveTo>
                    <a:pt x="575906" y="1335036"/>
                  </a:moveTo>
                  <a:lnTo>
                    <a:pt x="573849" y="1324851"/>
                  </a:lnTo>
                  <a:lnTo>
                    <a:pt x="568236" y="1316532"/>
                  </a:lnTo>
                  <a:lnTo>
                    <a:pt x="559917" y="1310919"/>
                  </a:lnTo>
                  <a:lnTo>
                    <a:pt x="549732" y="1308862"/>
                  </a:lnTo>
                  <a:lnTo>
                    <a:pt x="539534" y="1310919"/>
                  </a:lnTo>
                  <a:lnTo>
                    <a:pt x="531215" y="1316532"/>
                  </a:lnTo>
                  <a:lnTo>
                    <a:pt x="525602" y="1324851"/>
                  </a:lnTo>
                  <a:lnTo>
                    <a:pt x="523544" y="1335036"/>
                  </a:lnTo>
                  <a:lnTo>
                    <a:pt x="525602" y="1345234"/>
                  </a:lnTo>
                  <a:lnTo>
                    <a:pt x="531215" y="1353553"/>
                  </a:lnTo>
                  <a:lnTo>
                    <a:pt x="539534" y="1359154"/>
                  </a:lnTo>
                  <a:lnTo>
                    <a:pt x="549732" y="1361211"/>
                  </a:lnTo>
                  <a:lnTo>
                    <a:pt x="559917" y="1359154"/>
                  </a:lnTo>
                  <a:lnTo>
                    <a:pt x="568236" y="1353553"/>
                  </a:lnTo>
                  <a:lnTo>
                    <a:pt x="573849" y="1345234"/>
                  </a:lnTo>
                  <a:lnTo>
                    <a:pt x="575906" y="1335036"/>
                  </a:lnTo>
                  <a:close/>
                </a:path>
                <a:path w="1885314" h="1885315">
                  <a:moveTo>
                    <a:pt x="575906" y="1073264"/>
                  </a:moveTo>
                  <a:lnTo>
                    <a:pt x="573849" y="1063078"/>
                  </a:lnTo>
                  <a:lnTo>
                    <a:pt x="568236" y="1054760"/>
                  </a:lnTo>
                  <a:lnTo>
                    <a:pt x="559917" y="1049147"/>
                  </a:lnTo>
                  <a:lnTo>
                    <a:pt x="549732" y="1047089"/>
                  </a:lnTo>
                  <a:lnTo>
                    <a:pt x="539534" y="1049147"/>
                  </a:lnTo>
                  <a:lnTo>
                    <a:pt x="531215" y="1054760"/>
                  </a:lnTo>
                  <a:lnTo>
                    <a:pt x="525602" y="1063078"/>
                  </a:lnTo>
                  <a:lnTo>
                    <a:pt x="523544" y="1073264"/>
                  </a:lnTo>
                  <a:lnTo>
                    <a:pt x="525602" y="1083462"/>
                  </a:lnTo>
                  <a:lnTo>
                    <a:pt x="531215" y="1091780"/>
                  </a:lnTo>
                  <a:lnTo>
                    <a:pt x="539534" y="1097381"/>
                  </a:lnTo>
                  <a:lnTo>
                    <a:pt x="549732" y="1099439"/>
                  </a:lnTo>
                  <a:lnTo>
                    <a:pt x="559917" y="1097381"/>
                  </a:lnTo>
                  <a:lnTo>
                    <a:pt x="568236" y="1091780"/>
                  </a:lnTo>
                  <a:lnTo>
                    <a:pt x="573849" y="1083462"/>
                  </a:lnTo>
                  <a:lnTo>
                    <a:pt x="575906" y="1073264"/>
                  </a:lnTo>
                  <a:close/>
                </a:path>
                <a:path w="1885314" h="1885315">
                  <a:moveTo>
                    <a:pt x="575906" y="811491"/>
                  </a:moveTo>
                  <a:lnTo>
                    <a:pt x="573849" y="801306"/>
                  </a:lnTo>
                  <a:lnTo>
                    <a:pt x="568236" y="792988"/>
                  </a:lnTo>
                  <a:lnTo>
                    <a:pt x="559917" y="787374"/>
                  </a:lnTo>
                  <a:lnTo>
                    <a:pt x="549732" y="785317"/>
                  </a:lnTo>
                  <a:lnTo>
                    <a:pt x="539534" y="787374"/>
                  </a:lnTo>
                  <a:lnTo>
                    <a:pt x="531215" y="792988"/>
                  </a:lnTo>
                  <a:lnTo>
                    <a:pt x="525602" y="801306"/>
                  </a:lnTo>
                  <a:lnTo>
                    <a:pt x="523544" y="811491"/>
                  </a:lnTo>
                  <a:lnTo>
                    <a:pt x="525602" y="821690"/>
                  </a:lnTo>
                  <a:lnTo>
                    <a:pt x="531215" y="830008"/>
                  </a:lnTo>
                  <a:lnTo>
                    <a:pt x="539534" y="835609"/>
                  </a:lnTo>
                  <a:lnTo>
                    <a:pt x="549732" y="837666"/>
                  </a:lnTo>
                  <a:lnTo>
                    <a:pt x="559917" y="835609"/>
                  </a:lnTo>
                  <a:lnTo>
                    <a:pt x="568236" y="830008"/>
                  </a:lnTo>
                  <a:lnTo>
                    <a:pt x="573849" y="821690"/>
                  </a:lnTo>
                  <a:lnTo>
                    <a:pt x="575906" y="811491"/>
                  </a:lnTo>
                  <a:close/>
                </a:path>
                <a:path w="1885314" h="1885315">
                  <a:moveTo>
                    <a:pt x="575906" y="549719"/>
                  </a:moveTo>
                  <a:lnTo>
                    <a:pt x="573849" y="539534"/>
                  </a:lnTo>
                  <a:lnTo>
                    <a:pt x="568236" y="531215"/>
                  </a:lnTo>
                  <a:lnTo>
                    <a:pt x="559917" y="525602"/>
                  </a:lnTo>
                  <a:lnTo>
                    <a:pt x="549732" y="523544"/>
                  </a:lnTo>
                  <a:lnTo>
                    <a:pt x="539534" y="525602"/>
                  </a:lnTo>
                  <a:lnTo>
                    <a:pt x="531215" y="531215"/>
                  </a:lnTo>
                  <a:lnTo>
                    <a:pt x="525602" y="539534"/>
                  </a:lnTo>
                  <a:lnTo>
                    <a:pt x="523544" y="549719"/>
                  </a:lnTo>
                  <a:lnTo>
                    <a:pt x="525602" y="559917"/>
                  </a:lnTo>
                  <a:lnTo>
                    <a:pt x="531215" y="568236"/>
                  </a:lnTo>
                  <a:lnTo>
                    <a:pt x="539534" y="573836"/>
                  </a:lnTo>
                  <a:lnTo>
                    <a:pt x="549732" y="575894"/>
                  </a:lnTo>
                  <a:lnTo>
                    <a:pt x="559917" y="573836"/>
                  </a:lnTo>
                  <a:lnTo>
                    <a:pt x="568236" y="568236"/>
                  </a:lnTo>
                  <a:lnTo>
                    <a:pt x="573849" y="559917"/>
                  </a:lnTo>
                  <a:lnTo>
                    <a:pt x="575906" y="549719"/>
                  </a:lnTo>
                  <a:close/>
                </a:path>
                <a:path w="1885314" h="1885315">
                  <a:moveTo>
                    <a:pt x="575906" y="287947"/>
                  </a:moveTo>
                  <a:lnTo>
                    <a:pt x="573849" y="277761"/>
                  </a:lnTo>
                  <a:lnTo>
                    <a:pt x="568236" y="269443"/>
                  </a:lnTo>
                  <a:lnTo>
                    <a:pt x="559917" y="263829"/>
                  </a:lnTo>
                  <a:lnTo>
                    <a:pt x="549732" y="261772"/>
                  </a:lnTo>
                  <a:lnTo>
                    <a:pt x="539534" y="263829"/>
                  </a:lnTo>
                  <a:lnTo>
                    <a:pt x="531215" y="269443"/>
                  </a:lnTo>
                  <a:lnTo>
                    <a:pt x="525602" y="277761"/>
                  </a:lnTo>
                  <a:lnTo>
                    <a:pt x="523544" y="287947"/>
                  </a:lnTo>
                  <a:lnTo>
                    <a:pt x="525602" y="298145"/>
                  </a:lnTo>
                  <a:lnTo>
                    <a:pt x="531215" y="306463"/>
                  </a:lnTo>
                  <a:lnTo>
                    <a:pt x="539534" y="312077"/>
                  </a:lnTo>
                  <a:lnTo>
                    <a:pt x="549732" y="314121"/>
                  </a:lnTo>
                  <a:lnTo>
                    <a:pt x="559917" y="312077"/>
                  </a:lnTo>
                  <a:lnTo>
                    <a:pt x="568236" y="306463"/>
                  </a:lnTo>
                  <a:lnTo>
                    <a:pt x="573849" y="298145"/>
                  </a:lnTo>
                  <a:lnTo>
                    <a:pt x="575906" y="287947"/>
                  </a:lnTo>
                  <a:close/>
                </a:path>
                <a:path w="1885314" h="1885315">
                  <a:moveTo>
                    <a:pt x="575906" y="26174"/>
                  </a:moveTo>
                  <a:lnTo>
                    <a:pt x="573849" y="15989"/>
                  </a:lnTo>
                  <a:lnTo>
                    <a:pt x="568236" y="7670"/>
                  </a:lnTo>
                  <a:lnTo>
                    <a:pt x="559917" y="2057"/>
                  </a:lnTo>
                  <a:lnTo>
                    <a:pt x="549732" y="0"/>
                  </a:lnTo>
                  <a:lnTo>
                    <a:pt x="539534" y="2057"/>
                  </a:lnTo>
                  <a:lnTo>
                    <a:pt x="531215" y="7670"/>
                  </a:lnTo>
                  <a:lnTo>
                    <a:pt x="525602" y="15989"/>
                  </a:lnTo>
                  <a:lnTo>
                    <a:pt x="523544" y="26174"/>
                  </a:lnTo>
                  <a:lnTo>
                    <a:pt x="525602" y="36372"/>
                  </a:lnTo>
                  <a:lnTo>
                    <a:pt x="531215" y="44691"/>
                  </a:lnTo>
                  <a:lnTo>
                    <a:pt x="539534" y="50304"/>
                  </a:lnTo>
                  <a:lnTo>
                    <a:pt x="549732" y="52349"/>
                  </a:lnTo>
                  <a:lnTo>
                    <a:pt x="559917" y="50304"/>
                  </a:lnTo>
                  <a:lnTo>
                    <a:pt x="568236" y="44691"/>
                  </a:lnTo>
                  <a:lnTo>
                    <a:pt x="573849" y="36372"/>
                  </a:lnTo>
                  <a:lnTo>
                    <a:pt x="575906" y="26174"/>
                  </a:lnTo>
                  <a:close/>
                </a:path>
                <a:path w="1885314" h="1885315">
                  <a:moveTo>
                    <a:pt x="837679" y="1858581"/>
                  </a:moveTo>
                  <a:lnTo>
                    <a:pt x="835621" y="1848396"/>
                  </a:lnTo>
                  <a:lnTo>
                    <a:pt x="830008" y="1840077"/>
                  </a:lnTo>
                  <a:lnTo>
                    <a:pt x="821690" y="1834464"/>
                  </a:lnTo>
                  <a:lnTo>
                    <a:pt x="811504" y="1832406"/>
                  </a:lnTo>
                  <a:lnTo>
                    <a:pt x="801306" y="1834464"/>
                  </a:lnTo>
                  <a:lnTo>
                    <a:pt x="792988" y="1840077"/>
                  </a:lnTo>
                  <a:lnTo>
                    <a:pt x="787374" y="1848396"/>
                  </a:lnTo>
                  <a:lnTo>
                    <a:pt x="785317" y="1858581"/>
                  </a:lnTo>
                  <a:lnTo>
                    <a:pt x="787374" y="1868779"/>
                  </a:lnTo>
                  <a:lnTo>
                    <a:pt x="792988" y="1877098"/>
                  </a:lnTo>
                  <a:lnTo>
                    <a:pt x="801306" y="1882698"/>
                  </a:lnTo>
                  <a:lnTo>
                    <a:pt x="811504" y="1884756"/>
                  </a:lnTo>
                  <a:lnTo>
                    <a:pt x="821690" y="1882698"/>
                  </a:lnTo>
                  <a:lnTo>
                    <a:pt x="830008" y="1877098"/>
                  </a:lnTo>
                  <a:lnTo>
                    <a:pt x="835621" y="1868779"/>
                  </a:lnTo>
                  <a:lnTo>
                    <a:pt x="837679" y="1858581"/>
                  </a:lnTo>
                  <a:close/>
                </a:path>
                <a:path w="1885314" h="1885315">
                  <a:moveTo>
                    <a:pt x="837679" y="1596809"/>
                  </a:moveTo>
                  <a:lnTo>
                    <a:pt x="835621" y="1586623"/>
                  </a:lnTo>
                  <a:lnTo>
                    <a:pt x="830008" y="1578305"/>
                  </a:lnTo>
                  <a:lnTo>
                    <a:pt x="821690" y="1572691"/>
                  </a:lnTo>
                  <a:lnTo>
                    <a:pt x="811504" y="1570634"/>
                  </a:lnTo>
                  <a:lnTo>
                    <a:pt x="801306" y="1572691"/>
                  </a:lnTo>
                  <a:lnTo>
                    <a:pt x="792988" y="1578305"/>
                  </a:lnTo>
                  <a:lnTo>
                    <a:pt x="787374" y="1586623"/>
                  </a:lnTo>
                  <a:lnTo>
                    <a:pt x="785317" y="1596809"/>
                  </a:lnTo>
                  <a:lnTo>
                    <a:pt x="787374" y="1607007"/>
                  </a:lnTo>
                  <a:lnTo>
                    <a:pt x="792988" y="1615325"/>
                  </a:lnTo>
                  <a:lnTo>
                    <a:pt x="801306" y="1620926"/>
                  </a:lnTo>
                  <a:lnTo>
                    <a:pt x="811504" y="1622983"/>
                  </a:lnTo>
                  <a:lnTo>
                    <a:pt x="821690" y="1620926"/>
                  </a:lnTo>
                  <a:lnTo>
                    <a:pt x="830008" y="1615325"/>
                  </a:lnTo>
                  <a:lnTo>
                    <a:pt x="835621" y="1607007"/>
                  </a:lnTo>
                  <a:lnTo>
                    <a:pt x="837679" y="1596809"/>
                  </a:lnTo>
                  <a:close/>
                </a:path>
                <a:path w="1885314" h="1885315">
                  <a:moveTo>
                    <a:pt x="837679" y="1335036"/>
                  </a:moveTo>
                  <a:lnTo>
                    <a:pt x="835621" y="1324851"/>
                  </a:lnTo>
                  <a:lnTo>
                    <a:pt x="830008" y="1316532"/>
                  </a:lnTo>
                  <a:lnTo>
                    <a:pt x="821690" y="1310919"/>
                  </a:lnTo>
                  <a:lnTo>
                    <a:pt x="811504" y="1308862"/>
                  </a:lnTo>
                  <a:lnTo>
                    <a:pt x="801306" y="1310919"/>
                  </a:lnTo>
                  <a:lnTo>
                    <a:pt x="792988" y="1316532"/>
                  </a:lnTo>
                  <a:lnTo>
                    <a:pt x="787374" y="1324851"/>
                  </a:lnTo>
                  <a:lnTo>
                    <a:pt x="785317" y="1335036"/>
                  </a:lnTo>
                  <a:lnTo>
                    <a:pt x="787374" y="1345234"/>
                  </a:lnTo>
                  <a:lnTo>
                    <a:pt x="792988" y="1353553"/>
                  </a:lnTo>
                  <a:lnTo>
                    <a:pt x="801306" y="1359154"/>
                  </a:lnTo>
                  <a:lnTo>
                    <a:pt x="811504" y="1361211"/>
                  </a:lnTo>
                  <a:lnTo>
                    <a:pt x="821690" y="1359154"/>
                  </a:lnTo>
                  <a:lnTo>
                    <a:pt x="830008" y="1353553"/>
                  </a:lnTo>
                  <a:lnTo>
                    <a:pt x="835621" y="1345234"/>
                  </a:lnTo>
                  <a:lnTo>
                    <a:pt x="837679" y="1335036"/>
                  </a:lnTo>
                  <a:close/>
                </a:path>
                <a:path w="1885314" h="1885315">
                  <a:moveTo>
                    <a:pt x="837679" y="1073264"/>
                  </a:moveTo>
                  <a:lnTo>
                    <a:pt x="835621" y="1063078"/>
                  </a:lnTo>
                  <a:lnTo>
                    <a:pt x="830008" y="1054760"/>
                  </a:lnTo>
                  <a:lnTo>
                    <a:pt x="821690" y="1049147"/>
                  </a:lnTo>
                  <a:lnTo>
                    <a:pt x="811504" y="1047089"/>
                  </a:lnTo>
                  <a:lnTo>
                    <a:pt x="801306" y="1049147"/>
                  </a:lnTo>
                  <a:lnTo>
                    <a:pt x="792988" y="1054760"/>
                  </a:lnTo>
                  <a:lnTo>
                    <a:pt x="787374" y="1063078"/>
                  </a:lnTo>
                  <a:lnTo>
                    <a:pt x="785317" y="1073264"/>
                  </a:lnTo>
                  <a:lnTo>
                    <a:pt x="787374" y="1083462"/>
                  </a:lnTo>
                  <a:lnTo>
                    <a:pt x="792988" y="1091780"/>
                  </a:lnTo>
                  <a:lnTo>
                    <a:pt x="801306" y="1097381"/>
                  </a:lnTo>
                  <a:lnTo>
                    <a:pt x="811504" y="1099439"/>
                  </a:lnTo>
                  <a:lnTo>
                    <a:pt x="821690" y="1097381"/>
                  </a:lnTo>
                  <a:lnTo>
                    <a:pt x="830008" y="1091780"/>
                  </a:lnTo>
                  <a:lnTo>
                    <a:pt x="835621" y="1083462"/>
                  </a:lnTo>
                  <a:lnTo>
                    <a:pt x="837679" y="1073264"/>
                  </a:lnTo>
                  <a:close/>
                </a:path>
                <a:path w="1885314" h="1885315">
                  <a:moveTo>
                    <a:pt x="837679" y="811491"/>
                  </a:moveTo>
                  <a:lnTo>
                    <a:pt x="835621" y="801306"/>
                  </a:lnTo>
                  <a:lnTo>
                    <a:pt x="830008" y="792988"/>
                  </a:lnTo>
                  <a:lnTo>
                    <a:pt x="821690" y="787374"/>
                  </a:lnTo>
                  <a:lnTo>
                    <a:pt x="811504" y="785317"/>
                  </a:lnTo>
                  <a:lnTo>
                    <a:pt x="801306" y="787374"/>
                  </a:lnTo>
                  <a:lnTo>
                    <a:pt x="792988" y="792988"/>
                  </a:lnTo>
                  <a:lnTo>
                    <a:pt x="787374" y="801306"/>
                  </a:lnTo>
                  <a:lnTo>
                    <a:pt x="785317" y="811491"/>
                  </a:lnTo>
                  <a:lnTo>
                    <a:pt x="787374" y="821690"/>
                  </a:lnTo>
                  <a:lnTo>
                    <a:pt x="792988" y="830008"/>
                  </a:lnTo>
                  <a:lnTo>
                    <a:pt x="801306" y="835609"/>
                  </a:lnTo>
                  <a:lnTo>
                    <a:pt x="811504" y="837666"/>
                  </a:lnTo>
                  <a:lnTo>
                    <a:pt x="821690" y="835609"/>
                  </a:lnTo>
                  <a:lnTo>
                    <a:pt x="830008" y="830008"/>
                  </a:lnTo>
                  <a:lnTo>
                    <a:pt x="835621" y="821690"/>
                  </a:lnTo>
                  <a:lnTo>
                    <a:pt x="837679" y="811491"/>
                  </a:lnTo>
                  <a:close/>
                </a:path>
                <a:path w="1885314" h="1885315">
                  <a:moveTo>
                    <a:pt x="837679" y="549719"/>
                  </a:moveTo>
                  <a:lnTo>
                    <a:pt x="835621" y="539534"/>
                  </a:lnTo>
                  <a:lnTo>
                    <a:pt x="830008" y="531215"/>
                  </a:lnTo>
                  <a:lnTo>
                    <a:pt x="821690" y="525602"/>
                  </a:lnTo>
                  <a:lnTo>
                    <a:pt x="811504" y="523544"/>
                  </a:lnTo>
                  <a:lnTo>
                    <a:pt x="801306" y="525602"/>
                  </a:lnTo>
                  <a:lnTo>
                    <a:pt x="792988" y="531215"/>
                  </a:lnTo>
                  <a:lnTo>
                    <a:pt x="787374" y="539534"/>
                  </a:lnTo>
                  <a:lnTo>
                    <a:pt x="785317" y="549719"/>
                  </a:lnTo>
                  <a:lnTo>
                    <a:pt x="787374" y="559917"/>
                  </a:lnTo>
                  <a:lnTo>
                    <a:pt x="792988" y="568236"/>
                  </a:lnTo>
                  <a:lnTo>
                    <a:pt x="801306" y="573836"/>
                  </a:lnTo>
                  <a:lnTo>
                    <a:pt x="811504" y="575894"/>
                  </a:lnTo>
                  <a:lnTo>
                    <a:pt x="821690" y="573836"/>
                  </a:lnTo>
                  <a:lnTo>
                    <a:pt x="830008" y="568236"/>
                  </a:lnTo>
                  <a:lnTo>
                    <a:pt x="835621" y="559917"/>
                  </a:lnTo>
                  <a:lnTo>
                    <a:pt x="837679" y="549719"/>
                  </a:lnTo>
                  <a:close/>
                </a:path>
                <a:path w="1885314" h="1885315">
                  <a:moveTo>
                    <a:pt x="837679" y="287947"/>
                  </a:moveTo>
                  <a:lnTo>
                    <a:pt x="835621" y="277761"/>
                  </a:lnTo>
                  <a:lnTo>
                    <a:pt x="830008" y="269443"/>
                  </a:lnTo>
                  <a:lnTo>
                    <a:pt x="821690" y="263829"/>
                  </a:lnTo>
                  <a:lnTo>
                    <a:pt x="811504" y="261772"/>
                  </a:lnTo>
                  <a:lnTo>
                    <a:pt x="801306" y="263829"/>
                  </a:lnTo>
                  <a:lnTo>
                    <a:pt x="792988" y="269443"/>
                  </a:lnTo>
                  <a:lnTo>
                    <a:pt x="787374" y="277761"/>
                  </a:lnTo>
                  <a:lnTo>
                    <a:pt x="785317" y="287947"/>
                  </a:lnTo>
                  <a:lnTo>
                    <a:pt x="787374" y="298145"/>
                  </a:lnTo>
                  <a:lnTo>
                    <a:pt x="792988" y="306463"/>
                  </a:lnTo>
                  <a:lnTo>
                    <a:pt x="801306" y="312077"/>
                  </a:lnTo>
                  <a:lnTo>
                    <a:pt x="811504" y="314121"/>
                  </a:lnTo>
                  <a:lnTo>
                    <a:pt x="821690" y="312077"/>
                  </a:lnTo>
                  <a:lnTo>
                    <a:pt x="830008" y="306463"/>
                  </a:lnTo>
                  <a:lnTo>
                    <a:pt x="835621" y="298145"/>
                  </a:lnTo>
                  <a:lnTo>
                    <a:pt x="837679" y="287947"/>
                  </a:lnTo>
                  <a:close/>
                </a:path>
                <a:path w="1885314" h="1885315">
                  <a:moveTo>
                    <a:pt x="837679" y="26174"/>
                  </a:moveTo>
                  <a:lnTo>
                    <a:pt x="835621" y="15989"/>
                  </a:lnTo>
                  <a:lnTo>
                    <a:pt x="830008" y="7670"/>
                  </a:lnTo>
                  <a:lnTo>
                    <a:pt x="821690" y="2057"/>
                  </a:lnTo>
                  <a:lnTo>
                    <a:pt x="811504" y="0"/>
                  </a:lnTo>
                  <a:lnTo>
                    <a:pt x="801306" y="2057"/>
                  </a:lnTo>
                  <a:lnTo>
                    <a:pt x="792988" y="7670"/>
                  </a:lnTo>
                  <a:lnTo>
                    <a:pt x="787374" y="15989"/>
                  </a:lnTo>
                  <a:lnTo>
                    <a:pt x="785317" y="26174"/>
                  </a:lnTo>
                  <a:lnTo>
                    <a:pt x="787374" y="36372"/>
                  </a:lnTo>
                  <a:lnTo>
                    <a:pt x="792988" y="44691"/>
                  </a:lnTo>
                  <a:lnTo>
                    <a:pt x="801306" y="50304"/>
                  </a:lnTo>
                  <a:lnTo>
                    <a:pt x="811504" y="52349"/>
                  </a:lnTo>
                  <a:lnTo>
                    <a:pt x="821690" y="50304"/>
                  </a:lnTo>
                  <a:lnTo>
                    <a:pt x="830008" y="44691"/>
                  </a:lnTo>
                  <a:lnTo>
                    <a:pt x="835621" y="36372"/>
                  </a:lnTo>
                  <a:lnTo>
                    <a:pt x="837679" y="26174"/>
                  </a:lnTo>
                  <a:close/>
                </a:path>
                <a:path w="1885314" h="1885315">
                  <a:moveTo>
                    <a:pt x="1099451" y="1858581"/>
                  </a:moveTo>
                  <a:lnTo>
                    <a:pt x="1097394" y="1848396"/>
                  </a:lnTo>
                  <a:lnTo>
                    <a:pt x="1091780" y="1840077"/>
                  </a:lnTo>
                  <a:lnTo>
                    <a:pt x="1083462" y="1834464"/>
                  </a:lnTo>
                  <a:lnTo>
                    <a:pt x="1073277" y="1832406"/>
                  </a:lnTo>
                  <a:lnTo>
                    <a:pt x="1063078" y="1834464"/>
                  </a:lnTo>
                  <a:lnTo>
                    <a:pt x="1054760" y="1840077"/>
                  </a:lnTo>
                  <a:lnTo>
                    <a:pt x="1049147" y="1848396"/>
                  </a:lnTo>
                  <a:lnTo>
                    <a:pt x="1047089" y="1858581"/>
                  </a:lnTo>
                  <a:lnTo>
                    <a:pt x="1049147" y="1868779"/>
                  </a:lnTo>
                  <a:lnTo>
                    <a:pt x="1054760" y="1877098"/>
                  </a:lnTo>
                  <a:lnTo>
                    <a:pt x="1063078" y="1882698"/>
                  </a:lnTo>
                  <a:lnTo>
                    <a:pt x="1073277" y="1884756"/>
                  </a:lnTo>
                  <a:lnTo>
                    <a:pt x="1083462" y="1882698"/>
                  </a:lnTo>
                  <a:lnTo>
                    <a:pt x="1091780" y="1877098"/>
                  </a:lnTo>
                  <a:lnTo>
                    <a:pt x="1097394" y="1868779"/>
                  </a:lnTo>
                  <a:lnTo>
                    <a:pt x="1099451" y="1858581"/>
                  </a:lnTo>
                  <a:close/>
                </a:path>
                <a:path w="1885314" h="1885315">
                  <a:moveTo>
                    <a:pt x="1099451" y="1596809"/>
                  </a:moveTo>
                  <a:lnTo>
                    <a:pt x="1097394" y="1586623"/>
                  </a:lnTo>
                  <a:lnTo>
                    <a:pt x="1091780" y="1578305"/>
                  </a:lnTo>
                  <a:lnTo>
                    <a:pt x="1083462" y="1572691"/>
                  </a:lnTo>
                  <a:lnTo>
                    <a:pt x="1073277" y="1570634"/>
                  </a:lnTo>
                  <a:lnTo>
                    <a:pt x="1063078" y="1572691"/>
                  </a:lnTo>
                  <a:lnTo>
                    <a:pt x="1054760" y="1578305"/>
                  </a:lnTo>
                  <a:lnTo>
                    <a:pt x="1049147" y="1586623"/>
                  </a:lnTo>
                  <a:lnTo>
                    <a:pt x="1047089" y="1596809"/>
                  </a:lnTo>
                  <a:lnTo>
                    <a:pt x="1049147" y="1607007"/>
                  </a:lnTo>
                  <a:lnTo>
                    <a:pt x="1054760" y="1615325"/>
                  </a:lnTo>
                  <a:lnTo>
                    <a:pt x="1063078" y="1620926"/>
                  </a:lnTo>
                  <a:lnTo>
                    <a:pt x="1073277" y="1622983"/>
                  </a:lnTo>
                  <a:lnTo>
                    <a:pt x="1083462" y="1620926"/>
                  </a:lnTo>
                  <a:lnTo>
                    <a:pt x="1091780" y="1615325"/>
                  </a:lnTo>
                  <a:lnTo>
                    <a:pt x="1097394" y="1607007"/>
                  </a:lnTo>
                  <a:lnTo>
                    <a:pt x="1099451" y="1596809"/>
                  </a:lnTo>
                  <a:close/>
                </a:path>
                <a:path w="1885314" h="1885315">
                  <a:moveTo>
                    <a:pt x="1099451" y="1335036"/>
                  </a:moveTo>
                  <a:lnTo>
                    <a:pt x="1097394" y="1324851"/>
                  </a:lnTo>
                  <a:lnTo>
                    <a:pt x="1091780" y="1316532"/>
                  </a:lnTo>
                  <a:lnTo>
                    <a:pt x="1083462" y="1310919"/>
                  </a:lnTo>
                  <a:lnTo>
                    <a:pt x="1073277" y="1308862"/>
                  </a:lnTo>
                  <a:lnTo>
                    <a:pt x="1063078" y="1310919"/>
                  </a:lnTo>
                  <a:lnTo>
                    <a:pt x="1054760" y="1316532"/>
                  </a:lnTo>
                  <a:lnTo>
                    <a:pt x="1049147" y="1324851"/>
                  </a:lnTo>
                  <a:lnTo>
                    <a:pt x="1047089" y="1335036"/>
                  </a:lnTo>
                  <a:lnTo>
                    <a:pt x="1049147" y="1345234"/>
                  </a:lnTo>
                  <a:lnTo>
                    <a:pt x="1054760" y="1353553"/>
                  </a:lnTo>
                  <a:lnTo>
                    <a:pt x="1063078" y="1359154"/>
                  </a:lnTo>
                  <a:lnTo>
                    <a:pt x="1073277" y="1361211"/>
                  </a:lnTo>
                  <a:lnTo>
                    <a:pt x="1083462" y="1359154"/>
                  </a:lnTo>
                  <a:lnTo>
                    <a:pt x="1091780" y="1353553"/>
                  </a:lnTo>
                  <a:lnTo>
                    <a:pt x="1097394" y="1345234"/>
                  </a:lnTo>
                  <a:lnTo>
                    <a:pt x="1099451" y="1335036"/>
                  </a:lnTo>
                  <a:close/>
                </a:path>
                <a:path w="1885314" h="1885315">
                  <a:moveTo>
                    <a:pt x="1099451" y="1073264"/>
                  </a:moveTo>
                  <a:lnTo>
                    <a:pt x="1097394" y="1063078"/>
                  </a:lnTo>
                  <a:lnTo>
                    <a:pt x="1091780" y="1054760"/>
                  </a:lnTo>
                  <a:lnTo>
                    <a:pt x="1083462" y="1049147"/>
                  </a:lnTo>
                  <a:lnTo>
                    <a:pt x="1073277" y="1047089"/>
                  </a:lnTo>
                  <a:lnTo>
                    <a:pt x="1063078" y="1049147"/>
                  </a:lnTo>
                  <a:lnTo>
                    <a:pt x="1054760" y="1054760"/>
                  </a:lnTo>
                  <a:lnTo>
                    <a:pt x="1049147" y="1063078"/>
                  </a:lnTo>
                  <a:lnTo>
                    <a:pt x="1047089" y="1073264"/>
                  </a:lnTo>
                  <a:lnTo>
                    <a:pt x="1049147" y="1083462"/>
                  </a:lnTo>
                  <a:lnTo>
                    <a:pt x="1054760" y="1091780"/>
                  </a:lnTo>
                  <a:lnTo>
                    <a:pt x="1063078" y="1097381"/>
                  </a:lnTo>
                  <a:lnTo>
                    <a:pt x="1073277" y="1099439"/>
                  </a:lnTo>
                  <a:lnTo>
                    <a:pt x="1083462" y="1097381"/>
                  </a:lnTo>
                  <a:lnTo>
                    <a:pt x="1091780" y="1091780"/>
                  </a:lnTo>
                  <a:lnTo>
                    <a:pt x="1097394" y="1083462"/>
                  </a:lnTo>
                  <a:lnTo>
                    <a:pt x="1099451" y="1073264"/>
                  </a:lnTo>
                  <a:close/>
                </a:path>
                <a:path w="1885314" h="1885315">
                  <a:moveTo>
                    <a:pt x="1099451" y="811491"/>
                  </a:moveTo>
                  <a:lnTo>
                    <a:pt x="1097394" y="801306"/>
                  </a:lnTo>
                  <a:lnTo>
                    <a:pt x="1091780" y="792988"/>
                  </a:lnTo>
                  <a:lnTo>
                    <a:pt x="1083462" y="787374"/>
                  </a:lnTo>
                  <a:lnTo>
                    <a:pt x="1073277" y="785317"/>
                  </a:lnTo>
                  <a:lnTo>
                    <a:pt x="1063078" y="787374"/>
                  </a:lnTo>
                  <a:lnTo>
                    <a:pt x="1054760" y="792988"/>
                  </a:lnTo>
                  <a:lnTo>
                    <a:pt x="1049147" y="801306"/>
                  </a:lnTo>
                  <a:lnTo>
                    <a:pt x="1047089" y="811491"/>
                  </a:lnTo>
                  <a:lnTo>
                    <a:pt x="1049147" y="821690"/>
                  </a:lnTo>
                  <a:lnTo>
                    <a:pt x="1054760" y="830008"/>
                  </a:lnTo>
                  <a:lnTo>
                    <a:pt x="1063078" y="835609"/>
                  </a:lnTo>
                  <a:lnTo>
                    <a:pt x="1073277" y="837666"/>
                  </a:lnTo>
                  <a:lnTo>
                    <a:pt x="1083462" y="835609"/>
                  </a:lnTo>
                  <a:lnTo>
                    <a:pt x="1091780" y="830008"/>
                  </a:lnTo>
                  <a:lnTo>
                    <a:pt x="1097394" y="821690"/>
                  </a:lnTo>
                  <a:lnTo>
                    <a:pt x="1099451" y="811491"/>
                  </a:lnTo>
                  <a:close/>
                </a:path>
                <a:path w="1885314" h="1885315">
                  <a:moveTo>
                    <a:pt x="1099451" y="549719"/>
                  </a:moveTo>
                  <a:lnTo>
                    <a:pt x="1097394" y="539534"/>
                  </a:lnTo>
                  <a:lnTo>
                    <a:pt x="1091780" y="531215"/>
                  </a:lnTo>
                  <a:lnTo>
                    <a:pt x="1083462" y="525602"/>
                  </a:lnTo>
                  <a:lnTo>
                    <a:pt x="1073277" y="523544"/>
                  </a:lnTo>
                  <a:lnTo>
                    <a:pt x="1063078" y="525602"/>
                  </a:lnTo>
                  <a:lnTo>
                    <a:pt x="1054760" y="531215"/>
                  </a:lnTo>
                  <a:lnTo>
                    <a:pt x="1049147" y="539534"/>
                  </a:lnTo>
                  <a:lnTo>
                    <a:pt x="1047089" y="549719"/>
                  </a:lnTo>
                  <a:lnTo>
                    <a:pt x="1049147" y="559917"/>
                  </a:lnTo>
                  <a:lnTo>
                    <a:pt x="1054760" y="568236"/>
                  </a:lnTo>
                  <a:lnTo>
                    <a:pt x="1063078" y="573836"/>
                  </a:lnTo>
                  <a:lnTo>
                    <a:pt x="1073277" y="575894"/>
                  </a:lnTo>
                  <a:lnTo>
                    <a:pt x="1083462" y="573836"/>
                  </a:lnTo>
                  <a:lnTo>
                    <a:pt x="1091780" y="568236"/>
                  </a:lnTo>
                  <a:lnTo>
                    <a:pt x="1097394" y="559917"/>
                  </a:lnTo>
                  <a:lnTo>
                    <a:pt x="1099451" y="549719"/>
                  </a:lnTo>
                  <a:close/>
                </a:path>
                <a:path w="1885314" h="1885315">
                  <a:moveTo>
                    <a:pt x="1099451" y="287947"/>
                  </a:moveTo>
                  <a:lnTo>
                    <a:pt x="1097394" y="277761"/>
                  </a:lnTo>
                  <a:lnTo>
                    <a:pt x="1091780" y="269443"/>
                  </a:lnTo>
                  <a:lnTo>
                    <a:pt x="1083462" y="263829"/>
                  </a:lnTo>
                  <a:lnTo>
                    <a:pt x="1073277" y="261772"/>
                  </a:lnTo>
                  <a:lnTo>
                    <a:pt x="1063078" y="263829"/>
                  </a:lnTo>
                  <a:lnTo>
                    <a:pt x="1054760" y="269443"/>
                  </a:lnTo>
                  <a:lnTo>
                    <a:pt x="1049147" y="277761"/>
                  </a:lnTo>
                  <a:lnTo>
                    <a:pt x="1047089" y="287947"/>
                  </a:lnTo>
                  <a:lnTo>
                    <a:pt x="1049147" y="298145"/>
                  </a:lnTo>
                  <a:lnTo>
                    <a:pt x="1054760" y="306463"/>
                  </a:lnTo>
                  <a:lnTo>
                    <a:pt x="1063078" y="312077"/>
                  </a:lnTo>
                  <a:lnTo>
                    <a:pt x="1073277" y="314121"/>
                  </a:lnTo>
                  <a:lnTo>
                    <a:pt x="1083462" y="312077"/>
                  </a:lnTo>
                  <a:lnTo>
                    <a:pt x="1091780" y="306463"/>
                  </a:lnTo>
                  <a:lnTo>
                    <a:pt x="1097394" y="298145"/>
                  </a:lnTo>
                  <a:lnTo>
                    <a:pt x="1099451" y="287947"/>
                  </a:lnTo>
                  <a:close/>
                </a:path>
                <a:path w="1885314" h="1885315">
                  <a:moveTo>
                    <a:pt x="1099451" y="26174"/>
                  </a:moveTo>
                  <a:lnTo>
                    <a:pt x="1097394" y="15989"/>
                  </a:lnTo>
                  <a:lnTo>
                    <a:pt x="1091780" y="7670"/>
                  </a:lnTo>
                  <a:lnTo>
                    <a:pt x="1083462" y="2057"/>
                  </a:lnTo>
                  <a:lnTo>
                    <a:pt x="1073277" y="0"/>
                  </a:lnTo>
                  <a:lnTo>
                    <a:pt x="1063078" y="2057"/>
                  </a:lnTo>
                  <a:lnTo>
                    <a:pt x="1054760" y="7670"/>
                  </a:lnTo>
                  <a:lnTo>
                    <a:pt x="1049147" y="15989"/>
                  </a:lnTo>
                  <a:lnTo>
                    <a:pt x="1047089" y="26174"/>
                  </a:lnTo>
                  <a:lnTo>
                    <a:pt x="1049147" y="36372"/>
                  </a:lnTo>
                  <a:lnTo>
                    <a:pt x="1054760" y="44691"/>
                  </a:lnTo>
                  <a:lnTo>
                    <a:pt x="1063078" y="50304"/>
                  </a:lnTo>
                  <a:lnTo>
                    <a:pt x="1073277" y="52349"/>
                  </a:lnTo>
                  <a:lnTo>
                    <a:pt x="1083462" y="50304"/>
                  </a:lnTo>
                  <a:lnTo>
                    <a:pt x="1091780" y="44691"/>
                  </a:lnTo>
                  <a:lnTo>
                    <a:pt x="1097394" y="36372"/>
                  </a:lnTo>
                  <a:lnTo>
                    <a:pt x="1099451" y="26174"/>
                  </a:lnTo>
                  <a:close/>
                </a:path>
                <a:path w="1885314" h="1885315">
                  <a:moveTo>
                    <a:pt x="1361224" y="1858581"/>
                  </a:moveTo>
                  <a:lnTo>
                    <a:pt x="1359166" y="1848396"/>
                  </a:lnTo>
                  <a:lnTo>
                    <a:pt x="1353553" y="1840077"/>
                  </a:lnTo>
                  <a:lnTo>
                    <a:pt x="1345234" y="1834464"/>
                  </a:lnTo>
                  <a:lnTo>
                    <a:pt x="1335049" y="1832406"/>
                  </a:lnTo>
                  <a:lnTo>
                    <a:pt x="1324851" y="1834464"/>
                  </a:lnTo>
                  <a:lnTo>
                    <a:pt x="1316532" y="1840077"/>
                  </a:lnTo>
                  <a:lnTo>
                    <a:pt x="1310919" y="1848396"/>
                  </a:lnTo>
                  <a:lnTo>
                    <a:pt x="1308862" y="1858581"/>
                  </a:lnTo>
                  <a:lnTo>
                    <a:pt x="1310919" y="1868779"/>
                  </a:lnTo>
                  <a:lnTo>
                    <a:pt x="1316532" y="1877098"/>
                  </a:lnTo>
                  <a:lnTo>
                    <a:pt x="1324851" y="1882698"/>
                  </a:lnTo>
                  <a:lnTo>
                    <a:pt x="1335049" y="1884756"/>
                  </a:lnTo>
                  <a:lnTo>
                    <a:pt x="1345234" y="1882698"/>
                  </a:lnTo>
                  <a:lnTo>
                    <a:pt x="1353553" y="1877098"/>
                  </a:lnTo>
                  <a:lnTo>
                    <a:pt x="1359166" y="1868779"/>
                  </a:lnTo>
                  <a:lnTo>
                    <a:pt x="1361224" y="1858581"/>
                  </a:lnTo>
                  <a:close/>
                </a:path>
                <a:path w="1885314" h="1885315">
                  <a:moveTo>
                    <a:pt x="1361224" y="1596809"/>
                  </a:moveTo>
                  <a:lnTo>
                    <a:pt x="1359166" y="1586623"/>
                  </a:lnTo>
                  <a:lnTo>
                    <a:pt x="1353553" y="1578305"/>
                  </a:lnTo>
                  <a:lnTo>
                    <a:pt x="1345234" y="1572691"/>
                  </a:lnTo>
                  <a:lnTo>
                    <a:pt x="1335049" y="1570634"/>
                  </a:lnTo>
                  <a:lnTo>
                    <a:pt x="1324851" y="1572691"/>
                  </a:lnTo>
                  <a:lnTo>
                    <a:pt x="1316532" y="1578305"/>
                  </a:lnTo>
                  <a:lnTo>
                    <a:pt x="1310919" y="1586623"/>
                  </a:lnTo>
                  <a:lnTo>
                    <a:pt x="1308862" y="1596809"/>
                  </a:lnTo>
                  <a:lnTo>
                    <a:pt x="1310919" y="1607007"/>
                  </a:lnTo>
                  <a:lnTo>
                    <a:pt x="1316532" y="1615325"/>
                  </a:lnTo>
                  <a:lnTo>
                    <a:pt x="1324851" y="1620926"/>
                  </a:lnTo>
                  <a:lnTo>
                    <a:pt x="1335049" y="1622983"/>
                  </a:lnTo>
                  <a:lnTo>
                    <a:pt x="1345234" y="1620926"/>
                  </a:lnTo>
                  <a:lnTo>
                    <a:pt x="1353553" y="1615325"/>
                  </a:lnTo>
                  <a:lnTo>
                    <a:pt x="1359166" y="1607007"/>
                  </a:lnTo>
                  <a:lnTo>
                    <a:pt x="1361224" y="1596809"/>
                  </a:lnTo>
                  <a:close/>
                </a:path>
                <a:path w="1885314" h="1885315">
                  <a:moveTo>
                    <a:pt x="1361224" y="1335036"/>
                  </a:moveTo>
                  <a:lnTo>
                    <a:pt x="1359166" y="1324851"/>
                  </a:lnTo>
                  <a:lnTo>
                    <a:pt x="1353553" y="1316532"/>
                  </a:lnTo>
                  <a:lnTo>
                    <a:pt x="1345234" y="1310919"/>
                  </a:lnTo>
                  <a:lnTo>
                    <a:pt x="1335049" y="1308862"/>
                  </a:lnTo>
                  <a:lnTo>
                    <a:pt x="1324851" y="1310919"/>
                  </a:lnTo>
                  <a:lnTo>
                    <a:pt x="1316532" y="1316532"/>
                  </a:lnTo>
                  <a:lnTo>
                    <a:pt x="1310919" y="1324851"/>
                  </a:lnTo>
                  <a:lnTo>
                    <a:pt x="1308862" y="1335036"/>
                  </a:lnTo>
                  <a:lnTo>
                    <a:pt x="1310919" y="1345234"/>
                  </a:lnTo>
                  <a:lnTo>
                    <a:pt x="1316532" y="1353553"/>
                  </a:lnTo>
                  <a:lnTo>
                    <a:pt x="1324851" y="1359154"/>
                  </a:lnTo>
                  <a:lnTo>
                    <a:pt x="1335049" y="1361211"/>
                  </a:lnTo>
                  <a:lnTo>
                    <a:pt x="1345234" y="1359154"/>
                  </a:lnTo>
                  <a:lnTo>
                    <a:pt x="1353553" y="1353553"/>
                  </a:lnTo>
                  <a:lnTo>
                    <a:pt x="1359166" y="1345234"/>
                  </a:lnTo>
                  <a:lnTo>
                    <a:pt x="1361224" y="1335036"/>
                  </a:lnTo>
                  <a:close/>
                </a:path>
                <a:path w="1885314" h="1885315">
                  <a:moveTo>
                    <a:pt x="1361224" y="1073264"/>
                  </a:moveTo>
                  <a:lnTo>
                    <a:pt x="1359166" y="1063078"/>
                  </a:lnTo>
                  <a:lnTo>
                    <a:pt x="1353553" y="1054760"/>
                  </a:lnTo>
                  <a:lnTo>
                    <a:pt x="1345234" y="1049147"/>
                  </a:lnTo>
                  <a:lnTo>
                    <a:pt x="1335049" y="1047089"/>
                  </a:lnTo>
                  <a:lnTo>
                    <a:pt x="1324851" y="1049147"/>
                  </a:lnTo>
                  <a:lnTo>
                    <a:pt x="1316532" y="1054760"/>
                  </a:lnTo>
                  <a:lnTo>
                    <a:pt x="1310919" y="1063078"/>
                  </a:lnTo>
                  <a:lnTo>
                    <a:pt x="1308862" y="1073264"/>
                  </a:lnTo>
                  <a:lnTo>
                    <a:pt x="1310919" y="1083462"/>
                  </a:lnTo>
                  <a:lnTo>
                    <a:pt x="1316532" y="1091780"/>
                  </a:lnTo>
                  <a:lnTo>
                    <a:pt x="1324851" y="1097381"/>
                  </a:lnTo>
                  <a:lnTo>
                    <a:pt x="1335049" y="1099439"/>
                  </a:lnTo>
                  <a:lnTo>
                    <a:pt x="1345234" y="1097381"/>
                  </a:lnTo>
                  <a:lnTo>
                    <a:pt x="1353553" y="1091780"/>
                  </a:lnTo>
                  <a:lnTo>
                    <a:pt x="1359166" y="1083462"/>
                  </a:lnTo>
                  <a:lnTo>
                    <a:pt x="1361224" y="1073264"/>
                  </a:lnTo>
                  <a:close/>
                </a:path>
                <a:path w="1885314" h="1885315">
                  <a:moveTo>
                    <a:pt x="1361224" y="811491"/>
                  </a:moveTo>
                  <a:lnTo>
                    <a:pt x="1359166" y="801306"/>
                  </a:lnTo>
                  <a:lnTo>
                    <a:pt x="1353553" y="792988"/>
                  </a:lnTo>
                  <a:lnTo>
                    <a:pt x="1345234" y="787374"/>
                  </a:lnTo>
                  <a:lnTo>
                    <a:pt x="1335049" y="785317"/>
                  </a:lnTo>
                  <a:lnTo>
                    <a:pt x="1324851" y="787374"/>
                  </a:lnTo>
                  <a:lnTo>
                    <a:pt x="1316532" y="792988"/>
                  </a:lnTo>
                  <a:lnTo>
                    <a:pt x="1310919" y="801306"/>
                  </a:lnTo>
                  <a:lnTo>
                    <a:pt x="1308862" y="811491"/>
                  </a:lnTo>
                  <a:lnTo>
                    <a:pt x="1310919" y="821690"/>
                  </a:lnTo>
                  <a:lnTo>
                    <a:pt x="1316532" y="830008"/>
                  </a:lnTo>
                  <a:lnTo>
                    <a:pt x="1324851" y="835609"/>
                  </a:lnTo>
                  <a:lnTo>
                    <a:pt x="1335049" y="837666"/>
                  </a:lnTo>
                  <a:lnTo>
                    <a:pt x="1345234" y="835609"/>
                  </a:lnTo>
                  <a:lnTo>
                    <a:pt x="1353553" y="830008"/>
                  </a:lnTo>
                  <a:lnTo>
                    <a:pt x="1359166" y="821690"/>
                  </a:lnTo>
                  <a:lnTo>
                    <a:pt x="1361224" y="811491"/>
                  </a:lnTo>
                  <a:close/>
                </a:path>
                <a:path w="1885314" h="1885315">
                  <a:moveTo>
                    <a:pt x="1361224" y="549719"/>
                  </a:moveTo>
                  <a:lnTo>
                    <a:pt x="1359166" y="539534"/>
                  </a:lnTo>
                  <a:lnTo>
                    <a:pt x="1353553" y="531215"/>
                  </a:lnTo>
                  <a:lnTo>
                    <a:pt x="1345234" y="525602"/>
                  </a:lnTo>
                  <a:lnTo>
                    <a:pt x="1335049" y="523544"/>
                  </a:lnTo>
                  <a:lnTo>
                    <a:pt x="1324851" y="525602"/>
                  </a:lnTo>
                  <a:lnTo>
                    <a:pt x="1316532" y="531215"/>
                  </a:lnTo>
                  <a:lnTo>
                    <a:pt x="1310919" y="539534"/>
                  </a:lnTo>
                  <a:lnTo>
                    <a:pt x="1308862" y="549719"/>
                  </a:lnTo>
                  <a:lnTo>
                    <a:pt x="1310919" y="559917"/>
                  </a:lnTo>
                  <a:lnTo>
                    <a:pt x="1316532" y="568236"/>
                  </a:lnTo>
                  <a:lnTo>
                    <a:pt x="1324851" y="573836"/>
                  </a:lnTo>
                  <a:lnTo>
                    <a:pt x="1335049" y="575894"/>
                  </a:lnTo>
                  <a:lnTo>
                    <a:pt x="1345234" y="573836"/>
                  </a:lnTo>
                  <a:lnTo>
                    <a:pt x="1353553" y="568236"/>
                  </a:lnTo>
                  <a:lnTo>
                    <a:pt x="1359166" y="559917"/>
                  </a:lnTo>
                  <a:lnTo>
                    <a:pt x="1361224" y="549719"/>
                  </a:lnTo>
                  <a:close/>
                </a:path>
                <a:path w="1885314" h="1885315">
                  <a:moveTo>
                    <a:pt x="1361224" y="287947"/>
                  </a:moveTo>
                  <a:lnTo>
                    <a:pt x="1359166" y="277761"/>
                  </a:lnTo>
                  <a:lnTo>
                    <a:pt x="1353553" y="269443"/>
                  </a:lnTo>
                  <a:lnTo>
                    <a:pt x="1345234" y="263829"/>
                  </a:lnTo>
                  <a:lnTo>
                    <a:pt x="1335049" y="261772"/>
                  </a:lnTo>
                  <a:lnTo>
                    <a:pt x="1324851" y="263829"/>
                  </a:lnTo>
                  <a:lnTo>
                    <a:pt x="1316532" y="269443"/>
                  </a:lnTo>
                  <a:lnTo>
                    <a:pt x="1310919" y="277761"/>
                  </a:lnTo>
                  <a:lnTo>
                    <a:pt x="1308862" y="287947"/>
                  </a:lnTo>
                  <a:lnTo>
                    <a:pt x="1310919" y="298145"/>
                  </a:lnTo>
                  <a:lnTo>
                    <a:pt x="1316532" y="306463"/>
                  </a:lnTo>
                  <a:lnTo>
                    <a:pt x="1324851" y="312077"/>
                  </a:lnTo>
                  <a:lnTo>
                    <a:pt x="1335049" y="314121"/>
                  </a:lnTo>
                  <a:lnTo>
                    <a:pt x="1345234" y="312077"/>
                  </a:lnTo>
                  <a:lnTo>
                    <a:pt x="1353553" y="306463"/>
                  </a:lnTo>
                  <a:lnTo>
                    <a:pt x="1359166" y="298145"/>
                  </a:lnTo>
                  <a:lnTo>
                    <a:pt x="1361224" y="287947"/>
                  </a:lnTo>
                  <a:close/>
                </a:path>
                <a:path w="1885314" h="1885315">
                  <a:moveTo>
                    <a:pt x="1361224" y="26174"/>
                  </a:moveTo>
                  <a:lnTo>
                    <a:pt x="1359166" y="15989"/>
                  </a:lnTo>
                  <a:lnTo>
                    <a:pt x="1353553" y="7670"/>
                  </a:lnTo>
                  <a:lnTo>
                    <a:pt x="1345234" y="2057"/>
                  </a:lnTo>
                  <a:lnTo>
                    <a:pt x="1335049" y="0"/>
                  </a:lnTo>
                  <a:lnTo>
                    <a:pt x="1324851" y="2057"/>
                  </a:lnTo>
                  <a:lnTo>
                    <a:pt x="1316532" y="7670"/>
                  </a:lnTo>
                  <a:lnTo>
                    <a:pt x="1310919" y="15989"/>
                  </a:lnTo>
                  <a:lnTo>
                    <a:pt x="1308862" y="26174"/>
                  </a:lnTo>
                  <a:lnTo>
                    <a:pt x="1310919" y="36372"/>
                  </a:lnTo>
                  <a:lnTo>
                    <a:pt x="1316532" y="44691"/>
                  </a:lnTo>
                  <a:lnTo>
                    <a:pt x="1324851" y="50304"/>
                  </a:lnTo>
                  <a:lnTo>
                    <a:pt x="1335049" y="52349"/>
                  </a:lnTo>
                  <a:lnTo>
                    <a:pt x="1345234" y="50304"/>
                  </a:lnTo>
                  <a:lnTo>
                    <a:pt x="1353553" y="44691"/>
                  </a:lnTo>
                  <a:lnTo>
                    <a:pt x="1359166" y="36372"/>
                  </a:lnTo>
                  <a:lnTo>
                    <a:pt x="1361224" y="26174"/>
                  </a:lnTo>
                  <a:close/>
                </a:path>
                <a:path w="1885314" h="1885315">
                  <a:moveTo>
                    <a:pt x="1622996" y="1858581"/>
                  </a:moveTo>
                  <a:lnTo>
                    <a:pt x="1620939" y="1848396"/>
                  </a:lnTo>
                  <a:lnTo>
                    <a:pt x="1615325" y="1840077"/>
                  </a:lnTo>
                  <a:lnTo>
                    <a:pt x="1607007" y="1834464"/>
                  </a:lnTo>
                  <a:lnTo>
                    <a:pt x="1596821" y="1832406"/>
                  </a:lnTo>
                  <a:lnTo>
                    <a:pt x="1586623" y="1834464"/>
                  </a:lnTo>
                  <a:lnTo>
                    <a:pt x="1578305" y="1840077"/>
                  </a:lnTo>
                  <a:lnTo>
                    <a:pt x="1572691" y="1848396"/>
                  </a:lnTo>
                  <a:lnTo>
                    <a:pt x="1570634" y="1858581"/>
                  </a:lnTo>
                  <a:lnTo>
                    <a:pt x="1572691" y="1868779"/>
                  </a:lnTo>
                  <a:lnTo>
                    <a:pt x="1578305" y="1877098"/>
                  </a:lnTo>
                  <a:lnTo>
                    <a:pt x="1586623" y="1882698"/>
                  </a:lnTo>
                  <a:lnTo>
                    <a:pt x="1596821" y="1884756"/>
                  </a:lnTo>
                  <a:lnTo>
                    <a:pt x="1607007" y="1882698"/>
                  </a:lnTo>
                  <a:lnTo>
                    <a:pt x="1615325" y="1877098"/>
                  </a:lnTo>
                  <a:lnTo>
                    <a:pt x="1620939" y="1868779"/>
                  </a:lnTo>
                  <a:lnTo>
                    <a:pt x="1622996" y="1858581"/>
                  </a:lnTo>
                  <a:close/>
                </a:path>
                <a:path w="1885314" h="1885315">
                  <a:moveTo>
                    <a:pt x="1622996" y="1596809"/>
                  </a:moveTo>
                  <a:lnTo>
                    <a:pt x="1620939" y="1586623"/>
                  </a:lnTo>
                  <a:lnTo>
                    <a:pt x="1615325" y="1578305"/>
                  </a:lnTo>
                  <a:lnTo>
                    <a:pt x="1607007" y="1572691"/>
                  </a:lnTo>
                  <a:lnTo>
                    <a:pt x="1596821" y="1570634"/>
                  </a:lnTo>
                  <a:lnTo>
                    <a:pt x="1586623" y="1572691"/>
                  </a:lnTo>
                  <a:lnTo>
                    <a:pt x="1578305" y="1578305"/>
                  </a:lnTo>
                  <a:lnTo>
                    <a:pt x="1572691" y="1586623"/>
                  </a:lnTo>
                  <a:lnTo>
                    <a:pt x="1570634" y="1596809"/>
                  </a:lnTo>
                  <a:lnTo>
                    <a:pt x="1572691" y="1607007"/>
                  </a:lnTo>
                  <a:lnTo>
                    <a:pt x="1578305" y="1615325"/>
                  </a:lnTo>
                  <a:lnTo>
                    <a:pt x="1586623" y="1620926"/>
                  </a:lnTo>
                  <a:lnTo>
                    <a:pt x="1596821" y="1622983"/>
                  </a:lnTo>
                  <a:lnTo>
                    <a:pt x="1607007" y="1620926"/>
                  </a:lnTo>
                  <a:lnTo>
                    <a:pt x="1615325" y="1615325"/>
                  </a:lnTo>
                  <a:lnTo>
                    <a:pt x="1620939" y="1607007"/>
                  </a:lnTo>
                  <a:lnTo>
                    <a:pt x="1622996" y="1596809"/>
                  </a:lnTo>
                  <a:close/>
                </a:path>
                <a:path w="1885314" h="1885315">
                  <a:moveTo>
                    <a:pt x="1622996" y="1335036"/>
                  </a:moveTo>
                  <a:lnTo>
                    <a:pt x="1620939" y="1324851"/>
                  </a:lnTo>
                  <a:lnTo>
                    <a:pt x="1615325" y="1316532"/>
                  </a:lnTo>
                  <a:lnTo>
                    <a:pt x="1607007" y="1310919"/>
                  </a:lnTo>
                  <a:lnTo>
                    <a:pt x="1596821" y="1308862"/>
                  </a:lnTo>
                  <a:lnTo>
                    <a:pt x="1586623" y="1310919"/>
                  </a:lnTo>
                  <a:lnTo>
                    <a:pt x="1578305" y="1316532"/>
                  </a:lnTo>
                  <a:lnTo>
                    <a:pt x="1572691" y="1324851"/>
                  </a:lnTo>
                  <a:lnTo>
                    <a:pt x="1570634" y="1335036"/>
                  </a:lnTo>
                  <a:lnTo>
                    <a:pt x="1572691" y="1345234"/>
                  </a:lnTo>
                  <a:lnTo>
                    <a:pt x="1578305" y="1353553"/>
                  </a:lnTo>
                  <a:lnTo>
                    <a:pt x="1586623" y="1359154"/>
                  </a:lnTo>
                  <a:lnTo>
                    <a:pt x="1596821" y="1361211"/>
                  </a:lnTo>
                  <a:lnTo>
                    <a:pt x="1607007" y="1359154"/>
                  </a:lnTo>
                  <a:lnTo>
                    <a:pt x="1615325" y="1353553"/>
                  </a:lnTo>
                  <a:lnTo>
                    <a:pt x="1620939" y="1345234"/>
                  </a:lnTo>
                  <a:lnTo>
                    <a:pt x="1622996" y="1335036"/>
                  </a:lnTo>
                  <a:close/>
                </a:path>
                <a:path w="1885314" h="1885315">
                  <a:moveTo>
                    <a:pt x="1622996" y="1073264"/>
                  </a:moveTo>
                  <a:lnTo>
                    <a:pt x="1620939" y="1063078"/>
                  </a:lnTo>
                  <a:lnTo>
                    <a:pt x="1615325" y="1054760"/>
                  </a:lnTo>
                  <a:lnTo>
                    <a:pt x="1607007" y="1049147"/>
                  </a:lnTo>
                  <a:lnTo>
                    <a:pt x="1596821" y="1047089"/>
                  </a:lnTo>
                  <a:lnTo>
                    <a:pt x="1586623" y="1049147"/>
                  </a:lnTo>
                  <a:lnTo>
                    <a:pt x="1578305" y="1054760"/>
                  </a:lnTo>
                  <a:lnTo>
                    <a:pt x="1572691" y="1063078"/>
                  </a:lnTo>
                  <a:lnTo>
                    <a:pt x="1570634" y="1073264"/>
                  </a:lnTo>
                  <a:lnTo>
                    <a:pt x="1572691" y="1083462"/>
                  </a:lnTo>
                  <a:lnTo>
                    <a:pt x="1578305" y="1091780"/>
                  </a:lnTo>
                  <a:lnTo>
                    <a:pt x="1586623" y="1097381"/>
                  </a:lnTo>
                  <a:lnTo>
                    <a:pt x="1596821" y="1099439"/>
                  </a:lnTo>
                  <a:lnTo>
                    <a:pt x="1607007" y="1097381"/>
                  </a:lnTo>
                  <a:lnTo>
                    <a:pt x="1615325" y="1091780"/>
                  </a:lnTo>
                  <a:lnTo>
                    <a:pt x="1620939" y="1083462"/>
                  </a:lnTo>
                  <a:lnTo>
                    <a:pt x="1622996" y="1073264"/>
                  </a:lnTo>
                  <a:close/>
                </a:path>
                <a:path w="1885314" h="1885315">
                  <a:moveTo>
                    <a:pt x="1622996" y="811491"/>
                  </a:moveTo>
                  <a:lnTo>
                    <a:pt x="1620939" y="801306"/>
                  </a:lnTo>
                  <a:lnTo>
                    <a:pt x="1615325" y="792988"/>
                  </a:lnTo>
                  <a:lnTo>
                    <a:pt x="1607007" y="787374"/>
                  </a:lnTo>
                  <a:lnTo>
                    <a:pt x="1596821" y="785317"/>
                  </a:lnTo>
                  <a:lnTo>
                    <a:pt x="1586623" y="787374"/>
                  </a:lnTo>
                  <a:lnTo>
                    <a:pt x="1578305" y="792988"/>
                  </a:lnTo>
                  <a:lnTo>
                    <a:pt x="1572691" y="801306"/>
                  </a:lnTo>
                  <a:lnTo>
                    <a:pt x="1570634" y="811491"/>
                  </a:lnTo>
                  <a:lnTo>
                    <a:pt x="1572691" y="821690"/>
                  </a:lnTo>
                  <a:lnTo>
                    <a:pt x="1578305" y="830008"/>
                  </a:lnTo>
                  <a:lnTo>
                    <a:pt x="1586623" y="835609"/>
                  </a:lnTo>
                  <a:lnTo>
                    <a:pt x="1596821" y="837666"/>
                  </a:lnTo>
                  <a:lnTo>
                    <a:pt x="1607007" y="835609"/>
                  </a:lnTo>
                  <a:lnTo>
                    <a:pt x="1615325" y="830008"/>
                  </a:lnTo>
                  <a:lnTo>
                    <a:pt x="1620939" y="821690"/>
                  </a:lnTo>
                  <a:lnTo>
                    <a:pt x="1622996" y="811491"/>
                  </a:lnTo>
                  <a:close/>
                </a:path>
                <a:path w="1885314" h="1885315">
                  <a:moveTo>
                    <a:pt x="1622996" y="549719"/>
                  </a:moveTo>
                  <a:lnTo>
                    <a:pt x="1620939" y="539534"/>
                  </a:lnTo>
                  <a:lnTo>
                    <a:pt x="1615325" y="531215"/>
                  </a:lnTo>
                  <a:lnTo>
                    <a:pt x="1607007" y="525602"/>
                  </a:lnTo>
                  <a:lnTo>
                    <a:pt x="1596821" y="523544"/>
                  </a:lnTo>
                  <a:lnTo>
                    <a:pt x="1586623" y="525602"/>
                  </a:lnTo>
                  <a:lnTo>
                    <a:pt x="1578305" y="531215"/>
                  </a:lnTo>
                  <a:lnTo>
                    <a:pt x="1572691" y="539534"/>
                  </a:lnTo>
                  <a:lnTo>
                    <a:pt x="1570634" y="549719"/>
                  </a:lnTo>
                  <a:lnTo>
                    <a:pt x="1572691" y="559917"/>
                  </a:lnTo>
                  <a:lnTo>
                    <a:pt x="1578305" y="568236"/>
                  </a:lnTo>
                  <a:lnTo>
                    <a:pt x="1586623" y="573836"/>
                  </a:lnTo>
                  <a:lnTo>
                    <a:pt x="1596821" y="575894"/>
                  </a:lnTo>
                  <a:lnTo>
                    <a:pt x="1607007" y="573836"/>
                  </a:lnTo>
                  <a:lnTo>
                    <a:pt x="1615325" y="568236"/>
                  </a:lnTo>
                  <a:lnTo>
                    <a:pt x="1620939" y="559917"/>
                  </a:lnTo>
                  <a:lnTo>
                    <a:pt x="1622996" y="549719"/>
                  </a:lnTo>
                  <a:close/>
                </a:path>
                <a:path w="1885314" h="1885315">
                  <a:moveTo>
                    <a:pt x="1622996" y="287947"/>
                  </a:moveTo>
                  <a:lnTo>
                    <a:pt x="1620939" y="277761"/>
                  </a:lnTo>
                  <a:lnTo>
                    <a:pt x="1615325" y="269443"/>
                  </a:lnTo>
                  <a:lnTo>
                    <a:pt x="1607007" y="263829"/>
                  </a:lnTo>
                  <a:lnTo>
                    <a:pt x="1596821" y="261772"/>
                  </a:lnTo>
                  <a:lnTo>
                    <a:pt x="1586623" y="263829"/>
                  </a:lnTo>
                  <a:lnTo>
                    <a:pt x="1578305" y="269443"/>
                  </a:lnTo>
                  <a:lnTo>
                    <a:pt x="1572691" y="277761"/>
                  </a:lnTo>
                  <a:lnTo>
                    <a:pt x="1570634" y="287947"/>
                  </a:lnTo>
                  <a:lnTo>
                    <a:pt x="1572691" y="298145"/>
                  </a:lnTo>
                  <a:lnTo>
                    <a:pt x="1578305" y="306463"/>
                  </a:lnTo>
                  <a:lnTo>
                    <a:pt x="1586623" y="312077"/>
                  </a:lnTo>
                  <a:lnTo>
                    <a:pt x="1596821" y="314121"/>
                  </a:lnTo>
                  <a:lnTo>
                    <a:pt x="1607007" y="312077"/>
                  </a:lnTo>
                  <a:lnTo>
                    <a:pt x="1615325" y="306463"/>
                  </a:lnTo>
                  <a:lnTo>
                    <a:pt x="1620939" y="298145"/>
                  </a:lnTo>
                  <a:lnTo>
                    <a:pt x="1622996" y="287947"/>
                  </a:lnTo>
                  <a:close/>
                </a:path>
                <a:path w="1885314" h="1885315">
                  <a:moveTo>
                    <a:pt x="1622996" y="26174"/>
                  </a:moveTo>
                  <a:lnTo>
                    <a:pt x="1620939" y="15989"/>
                  </a:lnTo>
                  <a:lnTo>
                    <a:pt x="1615325" y="7670"/>
                  </a:lnTo>
                  <a:lnTo>
                    <a:pt x="1607007" y="2057"/>
                  </a:lnTo>
                  <a:lnTo>
                    <a:pt x="1596821" y="0"/>
                  </a:lnTo>
                  <a:lnTo>
                    <a:pt x="1586623" y="2057"/>
                  </a:lnTo>
                  <a:lnTo>
                    <a:pt x="1578305" y="7670"/>
                  </a:lnTo>
                  <a:lnTo>
                    <a:pt x="1572691" y="15989"/>
                  </a:lnTo>
                  <a:lnTo>
                    <a:pt x="1570634" y="26174"/>
                  </a:lnTo>
                  <a:lnTo>
                    <a:pt x="1572691" y="36372"/>
                  </a:lnTo>
                  <a:lnTo>
                    <a:pt x="1578305" y="44691"/>
                  </a:lnTo>
                  <a:lnTo>
                    <a:pt x="1586623" y="50304"/>
                  </a:lnTo>
                  <a:lnTo>
                    <a:pt x="1596821" y="52349"/>
                  </a:lnTo>
                  <a:lnTo>
                    <a:pt x="1607007" y="50304"/>
                  </a:lnTo>
                  <a:lnTo>
                    <a:pt x="1615325" y="44691"/>
                  </a:lnTo>
                  <a:lnTo>
                    <a:pt x="1620939" y="36372"/>
                  </a:lnTo>
                  <a:lnTo>
                    <a:pt x="1622996" y="26174"/>
                  </a:lnTo>
                  <a:close/>
                </a:path>
                <a:path w="1885314" h="1885315">
                  <a:moveTo>
                    <a:pt x="1884768" y="1858581"/>
                  </a:moveTo>
                  <a:lnTo>
                    <a:pt x="1882711" y="1848396"/>
                  </a:lnTo>
                  <a:lnTo>
                    <a:pt x="1877098" y="1840077"/>
                  </a:lnTo>
                  <a:lnTo>
                    <a:pt x="1868779" y="1834464"/>
                  </a:lnTo>
                  <a:lnTo>
                    <a:pt x="1858594" y="1832406"/>
                  </a:lnTo>
                  <a:lnTo>
                    <a:pt x="1848396" y="1834464"/>
                  </a:lnTo>
                  <a:lnTo>
                    <a:pt x="1840077" y="1840077"/>
                  </a:lnTo>
                  <a:lnTo>
                    <a:pt x="1834464" y="1848396"/>
                  </a:lnTo>
                  <a:lnTo>
                    <a:pt x="1832406" y="1858581"/>
                  </a:lnTo>
                  <a:lnTo>
                    <a:pt x="1834464" y="1868779"/>
                  </a:lnTo>
                  <a:lnTo>
                    <a:pt x="1840077" y="1877098"/>
                  </a:lnTo>
                  <a:lnTo>
                    <a:pt x="1848396" y="1882698"/>
                  </a:lnTo>
                  <a:lnTo>
                    <a:pt x="1858594" y="1884756"/>
                  </a:lnTo>
                  <a:lnTo>
                    <a:pt x="1868779" y="1882698"/>
                  </a:lnTo>
                  <a:lnTo>
                    <a:pt x="1877098" y="1877098"/>
                  </a:lnTo>
                  <a:lnTo>
                    <a:pt x="1882711" y="1868779"/>
                  </a:lnTo>
                  <a:lnTo>
                    <a:pt x="1884768" y="1858581"/>
                  </a:lnTo>
                  <a:close/>
                </a:path>
                <a:path w="1885314" h="1885315">
                  <a:moveTo>
                    <a:pt x="1884768" y="1596809"/>
                  </a:moveTo>
                  <a:lnTo>
                    <a:pt x="1882711" y="1586623"/>
                  </a:lnTo>
                  <a:lnTo>
                    <a:pt x="1877098" y="1578305"/>
                  </a:lnTo>
                  <a:lnTo>
                    <a:pt x="1868779" y="1572691"/>
                  </a:lnTo>
                  <a:lnTo>
                    <a:pt x="1858594" y="1570634"/>
                  </a:lnTo>
                  <a:lnTo>
                    <a:pt x="1848396" y="1572691"/>
                  </a:lnTo>
                  <a:lnTo>
                    <a:pt x="1840077" y="1578305"/>
                  </a:lnTo>
                  <a:lnTo>
                    <a:pt x="1834464" y="1586623"/>
                  </a:lnTo>
                  <a:lnTo>
                    <a:pt x="1832406" y="1596809"/>
                  </a:lnTo>
                  <a:lnTo>
                    <a:pt x="1834464" y="1607007"/>
                  </a:lnTo>
                  <a:lnTo>
                    <a:pt x="1840077" y="1615325"/>
                  </a:lnTo>
                  <a:lnTo>
                    <a:pt x="1848396" y="1620926"/>
                  </a:lnTo>
                  <a:lnTo>
                    <a:pt x="1858594" y="1622983"/>
                  </a:lnTo>
                  <a:lnTo>
                    <a:pt x="1868779" y="1620926"/>
                  </a:lnTo>
                  <a:lnTo>
                    <a:pt x="1877098" y="1615325"/>
                  </a:lnTo>
                  <a:lnTo>
                    <a:pt x="1882711" y="1607007"/>
                  </a:lnTo>
                  <a:lnTo>
                    <a:pt x="1884768" y="1596809"/>
                  </a:lnTo>
                  <a:close/>
                </a:path>
                <a:path w="1885314" h="1885315">
                  <a:moveTo>
                    <a:pt x="1884768" y="1335036"/>
                  </a:moveTo>
                  <a:lnTo>
                    <a:pt x="1882711" y="1324851"/>
                  </a:lnTo>
                  <a:lnTo>
                    <a:pt x="1877098" y="1316532"/>
                  </a:lnTo>
                  <a:lnTo>
                    <a:pt x="1868779" y="1310919"/>
                  </a:lnTo>
                  <a:lnTo>
                    <a:pt x="1858594" y="1308862"/>
                  </a:lnTo>
                  <a:lnTo>
                    <a:pt x="1848396" y="1310919"/>
                  </a:lnTo>
                  <a:lnTo>
                    <a:pt x="1840077" y="1316532"/>
                  </a:lnTo>
                  <a:lnTo>
                    <a:pt x="1834464" y="1324851"/>
                  </a:lnTo>
                  <a:lnTo>
                    <a:pt x="1832406" y="1335036"/>
                  </a:lnTo>
                  <a:lnTo>
                    <a:pt x="1834464" y="1345234"/>
                  </a:lnTo>
                  <a:lnTo>
                    <a:pt x="1840077" y="1353553"/>
                  </a:lnTo>
                  <a:lnTo>
                    <a:pt x="1848396" y="1359154"/>
                  </a:lnTo>
                  <a:lnTo>
                    <a:pt x="1858594" y="1361211"/>
                  </a:lnTo>
                  <a:lnTo>
                    <a:pt x="1868779" y="1359154"/>
                  </a:lnTo>
                  <a:lnTo>
                    <a:pt x="1877098" y="1353553"/>
                  </a:lnTo>
                  <a:lnTo>
                    <a:pt x="1882711" y="1345234"/>
                  </a:lnTo>
                  <a:lnTo>
                    <a:pt x="1884768" y="1335036"/>
                  </a:lnTo>
                  <a:close/>
                </a:path>
                <a:path w="1885314" h="1885315">
                  <a:moveTo>
                    <a:pt x="1884768" y="1073264"/>
                  </a:moveTo>
                  <a:lnTo>
                    <a:pt x="1882711" y="1063078"/>
                  </a:lnTo>
                  <a:lnTo>
                    <a:pt x="1877098" y="1054760"/>
                  </a:lnTo>
                  <a:lnTo>
                    <a:pt x="1868779" y="1049147"/>
                  </a:lnTo>
                  <a:lnTo>
                    <a:pt x="1858594" y="1047089"/>
                  </a:lnTo>
                  <a:lnTo>
                    <a:pt x="1848396" y="1049147"/>
                  </a:lnTo>
                  <a:lnTo>
                    <a:pt x="1840077" y="1054760"/>
                  </a:lnTo>
                  <a:lnTo>
                    <a:pt x="1834464" y="1063078"/>
                  </a:lnTo>
                  <a:lnTo>
                    <a:pt x="1832406" y="1073264"/>
                  </a:lnTo>
                  <a:lnTo>
                    <a:pt x="1834464" y="1083462"/>
                  </a:lnTo>
                  <a:lnTo>
                    <a:pt x="1840077" y="1091780"/>
                  </a:lnTo>
                  <a:lnTo>
                    <a:pt x="1848396" y="1097381"/>
                  </a:lnTo>
                  <a:lnTo>
                    <a:pt x="1858594" y="1099439"/>
                  </a:lnTo>
                  <a:lnTo>
                    <a:pt x="1868779" y="1097381"/>
                  </a:lnTo>
                  <a:lnTo>
                    <a:pt x="1877098" y="1091780"/>
                  </a:lnTo>
                  <a:lnTo>
                    <a:pt x="1882711" y="1083462"/>
                  </a:lnTo>
                  <a:lnTo>
                    <a:pt x="1884768" y="1073264"/>
                  </a:lnTo>
                  <a:close/>
                </a:path>
                <a:path w="1885314" h="1885315">
                  <a:moveTo>
                    <a:pt x="1884768" y="811491"/>
                  </a:moveTo>
                  <a:lnTo>
                    <a:pt x="1882711" y="801306"/>
                  </a:lnTo>
                  <a:lnTo>
                    <a:pt x="1877098" y="792988"/>
                  </a:lnTo>
                  <a:lnTo>
                    <a:pt x="1868779" y="787374"/>
                  </a:lnTo>
                  <a:lnTo>
                    <a:pt x="1858594" y="785317"/>
                  </a:lnTo>
                  <a:lnTo>
                    <a:pt x="1848396" y="787374"/>
                  </a:lnTo>
                  <a:lnTo>
                    <a:pt x="1840077" y="792988"/>
                  </a:lnTo>
                  <a:lnTo>
                    <a:pt x="1834464" y="801306"/>
                  </a:lnTo>
                  <a:lnTo>
                    <a:pt x="1832406" y="811491"/>
                  </a:lnTo>
                  <a:lnTo>
                    <a:pt x="1834464" y="821690"/>
                  </a:lnTo>
                  <a:lnTo>
                    <a:pt x="1840077" y="830008"/>
                  </a:lnTo>
                  <a:lnTo>
                    <a:pt x="1848396" y="835609"/>
                  </a:lnTo>
                  <a:lnTo>
                    <a:pt x="1858594" y="837666"/>
                  </a:lnTo>
                  <a:lnTo>
                    <a:pt x="1868779" y="835609"/>
                  </a:lnTo>
                  <a:lnTo>
                    <a:pt x="1877098" y="830008"/>
                  </a:lnTo>
                  <a:lnTo>
                    <a:pt x="1882711" y="821690"/>
                  </a:lnTo>
                  <a:lnTo>
                    <a:pt x="1884768" y="811491"/>
                  </a:lnTo>
                  <a:close/>
                </a:path>
                <a:path w="1885314" h="1885315">
                  <a:moveTo>
                    <a:pt x="1884768" y="549719"/>
                  </a:moveTo>
                  <a:lnTo>
                    <a:pt x="1882711" y="539534"/>
                  </a:lnTo>
                  <a:lnTo>
                    <a:pt x="1877098" y="531215"/>
                  </a:lnTo>
                  <a:lnTo>
                    <a:pt x="1868779" y="525602"/>
                  </a:lnTo>
                  <a:lnTo>
                    <a:pt x="1858594" y="523544"/>
                  </a:lnTo>
                  <a:lnTo>
                    <a:pt x="1848396" y="525602"/>
                  </a:lnTo>
                  <a:lnTo>
                    <a:pt x="1840077" y="531215"/>
                  </a:lnTo>
                  <a:lnTo>
                    <a:pt x="1834464" y="539534"/>
                  </a:lnTo>
                  <a:lnTo>
                    <a:pt x="1832406" y="549719"/>
                  </a:lnTo>
                  <a:lnTo>
                    <a:pt x="1834464" y="559917"/>
                  </a:lnTo>
                  <a:lnTo>
                    <a:pt x="1840077" y="568236"/>
                  </a:lnTo>
                  <a:lnTo>
                    <a:pt x="1848396" y="573836"/>
                  </a:lnTo>
                  <a:lnTo>
                    <a:pt x="1858594" y="575894"/>
                  </a:lnTo>
                  <a:lnTo>
                    <a:pt x="1868779" y="573836"/>
                  </a:lnTo>
                  <a:lnTo>
                    <a:pt x="1877098" y="568236"/>
                  </a:lnTo>
                  <a:lnTo>
                    <a:pt x="1882711" y="559917"/>
                  </a:lnTo>
                  <a:lnTo>
                    <a:pt x="1884768" y="549719"/>
                  </a:lnTo>
                  <a:close/>
                </a:path>
                <a:path w="1885314" h="1885315">
                  <a:moveTo>
                    <a:pt x="1884768" y="287947"/>
                  </a:moveTo>
                  <a:lnTo>
                    <a:pt x="1882711" y="277761"/>
                  </a:lnTo>
                  <a:lnTo>
                    <a:pt x="1877098" y="269443"/>
                  </a:lnTo>
                  <a:lnTo>
                    <a:pt x="1868779" y="263829"/>
                  </a:lnTo>
                  <a:lnTo>
                    <a:pt x="1858594" y="261772"/>
                  </a:lnTo>
                  <a:lnTo>
                    <a:pt x="1848396" y="263829"/>
                  </a:lnTo>
                  <a:lnTo>
                    <a:pt x="1840077" y="269443"/>
                  </a:lnTo>
                  <a:lnTo>
                    <a:pt x="1834464" y="277761"/>
                  </a:lnTo>
                  <a:lnTo>
                    <a:pt x="1832406" y="287947"/>
                  </a:lnTo>
                  <a:lnTo>
                    <a:pt x="1834464" y="298145"/>
                  </a:lnTo>
                  <a:lnTo>
                    <a:pt x="1840077" y="306463"/>
                  </a:lnTo>
                  <a:lnTo>
                    <a:pt x="1848396" y="312077"/>
                  </a:lnTo>
                  <a:lnTo>
                    <a:pt x="1858594" y="314121"/>
                  </a:lnTo>
                  <a:lnTo>
                    <a:pt x="1868779" y="312077"/>
                  </a:lnTo>
                  <a:lnTo>
                    <a:pt x="1877098" y="306463"/>
                  </a:lnTo>
                  <a:lnTo>
                    <a:pt x="1882711" y="298145"/>
                  </a:lnTo>
                  <a:lnTo>
                    <a:pt x="1884768" y="287947"/>
                  </a:lnTo>
                  <a:close/>
                </a:path>
                <a:path w="1885314" h="1885315">
                  <a:moveTo>
                    <a:pt x="1884768" y="26174"/>
                  </a:moveTo>
                  <a:lnTo>
                    <a:pt x="1882711" y="15989"/>
                  </a:lnTo>
                  <a:lnTo>
                    <a:pt x="1877098" y="7670"/>
                  </a:lnTo>
                  <a:lnTo>
                    <a:pt x="1868779" y="2057"/>
                  </a:lnTo>
                  <a:lnTo>
                    <a:pt x="1858594" y="0"/>
                  </a:lnTo>
                  <a:lnTo>
                    <a:pt x="1848396" y="2057"/>
                  </a:lnTo>
                  <a:lnTo>
                    <a:pt x="1840077" y="7670"/>
                  </a:lnTo>
                  <a:lnTo>
                    <a:pt x="1834464" y="15989"/>
                  </a:lnTo>
                  <a:lnTo>
                    <a:pt x="1832406" y="26174"/>
                  </a:lnTo>
                  <a:lnTo>
                    <a:pt x="1834464" y="36372"/>
                  </a:lnTo>
                  <a:lnTo>
                    <a:pt x="1840077" y="44691"/>
                  </a:lnTo>
                  <a:lnTo>
                    <a:pt x="1848396" y="50304"/>
                  </a:lnTo>
                  <a:lnTo>
                    <a:pt x="1858594" y="52349"/>
                  </a:lnTo>
                  <a:lnTo>
                    <a:pt x="1868779" y="50304"/>
                  </a:lnTo>
                  <a:lnTo>
                    <a:pt x="1877098" y="44691"/>
                  </a:lnTo>
                  <a:lnTo>
                    <a:pt x="1882711" y="36372"/>
                  </a:lnTo>
                  <a:lnTo>
                    <a:pt x="1884768" y="26174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693737" y="7264054"/>
            <a:ext cx="9837420" cy="305147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915"/>
              </a:lnSpc>
              <a:spcBef>
                <a:spcPts val="95"/>
              </a:spcBef>
            </a:pPr>
            <a:r>
              <a:rPr lang="pt-BR" sz="6600" b="1" spc="-20" dirty="0">
                <a:solidFill>
                  <a:srgbClr val="333333"/>
                </a:solidFill>
                <a:latin typeface="Montserrat ExtraBold"/>
                <a:cs typeface="Montserrat ExtraBold"/>
              </a:rPr>
              <a:t>IA aplicada a programação</a:t>
            </a:r>
            <a:endParaRPr sz="6600" dirty="0">
              <a:latin typeface="Montserrat ExtraBold"/>
              <a:cs typeface="Montserrat ExtraBold"/>
            </a:endParaRPr>
          </a:p>
          <a:p>
            <a:pPr marL="3404235">
              <a:lnSpc>
                <a:spcPts val="7915"/>
              </a:lnSpc>
            </a:pPr>
            <a:r>
              <a:rPr lang="pt-BR" sz="6600" spc="-105" dirty="0">
                <a:solidFill>
                  <a:srgbClr val="333333"/>
                </a:solidFill>
                <a:latin typeface="Montserrat"/>
                <a:cs typeface="Montserrat"/>
              </a:rPr>
              <a:t>Capacidades</a:t>
            </a:r>
            <a:endParaRPr sz="6600" dirty="0">
              <a:latin typeface="Montserrat"/>
              <a:cs typeface="Montserra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99450" y="3884156"/>
            <a:ext cx="5462905" cy="32297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pt-BR" sz="2550" spc="-10" dirty="0">
                <a:solidFill>
                  <a:srgbClr val="FFFFFF"/>
                </a:solidFill>
                <a:latin typeface="Montserrat"/>
                <a:cs typeface="Montserrat"/>
              </a:rPr>
              <a:t>Identificar </a:t>
            </a:r>
            <a:r>
              <a:rPr lang="pt-BR" sz="2550" spc="-10" dirty="0" err="1">
                <a:solidFill>
                  <a:srgbClr val="FFFFFF"/>
                </a:solidFill>
                <a:latin typeface="Montserrat"/>
                <a:cs typeface="Montserrat"/>
              </a:rPr>
              <a:t>IAs</a:t>
            </a:r>
            <a:r>
              <a:rPr lang="pt-BR" sz="2550" spc="-10" dirty="0">
                <a:solidFill>
                  <a:srgbClr val="FFFFFF"/>
                </a:solidFill>
                <a:latin typeface="Montserrat"/>
                <a:cs typeface="Montserrat"/>
              </a:rPr>
              <a:t> generativas</a:t>
            </a:r>
            <a:r>
              <a:rPr lang="pt-BR" sz="2550" spc="-5" dirty="0">
                <a:solidFill>
                  <a:srgbClr val="FFFFFF"/>
                </a:solidFill>
                <a:latin typeface="Montserrat"/>
                <a:cs typeface="Montserrat"/>
              </a:rPr>
              <a:t>, Arquiteturas, Funcionamento.</a:t>
            </a:r>
          </a:p>
          <a:p>
            <a:pPr marL="469900" marR="5080" indent="-45720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pt-BR" sz="2550" spc="-5" dirty="0">
                <a:solidFill>
                  <a:srgbClr val="FFFFFF"/>
                </a:solidFill>
                <a:latin typeface="Montserrat"/>
                <a:cs typeface="Montserrat"/>
              </a:rPr>
              <a:t>Treinar IA por prompts</a:t>
            </a:r>
          </a:p>
          <a:p>
            <a:pPr marL="469900" marR="5080" indent="-45720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pt-BR" sz="2550" spc="-5" dirty="0">
                <a:solidFill>
                  <a:srgbClr val="FFFFFF"/>
                </a:solidFill>
                <a:latin typeface="Montserrat"/>
                <a:cs typeface="Montserrat"/>
              </a:rPr>
              <a:t>Criar chat </a:t>
            </a:r>
            <a:r>
              <a:rPr lang="pt-BR" sz="2550" spc="-5" dirty="0" err="1">
                <a:solidFill>
                  <a:srgbClr val="FFFFFF"/>
                </a:solidFill>
                <a:latin typeface="Montserrat"/>
                <a:cs typeface="Montserrat"/>
              </a:rPr>
              <a:t>bot</a:t>
            </a:r>
            <a:endParaRPr lang="pt-BR" sz="2550" spc="-5" dirty="0">
              <a:solidFill>
                <a:srgbClr val="FFFFFF"/>
              </a:solidFill>
              <a:latin typeface="Montserrat"/>
              <a:cs typeface="Montserrat"/>
            </a:endParaRPr>
          </a:p>
          <a:p>
            <a:pPr marL="469900" marR="5080" indent="-45720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pt-BR" sz="2550" spc="-5" dirty="0">
                <a:solidFill>
                  <a:srgbClr val="FFFFFF"/>
                </a:solidFill>
                <a:latin typeface="Montserrat"/>
                <a:cs typeface="Montserrat"/>
              </a:rPr>
              <a:t>Estruturar codificação</a:t>
            </a:r>
          </a:p>
          <a:p>
            <a:pPr marL="469900" marR="5080" indent="-45720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pt-BR" sz="2550" spc="-5" dirty="0">
                <a:solidFill>
                  <a:srgbClr val="FFFFFF"/>
                </a:solidFill>
                <a:latin typeface="Montserrat"/>
                <a:cs typeface="Montserrat"/>
              </a:rPr>
              <a:t>Corrigir erros</a:t>
            </a:r>
          </a:p>
          <a:p>
            <a:pPr marL="469900" marR="5080" indent="-45720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pt-BR" sz="2550" spc="-5" dirty="0">
                <a:solidFill>
                  <a:srgbClr val="FFFFFF"/>
                </a:solidFill>
                <a:latin typeface="Montserrat"/>
                <a:cs typeface="Montserrat"/>
              </a:rPr>
              <a:t>Refatorar códigos</a:t>
            </a:r>
          </a:p>
          <a:p>
            <a:pPr marL="469900" marR="5080" indent="-45720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pt-BR" sz="2550" spc="-5" dirty="0">
                <a:solidFill>
                  <a:srgbClr val="FFFFFF"/>
                </a:solidFill>
                <a:latin typeface="Montserrat"/>
                <a:cs typeface="Montserrat"/>
              </a:rPr>
              <a:t>Utilizar APIs</a:t>
            </a:r>
            <a:endParaRPr sz="2550" dirty="0">
              <a:latin typeface="Montserrat"/>
              <a:cs typeface="Montserra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517973" y="3239430"/>
            <a:ext cx="2094230" cy="0"/>
          </a:xfrm>
          <a:custGeom>
            <a:avLst/>
            <a:gdLst/>
            <a:ahLst/>
            <a:cxnLst/>
            <a:rect l="l" t="t" r="r" b="b"/>
            <a:pathLst>
              <a:path w="2094230">
                <a:moveTo>
                  <a:pt x="0" y="0"/>
                </a:moveTo>
                <a:lnTo>
                  <a:pt x="2094177" y="0"/>
                </a:lnTo>
              </a:path>
            </a:pathLst>
          </a:custGeom>
          <a:ln w="314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3599456" y="996639"/>
            <a:ext cx="5470525" cy="1438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4700" spc="20" dirty="0">
                <a:solidFill>
                  <a:srgbClr val="FFFFFF"/>
                </a:solidFill>
              </a:rPr>
              <a:t>Capacidades</a:t>
            </a:r>
            <a:r>
              <a:rPr sz="4700" spc="145" dirty="0">
                <a:solidFill>
                  <a:srgbClr val="FFFFFF"/>
                </a:solidFill>
              </a:rPr>
              <a:t> </a:t>
            </a:r>
            <a:r>
              <a:rPr lang="pt-BR" sz="4700" b="1" spc="20" dirty="0">
                <a:solidFill>
                  <a:srgbClr val="FFFFFF"/>
                </a:solidFill>
                <a:latin typeface="Montserrat ExtraBold"/>
                <a:cs typeface="Montserrat ExtraBold"/>
              </a:rPr>
              <a:t>Técnicas</a:t>
            </a:r>
            <a:endParaRPr sz="4700" dirty="0">
              <a:latin typeface="Montserrat ExtraBold"/>
              <a:cs typeface="Montserrat Extra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61388-BDE6-8FB1-053F-952AD9903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27693A14-8B5A-D895-1808-C6B2AC077573}"/>
              </a:ext>
            </a:extLst>
          </p:cNvPr>
          <p:cNvGrpSpPr/>
          <p:nvPr/>
        </p:nvGrpSpPr>
        <p:grpSpPr>
          <a:xfrm>
            <a:off x="0" y="0"/>
            <a:ext cx="20104100" cy="11308715"/>
            <a:chOff x="0" y="0"/>
            <a:chExt cx="20104100" cy="1130871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8D37E110-6093-4AE6-B1AD-C02640E6F37A}"/>
                </a:ext>
              </a:extLst>
            </p:cNvPr>
            <p:cNvSpPr/>
            <p:nvPr/>
          </p:nvSpPr>
          <p:spPr>
            <a:xfrm>
              <a:off x="0" y="11151493"/>
              <a:ext cx="12565380" cy="157480"/>
            </a:xfrm>
            <a:custGeom>
              <a:avLst/>
              <a:gdLst/>
              <a:ahLst/>
              <a:cxnLst/>
              <a:rect l="l" t="t" r="r" b="b"/>
              <a:pathLst>
                <a:path w="12565380" h="157479">
                  <a:moveTo>
                    <a:pt x="0" y="157063"/>
                  </a:moveTo>
                  <a:lnTo>
                    <a:pt x="12565062" y="157063"/>
                  </a:lnTo>
                  <a:lnTo>
                    <a:pt x="12565062" y="0"/>
                  </a:lnTo>
                  <a:lnTo>
                    <a:pt x="0" y="0"/>
                  </a:lnTo>
                  <a:lnTo>
                    <a:pt x="0" y="157063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C096F75-78C0-2401-0462-B9CBBCCB476E}"/>
                </a:ext>
              </a:extLst>
            </p:cNvPr>
            <p:cNvSpPr/>
            <p:nvPr/>
          </p:nvSpPr>
          <p:spPr>
            <a:xfrm>
              <a:off x="12565062" y="0"/>
              <a:ext cx="7539355" cy="11308715"/>
            </a:xfrm>
            <a:custGeom>
              <a:avLst/>
              <a:gdLst/>
              <a:ahLst/>
              <a:cxnLst/>
              <a:rect l="l" t="t" r="r" b="b"/>
              <a:pathLst>
                <a:path w="7539355" h="11308715">
                  <a:moveTo>
                    <a:pt x="7539037" y="0"/>
                  </a:moveTo>
                  <a:lnTo>
                    <a:pt x="0" y="0"/>
                  </a:lnTo>
                  <a:lnTo>
                    <a:pt x="0" y="11308556"/>
                  </a:lnTo>
                  <a:lnTo>
                    <a:pt x="7539037" y="11308556"/>
                  </a:lnTo>
                  <a:lnTo>
                    <a:pt x="7539037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81E8C29-E71D-9C0D-B561-C52D50079DC8}"/>
                </a:ext>
              </a:extLst>
            </p:cNvPr>
            <p:cNvSpPr/>
            <p:nvPr/>
          </p:nvSpPr>
          <p:spPr>
            <a:xfrm>
              <a:off x="15364029" y="9319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2779915" y="545020"/>
                  </a:moveTo>
                  <a:lnTo>
                    <a:pt x="2753639" y="265760"/>
                  </a:lnTo>
                  <a:lnTo>
                    <a:pt x="2750807" y="265760"/>
                  </a:lnTo>
                  <a:lnTo>
                    <a:pt x="2600236" y="545020"/>
                  </a:lnTo>
                  <a:lnTo>
                    <a:pt x="2779915" y="545020"/>
                  </a:lnTo>
                  <a:close/>
                </a:path>
                <a:path w="3693159" h="942975">
                  <a:moveTo>
                    <a:pt x="3692982" y="0"/>
                  </a:moveTo>
                  <a:lnTo>
                    <a:pt x="3424605" y="0"/>
                  </a:lnTo>
                  <a:lnTo>
                    <a:pt x="3424605" y="134556"/>
                  </a:lnTo>
                  <a:lnTo>
                    <a:pt x="3281781" y="806462"/>
                  </a:lnTo>
                  <a:lnTo>
                    <a:pt x="3095612" y="806462"/>
                  </a:lnTo>
                  <a:lnTo>
                    <a:pt x="3238538" y="134556"/>
                  </a:lnTo>
                  <a:lnTo>
                    <a:pt x="3424605" y="134556"/>
                  </a:lnTo>
                  <a:lnTo>
                    <a:pt x="3424605" y="0"/>
                  </a:lnTo>
                  <a:lnTo>
                    <a:pt x="3024924" y="0"/>
                  </a:lnTo>
                  <a:lnTo>
                    <a:pt x="3024924" y="806462"/>
                  </a:lnTo>
                  <a:lnTo>
                    <a:pt x="2814574" y="806462"/>
                  </a:lnTo>
                  <a:lnTo>
                    <a:pt x="2797810" y="675284"/>
                  </a:lnTo>
                  <a:lnTo>
                    <a:pt x="2525153" y="675284"/>
                  </a:lnTo>
                  <a:lnTo>
                    <a:pt x="2453538" y="806462"/>
                  </a:lnTo>
                  <a:lnTo>
                    <a:pt x="2267356" y="806462"/>
                  </a:lnTo>
                  <a:lnTo>
                    <a:pt x="2675407" y="134556"/>
                  </a:lnTo>
                  <a:lnTo>
                    <a:pt x="2902521" y="134556"/>
                  </a:lnTo>
                  <a:lnTo>
                    <a:pt x="3024924" y="806462"/>
                  </a:lnTo>
                  <a:lnTo>
                    <a:pt x="3024924" y="0"/>
                  </a:lnTo>
                  <a:lnTo>
                    <a:pt x="2341283" y="0"/>
                  </a:lnTo>
                  <a:lnTo>
                    <a:pt x="2341283" y="134556"/>
                  </a:lnTo>
                  <a:lnTo>
                    <a:pt x="2198459" y="806462"/>
                  </a:lnTo>
                  <a:lnTo>
                    <a:pt x="1940674" y="806462"/>
                  </a:lnTo>
                  <a:lnTo>
                    <a:pt x="1822030" y="291833"/>
                  </a:lnTo>
                  <a:lnTo>
                    <a:pt x="1820151" y="291833"/>
                  </a:lnTo>
                  <a:lnTo>
                    <a:pt x="1710829" y="806462"/>
                  </a:lnTo>
                  <a:lnTo>
                    <a:pt x="1543304" y="806462"/>
                  </a:lnTo>
                  <a:lnTo>
                    <a:pt x="1686115" y="134556"/>
                  </a:lnTo>
                  <a:lnTo>
                    <a:pt x="1946744" y="134556"/>
                  </a:lnTo>
                  <a:lnTo>
                    <a:pt x="2065477" y="635266"/>
                  </a:lnTo>
                  <a:lnTo>
                    <a:pt x="2067687" y="633399"/>
                  </a:lnTo>
                  <a:lnTo>
                    <a:pt x="2173744" y="134556"/>
                  </a:lnTo>
                  <a:lnTo>
                    <a:pt x="2341283" y="134556"/>
                  </a:lnTo>
                  <a:lnTo>
                    <a:pt x="2341283" y="0"/>
                  </a:lnTo>
                  <a:lnTo>
                    <a:pt x="1580997" y="0"/>
                  </a:lnTo>
                  <a:lnTo>
                    <a:pt x="1580997" y="134556"/>
                  </a:lnTo>
                  <a:lnTo>
                    <a:pt x="1553146" y="264820"/>
                  </a:lnTo>
                  <a:lnTo>
                    <a:pt x="1227391" y="264820"/>
                  </a:lnTo>
                  <a:lnTo>
                    <a:pt x="1197965" y="403555"/>
                  </a:lnTo>
                  <a:lnTo>
                    <a:pt x="1497647" y="403555"/>
                  </a:lnTo>
                  <a:lnTo>
                    <a:pt x="1469999" y="533819"/>
                  </a:lnTo>
                  <a:lnTo>
                    <a:pt x="1170330" y="533819"/>
                  </a:lnTo>
                  <a:lnTo>
                    <a:pt x="1140066" y="676224"/>
                  </a:lnTo>
                  <a:lnTo>
                    <a:pt x="1465922" y="676224"/>
                  </a:lnTo>
                  <a:lnTo>
                    <a:pt x="1438071" y="806462"/>
                  </a:lnTo>
                  <a:lnTo>
                    <a:pt x="926261" y="806462"/>
                  </a:lnTo>
                  <a:lnTo>
                    <a:pt x="1027137" y="331825"/>
                  </a:lnTo>
                  <a:lnTo>
                    <a:pt x="1069073" y="134556"/>
                  </a:lnTo>
                  <a:lnTo>
                    <a:pt x="1580997" y="134556"/>
                  </a:lnTo>
                  <a:lnTo>
                    <a:pt x="1580997" y="0"/>
                  </a:lnTo>
                  <a:lnTo>
                    <a:pt x="908469" y="0"/>
                  </a:lnTo>
                  <a:lnTo>
                    <a:pt x="908469" y="281914"/>
                  </a:lnTo>
                  <a:lnTo>
                    <a:pt x="899655" y="331825"/>
                  </a:lnTo>
                  <a:lnTo>
                    <a:pt x="713587" y="331825"/>
                  </a:lnTo>
                  <a:lnTo>
                    <a:pt x="716394" y="313486"/>
                  </a:lnTo>
                  <a:lnTo>
                    <a:pt x="715302" y="297522"/>
                  </a:lnTo>
                  <a:lnTo>
                    <a:pt x="690422" y="263029"/>
                  </a:lnTo>
                  <a:lnTo>
                    <a:pt x="634746" y="250888"/>
                  </a:lnTo>
                  <a:lnTo>
                    <a:pt x="603135" y="255765"/>
                  </a:lnTo>
                  <a:lnTo>
                    <a:pt x="574814" y="268998"/>
                  </a:lnTo>
                  <a:lnTo>
                    <a:pt x="553186" y="288531"/>
                  </a:lnTo>
                  <a:lnTo>
                    <a:pt x="541667" y="312254"/>
                  </a:lnTo>
                  <a:lnTo>
                    <a:pt x="545160" y="343458"/>
                  </a:lnTo>
                  <a:lnTo>
                    <a:pt x="566470" y="364985"/>
                  </a:lnTo>
                  <a:lnTo>
                    <a:pt x="598462" y="379704"/>
                  </a:lnTo>
                  <a:lnTo>
                    <a:pt x="634009" y="390474"/>
                  </a:lnTo>
                  <a:lnTo>
                    <a:pt x="710336" y="409155"/>
                  </a:lnTo>
                  <a:lnTo>
                    <a:pt x="749350" y="420395"/>
                  </a:lnTo>
                  <a:lnTo>
                    <a:pt x="786155" y="434962"/>
                  </a:lnTo>
                  <a:lnTo>
                    <a:pt x="844689" y="480275"/>
                  </a:lnTo>
                  <a:lnTo>
                    <a:pt x="862241" y="514121"/>
                  </a:lnTo>
                  <a:lnTo>
                    <a:pt x="869188" y="557479"/>
                  </a:lnTo>
                  <a:lnTo>
                    <a:pt x="863434" y="611924"/>
                  </a:lnTo>
                  <a:lnTo>
                    <a:pt x="848969" y="656336"/>
                  </a:lnTo>
                  <a:lnTo>
                    <a:pt x="826350" y="695312"/>
                  </a:lnTo>
                  <a:lnTo>
                    <a:pt x="796569" y="728903"/>
                  </a:lnTo>
                  <a:lnTo>
                    <a:pt x="760653" y="757161"/>
                  </a:lnTo>
                  <a:lnTo>
                    <a:pt x="719594" y="780161"/>
                  </a:lnTo>
                  <a:lnTo>
                    <a:pt x="674408" y="797941"/>
                  </a:lnTo>
                  <a:lnTo>
                    <a:pt x="626084" y="810577"/>
                  </a:lnTo>
                  <a:lnTo>
                    <a:pt x="575627" y="818121"/>
                  </a:lnTo>
                  <a:lnTo>
                    <a:pt x="524065" y="820610"/>
                  </a:lnTo>
                  <a:lnTo>
                    <a:pt x="473151" y="818794"/>
                  </a:lnTo>
                  <a:lnTo>
                    <a:pt x="425462" y="812838"/>
                  </a:lnTo>
                  <a:lnTo>
                    <a:pt x="382104" y="801992"/>
                  </a:lnTo>
                  <a:lnTo>
                    <a:pt x="344208" y="785520"/>
                  </a:lnTo>
                  <a:lnTo>
                    <a:pt x="312864" y="762660"/>
                  </a:lnTo>
                  <a:lnTo>
                    <a:pt x="289204" y="732675"/>
                  </a:lnTo>
                  <a:lnTo>
                    <a:pt x="274345" y="694804"/>
                  </a:lnTo>
                  <a:lnTo>
                    <a:pt x="269405" y="648309"/>
                  </a:lnTo>
                  <a:lnTo>
                    <a:pt x="275488" y="592455"/>
                  </a:lnTo>
                  <a:lnTo>
                    <a:pt x="461657" y="592455"/>
                  </a:lnTo>
                  <a:lnTo>
                    <a:pt x="460578" y="634403"/>
                  </a:lnTo>
                  <a:lnTo>
                    <a:pt x="477113" y="665022"/>
                  </a:lnTo>
                  <a:lnTo>
                    <a:pt x="508863" y="683780"/>
                  </a:lnTo>
                  <a:lnTo>
                    <a:pt x="553491" y="690143"/>
                  </a:lnTo>
                  <a:lnTo>
                    <a:pt x="587768" y="685965"/>
                  </a:lnTo>
                  <a:lnTo>
                    <a:pt x="622020" y="673404"/>
                  </a:lnTo>
                  <a:lnTo>
                    <a:pt x="649998" y="652462"/>
                  </a:lnTo>
                  <a:lnTo>
                    <a:pt x="665416" y="623125"/>
                  </a:lnTo>
                  <a:lnTo>
                    <a:pt x="665492" y="593737"/>
                  </a:lnTo>
                  <a:lnTo>
                    <a:pt x="664705" y="592455"/>
                  </a:lnTo>
                  <a:lnTo>
                    <a:pt x="652424" y="572452"/>
                  </a:lnTo>
                  <a:lnTo>
                    <a:pt x="628230" y="556996"/>
                  </a:lnTo>
                  <a:lnTo>
                    <a:pt x="594906" y="545071"/>
                  </a:lnTo>
                  <a:lnTo>
                    <a:pt x="508914" y="522744"/>
                  </a:lnTo>
                  <a:lnTo>
                    <a:pt x="460235" y="507771"/>
                  </a:lnTo>
                  <a:lnTo>
                    <a:pt x="410451" y="487222"/>
                  </a:lnTo>
                  <a:lnTo>
                    <a:pt x="371919" y="459282"/>
                  </a:lnTo>
                  <a:lnTo>
                    <a:pt x="348335" y="421398"/>
                  </a:lnTo>
                  <a:lnTo>
                    <a:pt x="339153" y="375475"/>
                  </a:lnTo>
                  <a:lnTo>
                    <a:pt x="343865" y="323443"/>
                  </a:lnTo>
                  <a:lnTo>
                    <a:pt x="361442" y="274574"/>
                  </a:lnTo>
                  <a:lnTo>
                    <a:pt x="386054" y="233654"/>
                  </a:lnTo>
                  <a:lnTo>
                    <a:pt x="416725" y="200101"/>
                  </a:lnTo>
                  <a:lnTo>
                    <a:pt x="452513" y="173329"/>
                  </a:lnTo>
                  <a:lnTo>
                    <a:pt x="492455" y="152742"/>
                  </a:lnTo>
                  <a:lnTo>
                    <a:pt x="535597" y="137756"/>
                  </a:lnTo>
                  <a:lnTo>
                    <a:pt x="580974" y="127787"/>
                  </a:lnTo>
                  <a:lnTo>
                    <a:pt x="627634" y="122237"/>
                  </a:lnTo>
                  <a:lnTo>
                    <a:pt x="674636" y="120523"/>
                  </a:lnTo>
                  <a:lnTo>
                    <a:pt x="720356" y="122428"/>
                  </a:lnTo>
                  <a:lnTo>
                    <a:pt x="764184" y="128524"/>
                  </a:lnTo>
                  <a:lnTo>
                    <a:pt x="804684" y="139306"/>
                  </a:lnTo>
                  <a:lnTo>
                    <a:pt x="840486" y="155308"/>
                  </a:lnTo>
                  <a:lnTo>
                    <a:pt x="892314" y="205041"/>
                  </a:lnTo>
                  <a:lnTo>
                    <a:pt x="908469" y="281914"/>
                  </a:lnTo>
                  <a:lnTo>
                    <a:pt x="908469" y="0"/>
                  </a:lnTo>
                  <a:lnTo>
                    <a:pt x="0" y="0"/>
                  </a:lnTo>
                  <a:lnTo>
                    <a:pt x="0" y="137388"/>
                  </a:lnTo>
                  <a:lnTo>
                    <a:pt x="198323" y="137388"/>
                  </a:lnTo>
                  <a:lnTo>
                    <a:pt x="198323" y="162204"/>
                  </a:lnTo>
                  <a:lnTo>
                    <a:pt x="0" y="162204"/>
                  </a:lnTo>
                  <a:lnTo>
                    <a:pt x="0" y="295605"/>
                  </a:lnTo>
                  <a:lnTo>
                    <a:pt x="198323" y="295605"/>
                  </a:lnTo>
                  <a:lnTo>
                    <a:pt x="198323" y="320408"/>
                  </a:lnTo>
                  <a:lnTo>
                    <a:pt x="0" y="320408"/>
                  </a:lnTo>
                  <a:lnTo>
                    <a:pt x="0" y="458101"/>
                  </a:lnTo>
                  <a:lnTo>
                    <a:pt x="198323" y="458101"/>
                  </a:lnTo>
                  <a:lnTo>
                    <a:pt x="198323" y="482930"/>
                  </a:lnTo>
                  <a:lnTo>
                    <a:pt x="0" y="482930"/>
                  </a:lnTo>
                  <a:lnTo>
                    <a:pt x="0" y="622820"/>
                  </a:lnTo>
                  <a:lnTo>
                    <a:pt x="198323" y="622820"/>
                  </a:lnTo>
                  <a:lnTo>
                    <a:pt x="198323" y="647623"/>
                  </a:lnTo>
                  <a:lnTo>
                    <a:pt x="0" y="647623"/>
                  </a:lnTo>
                  <a:lnTo>
                    <a:pt x="0" y="781545"/>
                  </a:lnTo>
                  <a:lnTo>
                    <a:pt x="198323" y="781545"/>
                  </a:lnTo>
                  <a:lnTo>
                    <a:pt x="198323" y="806361"/>
                  </a:lnTo>
                  <a:lnTo>
                    <a:pt x="0" y="806361"/>
                  </a:lnTo>
                  <a:lnTo>
                    <a:pt x="0" y="942378"/>
                  </a:lnTo>
                  <a:lnTo>
                    <a:pt x="3692982" y="942378"/>
                  </a:lnTo>
                  <a:lnTo>
                    <a:pt x="3692982" y="820610"/>
                  </a:lnTo>
                  <a:lnTo>
                    <a:pt x="3692982" y="806462"/>
                  </a:lnTo>
                  <a:lnTo>
                    <a:pt x="3494544" y="806361"/>
                  </a:lnTo>
                  <a:lnTo>
                    <a:pt x="3494544" y="781545"/>
                  </a:lnTo>
                  <a:lnTo>
                    <a:pt x="3692982" y="781545"/>
                  </a:lnTo>
                  <a:lnTo>
                    <a:pt x="3692982" y="647623"/>
                  </a:lnTo>
                  <a:lnTo>
                    <a:pt x="3494544" y="647623"/>
                  </a:lnTo>
                  <a:lnTo>
                    <a:pt x="3494544" y="622820"/>
                  </a:lnTo>
                  <a:lnTo>
                    <a:pt x="3692982" y="622820"/>
                  </a:lnTo>
                  <a:lnTo>
                    <a:pt x="3692982" y="482930"/>
                  </a:lnTo>
                  <a:lnTo>
                    <a:pt x="3494544" y="482930"/>
                  </a:lnTo>
                  <a:lnTo>
                    <a:pt x="3494544" y="458101"/>
                  </a:lnTo>
                  <a:lnTo>
                    <a:pt x="3692982" y="458101"/>
                  </a:lnTo>
                  <a:lnTo>
                    <a:pt x="3692982" y="320408"/>
                  </a:lnTo>
                  <a:lnTo>
                    <a:pt x="3494544" y="320408"/>
                  </a:lnTo>
                  <a:lnTo>
                    <a:pt x="3494544" y="295605"/>
                  </a:lnTo>
                  <a:lnTo>
                    <a:pt x="3692982" y="295605"/>
                  </a:lnTo>
                  <a:lnTo>
                    <a:pt x="3692982" y="162204"/>
                  </a:lnTo>
                  <a:lnTo>
                    <a:pt x="3494544" y="162204"/>
                  </a:lnTo>
                  <a:lnTo>
                    <a:pt x="3494544" y="137388"/>
                  </a:lnTo>
                  <a:lnTo>
                    <a:pt x="3692982" y="137388"/>
                  </a:lnTo>
                  <a:lnTo>
                    <a:pt x="3692982" y="134556"/>
                  </a:lnTo>
                  <a:lnTo>
                    <a:pt x="3692982" y="120523"/>
                  </a:lnTo>
                  <a:lnTo>
                    <a:pt x="36929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C21B6227-4A65-A6EA-565A-4FCF0935A25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7088" y="0"/>
              <a:ext cx="11517973" cy="6480169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D692ED7F-3EAB-EAE7-581D-597B240BA2B5}"/>
                </a:ext>
              </a:extLst>
            </p:cNvPr>
            <p:cNvSpPr/>
            <p:nvPr/>
          </p:nvSpPr>
          <p:spPr>
            <a:xfrm>
              <a:off x="261759" y="9004966"/>
              <a:ext cx="1885314" cy="1885314"/>
            </a:xfrm>
            <a:custGeom>
              <a:avLst/>
              <a:gdLst/>
              <a:ahLst/>
              <a:cxnLst/>
              <a:rect l="l" t="t" r="r" b="b"/>
              <a:pathLst>
                <a:path w="1885314" h="1885315">
                  <a:moveTo>
                    <a:pt x="52362" y="1858581"/>
                  </a:moveTo>
                  <a:lnTo>
                    <a:pt x="50304" y="1848396"/>
                  </a:lnTo>
                  <a:lnTo>
                    <a:pt x="44691" y="1840077"/>
                  </a:lnTo>
                  <a:lnTo>
                    <a:pt x="36372" y="1834464"/>
                  </a:lnTo>
                  <a:lnTo>
                    <a:pt x="26187" y="1832406"/>
                  </a:lnTo>
                  <a:lnTo>
                    <a:pt x="15989" y="1834464"/>
                  </a:lnTo>
                  <a:lnTo>
                    <a:pt x="7670" y="1840077"/>
                  </a:lnTo>
                  <a:lnTo>
                    <a:pt x="2057" y="1848396"/>
                  </a:lnTo>
                  <a:lnTo>
                    <a:pt x="0" y="1858581"/>
                  </a:lnTo>
                  <a:lnTo>
                    <a:pt x="2057" y="1868779"/>
                  </a:lnTo>
                  <a:lnTo>
                    <a:pt x="7670" y="1877098"/>
                  </a:lnTo>
                  <a:lnTo>
                    <a:pt x="15989" y="1882698"/>
                  </a:lnTo>
                  <a:lnTo>
                    <a:pt x="26187" y="1884756"/>
                  </a:lnTo>
                  <a:lnTo>
                    <a:pt x="36372" y="1882698"/>
                  </a:lnTo>
                  <a:lnTo>
                    <a:pt x="44691" y="1877098"/>
                  </a:lnTo>
                  <a:lnTo>
                    <a:pt x="50304" y="1868779"/>
                  </a:lnTo>
                  <a:lnTo>
                    <a:pt x="52362" y="1858581"/>
                  </a:lnTo>
                  <a:close/>
                </a:path>
                <a:path w="1885314" h="1885315">
                  <a:moveTo>
                    <a:pt x="52362" y="1596809"/>
                  </a:moveTo>
                  <a:lnTo>
                    <a:pt x="50304" y="1586623"/>
                  </a:lnTo>
                  <a:lnTo>
                    <a:pt x="44691" y="1578305"/>
                  </a:lnTo>
                  <a:lnTo>
                    <a:pt x="36372" y="1572691"/>
                  </a:lnTo>
                  <a:lnTo>
                    <a:pt x="26187" y="1570634"/>
                  </a:lnTo>
                  <a:lnTo>
                    <a:pt x="15989" y="1572691"/>
                  </a:lnTo>
                  <a:lnTo>
                    <a:pt x="7670" y="1578305"/>
                  </a:lnTo>
                  <a:lnTo>
                    <a:pt x="2057" y="1586623"/>
                  </a:lnTo>
                  <a:lnTo>
                    <a:pt x="0" y="1596809"/>
                  </a:lnTo>
                  <a:lnTo>
                    <a:pt x="2057" y="1607007"/>
                  </a:lnTo>
                  <a:lnTo>
                    <a:pt x="7670" y="1615325"/>
                  </a:lnTo>
                  <a:lnTo>
                    <a:pt x="15989" y="1620926"/>
                  </a:lnTo>
                  <a:lnTo>
                    <a:pt x="26187" y="1622983"/>
                  </a:lnTo>
                  <a:lnTo>
                    <a:pt x="36372" y="1620926"/>
                  </a:lnTo>
                  <a:lnTo>
                    <a:pt x="44691" y="1615325"/>
                  </a:lnTo>
                  <a:lnTo>
                    <a:pt x="50304" y="1607007"/>
                  </a:lnTo>
                  <a:lnTo>
                    <a:pt x="52362" y="1596809"/>
                  </a:lnTo>
                  <a:close/>
                </a:path>
                <a:path w="1885314" h="1885315">
                  <a:moveTo>
                    <a:pt x="52362" y="1335036"/>
                  </a:moveTo>
                  <a:lnTo>
                    <a:pt x="50304" y="1324851"/>
                  </a:lnTo>
                  <a:lnTo>
                    <a:pt x="44691" y="1316532"/>
                  </a:lnTo>
                  <a:lnTo>
                    <a:pt x="36372" y="1310919"/>
                  </a:lnTo>
                  <a:lnTo>
                    <a:pt x="26187" y="1308862"/>
                  </a:lnTo>
                  <a:lnTo>
                    <a:pt x="15989" y="1310919"/>
                  </a:lnTo>
                  <a:lnTo>
                    <a:pt x="7670" y="1316532"/>
                  </a:lnTo>
                  <a:lnTo>
                    <a:pt x="2057" y="1324851"/>
                  </a:lnTo>
                  <a:lnTo>
                    <a:pt x="0" y="1335036"/>
                  </a:lnTo>
                  <a:lnTo>
                    <a:pt x="2057" y="1345234"/>
                  </a:lnTo>
                  <a:lnTo>
                    <a:pt x="7670" y="1353553"/>
                  </a:lnTo>
                  <a:lnTo>
                    <a:pt x="15989" y="1359154"/>
                  </a:lnTo>
                  <a:lnTo>
                    <a:pt x="26187" y="1361211"/>
                  </a:lnTo>
                  <a:lnTo>
                    <a:pt x="36372" y="1359154"/>
                  </a:lnTo>
                  <a:lnTo>
                    <a:pt x="44691" y="1353553"/>
                  </a:lnTo>
                  <a:lnTo>
                    <a:pt x="50304" y="1345234"/>
                  </a:lnTo>
                  <a:lnTo>
                    <a:pt x="52362" y="1335036"/>
                  </a:lnTo>
                  <a:close/>
                </a:path>
                <a:path w="1885314" h="1885315">
                  <a:moveTo>
                    <a:pt x="52362" y="1073264"/>
                  </a:moveTo>
                  <a:lnTo>
                    <a:pt x="50304" y="1063078"/>
                  </a:lnTo>
                  <a:lnTo>
                    <a:pt x="44691" y="1054760"/>
                  </a:lnTo>
                  <a:lnTo>
                    <a:pt x="36372" y="1049147"/>
                  </a:lnTo>
                  <a:lnTo>
                    <a:pt x="26187" y="1047089"/>
                  </a:lnTo>
                  <a:lnTo>
                    <a:pt x="15989" y="1049147"/>
                  </a:lnTo>
                  <a:lnTo>
                    <a:pt x="7670" y="1054760"/>
                  </a:lnTo>
                  <a:lnTo>
                    <a:pt x="2057" y="1063078"/>
                  </a:lnTo>
                  <a:lnTo>
                    <a:pt x="0" y="1073264"/>
                  </a:lnTo>
                  <a:lnTo>
                    <a:pt x="2057" y="1083462"/>
                  </a:lnTo>
                  <a:lnTo>
                    <a:pt x="7670" y="1091780"/>
                  </a:lnTo>
                  <a:lnTo>
                    <a:pt x="15989" y="1097381"/>
                  </a:lnTo>
                  <a:lnTo>
                    <a:pt x="26187" y="1099439"/>
                  </a:lnTo>
                  <a:lnTo>
                    <a:pt x="36372" y="1097381"/>
                  </a:lnTo>
                  <a:lnTo>
                    <a:pt x="44691" y="1091780"/>
                  </a:lnTo>
                  <a:lnTo>
                    <a:pt x="50304" y="1083462"/>
                  </a:lnTo>
                  <a:lnTo>
                    <a:pt x="52362" y="1073264"/>
                  </a:lnTo>
                  <a:close/>
                </a:path>
                <a:path w="1885314" h="1885315">
                  <a:moveTo>
                    <a:pt x="52362" y="811491"/>
                  </a:moveTo>
                  <a:lnTo>
                    <a:pt x="50304" y="801306"/>
                  </a:lnTo>
                  <a:lnTo>
                    <a:pt x="44691" y="792988"/>
                  </a:lnTo>
                  <a:lnTo>
                    <a:pt x="36372" y="787374"/>
                  </a:lnTo>
                  <a:lnTo>
                    <a:pt x="26187" y="785317"/>
                  </a:lnTo>
                  <a:lnTo>
                    <a:pt x="15989" y="787374"/>
                  </a:lnTo>
                  <a:lnTo>
                    <a:pt x="7670" y="792988"/>
                  </a:lnTo>
                  <a:lnTo>
                    <a:pt x="2057" y="801306"/>
                  </a:lnTo>
                  <a:lnTo>
                    <a:pt x="0" y="811491"/>
                  </a:lnTo>
                  <a:lnTo>
                    <a:pt x="2057" y="821690"/>
                  </a:lnTo>
                  <a:lnTo>
                    <a:pt x="7670" y="830008"/>
                  </a:lnTo>
                  <a:lnTo>
                    <a:pt x="15989" y="835609"/>
                  </a:lnTo>
                  <a:lnTo>
                    <a:pt x="26187" y="837666"/>
                  </a:lnTo>
                  <a:lnTo>
                    <a:pt x="36372" y="835609"/>
                  </a:lnTo>
                  <a:lnTo>
                    <a:pt x="44691" y="830008"/>
                  </a:lnTo>
                  <a:lnTo>
                    <a:pt x="50304" y="821690"/>
                  </a:lnTo>
                  <a:lnTo>
                    <a:pt x="52362" y="811491"/>
                  </a:lnTo>
                  <a:close/>
                </a:path>
                <a:path w="1885314" h="1885315">
                  <a:moveTo>
                    <a:pt x="52362" y="549719"/>
                  </a:moveTo>
                  <a:lnTo>
                    <a:pt x="50304" y="539534"/>
                  </a:lnTo>
                  <a:lnTo>
                    <a:pt x="44691" y="531215"/>
                  </a:lnTo>
                  <a:lnTo>
                    <a:pt x="36372" y="525602"/>
                  </a:lnTo>
                  <a:lnTo>
                    <a:pt x="26187" y="523544"/>
                  </a:lnTo>
                  <a:lnTo>
                    <a:pt x="15989" y="525602"/>
                  </a:lnTo>
                  <a:lnTo>
                    <a:pt x="7670" y="531215"/>
                  </a:lnTo>
                  <a:lnTo>
                    <a:pt x="2057" y="539534"/>
                  </a:lnTo>
                  <a:lnTo>
                    <a:pt x="0" y="549719"/>
                  </a:lnTo>
                  <a:lnTo>
                    <a:pt x="2057" y="559917"/>
                  </a:lnTo>
                  <a:lnTo>
                    <a:pt x="7670" y="568236"/>
                  </a:lnTo>
                  <a:lnTo>
                    <a:pt x="15989" y="573836"/>
                  </a:lnTo>
                  <a:lnTo>
                    <a:pt x="26187" y="575894"/>
                  </a:lnTo>
                  <a:lnTo>
                    <a:pt x="36372" y="573836"/>
                  </a:lnTo>
                  <a:lnTo>
                    <a:pt x="44691" y="568236"/>
                  </a:lnTo>
                  <a:lnTo>
                    <a:pt x="50304" y="559917"/>
                  </a:lnTo>
                  <a:lnTo>
                    <a:pt x="52362" y="549719"/>
                  </a:lnTo>
                  <a:close/>
                </a:path>
                <a:path w="1885314" h="1885315">
                  <a:moveTo>
                    <a:pt x="52362" y="287947"/>
                  </a:moveTo>
                  <a:lnTo>
                    <a:pt x="50304" y="277761"/>
                  </a:lnTo>
                  <a:lnTo>
                    <a:pt x="44691" y="269443"/>
                  </a:lnTo>
                  <a:lnTo>
                    <a:pt x="36372" y="263829"/>
                  </a:lnTo>
                  <a:lnTo>
                    <a:pt x="26187" y="261772"/>
                  </a:lnTo>
                  <a:lnTo>
                    <a:pt x="15989" y="263829"/>
                  </a:lnTo>
                  <a:lnTo>
                    <a:pt x="7670" y="269443"/>
                  </a:lnTo>
                  <a:lnTo>
                    <a:pt x="2057" y="277761"/>
                  </a:lnTo>
                  <a:lnTo>
                    <a:pt x="0" y="287947"/>
                  </a:lnTo>
                  <a:lnTo>
                    <a:pt x="2057" y="298145"/>
                  </a:lnTo>
                  <a:lnTo>
                    <a:pt x="7670" y="306463"/>
                  </a:lnTo>
                  <a:lnTo>
                    <a:pt x="15989" y="312077"/>
                  </a:lnTo>
                  <a:lnTo>
                    <a:pt x="26187" y="314121"/>
                  </a:lnTo>
                  <a:lnTo>
                    <a:pt x="36372" y="312077"/>
                  </a:lnTo>
                  <a:lnTo>
                    <a:pt x="44691" y="306463"/>
                  </a:lnTo>
                  <a:lnTo>
                    <a:pt x="50304" y="298145"/>
                  </a:lnTo>
                  <a:lnTo>
                    <a:pt x="52362" y="287947"/>
                  </a:lnTo>
                  <a:close/>
                </a:path>
                <a:path w="1885314" h="1885315">
                  <a:moveTo>
                    <a:pt x="52362" y="26174"/>
                  </a:moveTo>
                  <a:lnTo>
                    <a:pt x="50304" y="15989"/>
                  </a:lnTo>
                  <a:lnTo>
                    <a:pt x="44691" y="7670"/>
                  </a:lnTo>
                  <a:lnTo>
                    <a:pt x="36372" y="2057"/>
                  </a:lnTo>
                  <a:lnTo>
                    <a:pt x="26187" y="0"/>
                  </a:lnTo>
                  <a:lnTo>
                    <a:pt x="15989" y="2057"/>
                  </a:lnTo>
                  <a:lnTo>
                    <a:pt x="7670" y="7670"/>
                  </a:lnTo>
                  <a:lnTo>
                    <a:pt x="2057" y="15989"/>
                  </a:lnTo>
                  <a:lnTo>
                    <a:pt x="0" y="26174"/>
                  </a:lnTo>
                  <a:lnTo>
                    <a:pt x="2057" y="36372"/>
                  </a:lnTo>
                  <a:lnTo>
                    <a:pt x="7670" y="44691"/>
                  </a:lnTo>
                  <a:lnTo>
                    <a:pt x="15989" y="50304"/>
                  </a:lnTo>
                  <a:lnTo>
                    <a:pt x="26187" y="52349"/>
                  </a:lnTo>
                  <a:lnTo>
                    <a:pt x="36372" y="50304"/>
                  </a:lnTo>
                  <a:lnTo>
                    <a:pt x="44691" y="44691"/>
                  </a:lnTo>
                  <a:lnTo>
                    <a:pt x="50304" y="36372"/>
                  </a:lnTo>
                  <a:lnTo>
                    <a:pt x="52362" y="26174"/>
                  </a:lnTo>
                  <a:close/>
                </a:path>
                <a:path w="1885314" h="1885315">
                  <a:moveTo>
                    <a:pt x="314134" y="1858581"/>
                  </a:moveTo>
                  <a:lnTo>
                    <a:pt x="312077" y="1848396"/>
                  </a:lnTo>
                  <a:lnTo>
                    <a:pt x="306463" y="1840077"/>
                  </a:lnTo>
                  <a:lnTo>
                    <a:pt x="298145" y="1834464"/>
                  </a:lnTo>
                  <a:lnTo>
                    <a:pt x="287959" y="1832406"/>
                  </a:lnTo>
                  <a:lnTo>
                    <a:pt x="277761" y="1834464"/>
                  </a:lnTo>
                  <a:lnTo>
                    <a:pt x="269443" y="1840077"/>
                  </a:lnTo>
                  <a:lnTo>
                    <a:pt x="263829" y="1848396"/>
                  </a:lnTo>
                  <a:lnTo>
                    <a:pt x="261772" y="1858581"/>
                  </a:lnTo>
                  <a:lnTo>
                    <a:pt x="263829" y="1868779"/>
                  </a:lnTo>
                  <a:lnTo>
                    <a:pt x="269443" y="1877098"/>
                  </a:lnTo>
                  <a:lnTo>
                    <a:pt x="277761" y="1882698"/>
                  </a:lnTo>
                  <a:lnTo>
                    <a:pt x="287959" y="1884756"/>
                  </a:lnTo>
                  <a:lnTo>
                    <a:pt x="298145" y="1882698"/>
                  </a:lnTo>
                  <a:lnTo>
                    <a:pt x="306463" y="1877098"/>
                  </a:lnTo>
                  <a:lnTo>
                    <a:pt x="312077" y="1868779"/>
                  </a:lnTo>
                  <a:lnTo>
                    <a:pt x="314134" y="1858581"/>
                  </a:lnTo>
                  <a:close/>
                </a:path>
                <a:path w="1885314" h="1885315">
                  <a:moveTo>
                    <a:pt x="314134" y="1596809"/>
                  </a:moveTo>
                  <a:lnTo>
                    <a:pt x="312077" y="1586623"/>
                  </a:lnTo>
                  <a:lnTo>
                    <a:pt x="306463" y="1578305"/>
                  </a:lnTo>
                  <a:lnTo>
                    <a:pt x="298145" y="1572691"/>
                  </a:lnTo>
                  <a:lnTo>
                    <a:pt x="287959" y="1570634"/>
                  </a:lnTo>
                  <a:lnTo>
                    <a:pt x="277761" y="1572691"/>
                  </a:lnTo>
                  <a:lnTo>
                    <a:pt x="269443" y="1578305"/>
                  </a:lnTo>
                  <a:lnTo>
                    <a:pt x="263829" y="1586623"/>
                  </a:lnTo>
                  <a:lnTo>
                    <a:pt x="261772" y="1596809"/>
                  </a:lnTo>
                  <a:lnTo>
                    <a:pt x="263829" y="1607007"/>
                  </a:lnTo>
                  <a:lnTo>
                    <a:pt x="269443" y="1615325"/>
                  </a:lnTo>
                  <a:lnTo>
                    <a:pt x="277761" y="1620926"/>
                  </a:lnTo>
                  <a:lnTo>
                    <a:pt x="287959" y="1622983"/>
                  </a:lnTo>
                  <a:lnTo>
                    <a:pt x="298145" y="1620926"/>
                  </a:lnTo>
                  <a:lnTo>
                    <a:pt x="306463" y="1615325"/>
                  </a:lnTo>
                  <a:lnTo>
                    <a:pt x="312077" y="1607007"/>
                  </a:lnTo>
                  <a:lnTo>
                    <a:pt x="314134" y="1596809"/>
                  </a:lnTo>
                  <a:close/>
                </a:path>
                <a:path w="1885314" h="1885315">
                  <a:moveTo>
                    <a:pt x="314134" y="1335036"/>
                  </a:moveTo>
                  <a:lnTo>
                    <a:pt x="312077" y="1324851"/>
                  </a:lnTo>
                  <a:lnTo>
                    <a:pt x="306463" y="1316532"/>
                  </a:lnTo>
                  <a:lnTo>
                    <a:pt x="298145" y="1310919"/>
                  </a:lnTo>
                  <a:lnTo>
                    <a:pt x="287959" y="1308862"/>
                  </a:lnTo>
                  <a:lnTo>
                    <a:pt x="277761" y="1310919"/>
                  </a:lnTo>
                  <a:lnTo>
                    <a:pt x="269443" y="1316532"/>
                  </a:lnTo>
                  <a:lnTo>
                    <a:pt x="263829" y="1324851"/>
                  </a:lnTo>
                  <a:lnTo>
                    <a:pt x="261772" y="1335036"/>
                  </a:lnTo>
                  <a:lnTo>
                    <a:pt x="263829" y="1345234"/>
                  </a:lnTo>
                  <a:lnTo>
                    <a:pt x="269443" y="1353553"/>
                  </a:lnTo>
                  <a:lnTo>
                    <a:pt x="277761" y="1359154"/>
                  </a:lnTo>
                  <a:lnTo>
                    <a:pt x="287959" y="1361211"/>
                  </a:lnTo>
                  <a:lnTo>
                    <a:pt x="298145" y="1359154"/>
                  </a:lnTo>
                  <a:lnTo>
                    <a:pt x="306463" y="1353553"/>
                  </a:lnTo>
                  <a:lnTo>
                    <a:pt x="312077" y="1345234"/>
                  </a:lnTo>
                  <a:lnTo>
                    <a:pt x="314134" y="1335036"/>
                  </a:lnTo>
                  <a:close/>
                </a:path>
                <a:path w="1885314" h="1885315">
                  <a:moveTo>
                    <a:pt x="314134" y="1073264"/>
                  </a:moveTo>
                  <a:lnTo>
                    <a:pt x="312077" y="1063078"/>
                  </a:lnTo>
                  <a:lnTo>
                    <a:pt x="306463" y="1054760"/>
                  </a:lnTo>
                  <a:lnTo>
                    <a:pt x="298145" y="1049147"/>
                  </a:lnTo>
                  <a:lnTo>
                    <a:pt x="287959" y="1047089"/>
                  </a:lnTo>
                  <a:lnTo>
                    <a:pt x="277761" y="1049147"/>
                  </a:lnTo>
                  <a:lnTo>
                    <a:pt x="269443" y="1054760"/>
                  </a:lnTo>
                  <a:lnTo>
                    <a:pt x="263829" y="1063078"/>
                  </a:lnTo>
                  <a:lnTo>
                    <a:pt x="261772" y="1073264"/>
                  </a:lnTo>
                  <a:lnTo>
                    <a:pt x="263829" y="1083462"/>
                  </a:lnTo>
                  <a:lnTo>
                    <a:pt x="269443" y="1091780"/>
                  </a:lnTo>
                  <a:lnTo>
                    <a:pt x="277761" y="1097381"/>
                  </a:lnTo>
                  <a:lnTo>
                    <a:pt x="287959" y="1099439"/>
                  </a:lnTo>
                  <a:lnTo>
                    <a:pt x="298145" y="1097381"/>
                  </a:lnTo>
                  <a:lnTo>
                    <a:pt x="306463" y="1091780"/>
                  </a:lnTo>
                  <a:lnTo>
                    <a:pt x="312077" y="1083462"/>
                  </a:lnTo>
                  <a:lnTo>
                    <a:pt x="314134" y="1073264"/>
                  </a:lnTo>
                  <a:close/>
                </a:path>
                <a:path w="1885314" h="1885315">
                  <a:moveTo>
                    <a:pt x="314134" y="811491"/>
                  </a:moveTo>
                  <a:lnTo>
                    <a:pt x="312077" y="801306"/>
                  </a:lnTo>
                  <a:lnTo>
                    <a:pt x="306463" y="792988"/>
                  </a:lnTo>
                  <a:lnTo>
                    <a:pt x="298145" y="787374"/>
                  </a:lnTo>
                  <a:lnTo>
                    <a:pt x="287959" y="785317"/>
                  </a:lnTo>
                  <a:lnTo>
                    <a:pt x="277761" y="787374"/>
                  </a:lnTo>
                  <a:lnTo>
                    <a:pt x="269443" y="792988"/>
                  </a:lnTo>
                  <a:lnTo>
                    <a:pt x="263829" y="801306"/>
                  </a:lnTo>
                  <a:lnTo>
                    <a:pt x="261772" y="811491"/>
                  </a:lnTo>
                  <a:lnTo>
                    <a:pt x="263829" y="821690"/>
                  </a:lnTo>
                  <a:lnTo>
                    <a:pt x="269443" y="830008"/>
                  </a:lnTo>
                  <a:lnTo>
                    <a:pt x="277761" y="835609"/>
                  </a:lnTo>
                  <a:lnTo>
                    <a:pt x="287959" y="837666"/>
                  </a:lnTo>
                  <a:lnTo>
                    <a:pt x="298145" y="835609"/>
                  </a:lnTo>
                  <a:lnTo>
                    <a:pt x="306463" y="830008"/>
                  </a:lnTo>
                  <a:lnTo>
                    <a:pt x="312077" y="821690"/>
                  </a:lnTo>
                  <a:lnTo>
                    <a:pt x="314134" y="811491"/>
                  </a:lnTo>
                  <a:close/>
                </a:path>
                <a:path w="1885314" h="1885315">
                  <a:moveTo>
                    <a:pt x="314134" y="549719"/>
                  </a:moveTo>
                  <a:lnTo>
                    <a:pt x="312077" y="539534"/>
                  </a:lnTo>
                  <a:lnTo>
                    <a:pt x="306463" y="531215"/>
                  </a:lnTo>
                  <a:lnTo>
                    <a:pt x="298145" y="525602"/>
                  </a:lnTo>
                  <a:lnTo>
                    <a:pt x="287959" y="523544"/>
                  </a:lnTo>
                  <a:lnTo>
                    <a:pt x="277761" y="525602"/>
                  </a:lnTo>
                  <a:lnTo>
                    <a:pt x="269443" y="531215"/>
                  </a:lnTo>
                  <a:lnTo>
                    <a:pt x="263829" y="539534"/>
                  </a:lnTo>
                  <a:lnTo>
                    <a:pt x="261772" y="549719"/>
                  </a:lnTo>
                  <a:lnTo>
                    <a:pt x="263829" y="559917"/>
                  </a:lnTo>
                  <a:lnTo>
                    <a:pt x="269443" y="568236"/>
                  </a:lnTo>
                  <a:lnTo>
                    <a:pt x="277761" y="573836"/>
                  </a:lnTo>
                  <a:lnTo>
                    <a:pt x="287959" y="575894"/>
                  </a:lnTo>
                  <a:lnTo>
                    <a:pt x="298145" y="573836"/>
                  </a:lnTo>
                  <a:lnTo>
                    <a:pt x="306463" y="568236"/>
                  </a:lnTo>
                  <a:lnTo>
                    <a:pt x="312077" y="559917"/>
                  </a:lnTo>
                  <a:lnTo>
                    <a:pt x="314134" y="549719"/>
                  </a:lnTo>
                  <a:close/>
                </a:path>
                <a:path w="1885314" h="1885315">
                  <a:moveTo>
                    <a:pt x="314134" y="287947"/>
                  </a:moveTo>
                  <a:lnTo>
                    <a:pt x="312077" y="277761"/>
                  </a:lnTo>
                  <a:lnTo>
                    <a:pt x="306463" y="269443"/>
                  </a:lnTo>
                  <a:lnTo>
                    <a:pt x="298145" y="263829"/>
                  </a:lnTo>
                  <a:lnTo>
                    <a:pt x="287959" y="261772"/>
                  </a:lnTo>
                  <a:lnTo>
                    <a:pt x="277761" y="263829"/>
                  </a:lnTo>
                  <a:lnTo>
                    <a:pt x="269443" y="269443"/>
                  </a:lnTo>
                  <a:lnTo>
                    <a:pt x="263829" y="277761"/>
                  </a:lnTo>
                  <a:lnTo>
                    <a:pt x="261772" y="287947"/>
                  </a:lnTo>
                  <a:lnTo>
                    <a:pt x="263829" y="298145"/>
                  </a:lnTo>
                  <a:lnTo>
                    <a:pt x="269443" y="306463"/>
                  </a:lnTo>
                  <a:lnTo>
                    <a:pt x="277761" y="312077"/>
                  </a:lnTo>
                  <a:lnTo>
                    <a:pt x="287959" y="314121"/>
                  </a:lnTo>
                  <a:lnTo>
                    <a:pt x="298145" y="312077"/>
                  </a:lnTo>
                  <a:lnTo>
                    <a:pt x="306463" y="306463"/>
                  </a:lnTo>
                  <a:lnTo>
                    <a:pt x="312077" y="298145"/>
                  </a:lnTo>
                  <a:lnTo>
                    <a:pt x="314134" y="287947"/>
                  </a:lnTo>
                  <a:close/>
                </a:path>
                <a:path w="1885314" h="1885315">
                  <a:moveTo>
                    <a:pt x="314134" y="26174"/>
                  </a:moveTo>
                  <a:lnTo>
                    <a:pt x="312077" y="15989"/>
                  </a:lnTo>
                  <a:lnTo>
                    <a:pt x="306463" y="7670"/>
                  </a:lnTo>
                  <a:lnTo>
                    <a:pt x="298145" y="2057"/>
                  </a:lnTo>
                  <a:lnTo>
                    <a:pt x="287959" y="0"/>
                  </a:lnTo>
                  <a:lnTo>
                    <a:pt x="277761" y="2057"/>
                  </a:lnTo>
                  <a:lnTo>
                    <a:pt x="269443" y="7670"/>
                  </a:lnTo>
                  <a:lnTo>
                    <a:pt x="263829" y="15989"/>
                  </a:lnTo>
                  <a:lnTo>
                    <a:pt x="261772" y="26174"/>
                  </a:lnTo>
                  <a:lnTo>
                    <a:pt x="263829" y="36372"/>
                  </a:lnTo>
                  <a:lnTo>
                    <a:pt x="269443" y="44691"/>
                  </a:lnTo>
                  <a:lnTo>
                    <a:pt x="277761" y="50304"/>
                  </a:lnTo>
                  <a:lnTo>
                    <a:pt x="287959" y="52349"/>
                  </a:lnTo>
                  <a:lnTo>
                    <a:pt x="298145" y="50304"/>
                  </a:lnTo>
                  <a:lnTo>
                    <a:pt x="306463" y="44691"/>
                  </a:lnTo>
                  <a:lnTo>
                    <a:pt x="312077" y="36372"/>
                  </a:lnTo>
                  <a:lnTo>
                    <a:pt x="314134" y="26174"/>
                  </a:lnTo>
                  <a:close/>
                </a:path>
                <a:path w="1885314" h="1885315">
                  <a:moveTo>
                    <a:pt x="575906" y="1858581"/>
                  </a:moveTo>
                  <a:lnTo>
                    <a:pt x="573849" y="1848396"/>
                  </a:lnTo>
                  <a:lnTo>
                    <a:pt x="568236" y="1840077"/>
                  </a:lnTo>
                  <a:lnTo>
                    <a:pt x="559917" y="1834464"/>
                  </a:lnTo>
                  <a:lnTo>
                    <a:pt x="549732" y="1832406"/>
                  </a:lnTo>
                  <a:lnTo>
                    <a:pt x="539534" y="1834464"/>
                  </a:lnTo>
                  <a:lnTo>
                    <a:pt x="531215" y="1840077"/>
                  </a:lnTo>
                  <a:lnTo>
                    <a:pt x="525602" y="1848396"/>
                  </a:lnTo>
                  <a:lnTo>
                    <a:pt x="523544" y="1858581"/>
                  </a:lnTo>
                  <a:lnTo>
                    <a:pt x="525602" y="1868779"/>
                  </a:lnTo>
                  <a:lnTo>
                    <a:pt x="531215" y="1877098"/>
                  </a:lnTo>
                  <a:lnTo>
                    <a:pt x="539534" y="1882698"/>
                  </a:lnTo>
                  <a:lnTo>
                    <a:pt x="549732" y="1884756"/>
                  </a:lnTo>
                  <a:lnTo>
                    <a:pt x="559917" y="1882698"/>
                  </a:lnTo>
                  <a:lnTo>
                    <a:pt x="568236" y="1877098"/>
                  </a:lnTo>
                  <a:lnTo>
                    <a:pt x="573849" y="1868779"/>
                  </a:lnTo>
                  <a:lnTo>
                    <a:pt x="575906" y="1858581"/>
                  </a:lnTo>
                  <a:close/>
                </a:path>
                <a:path w="1885314" h="1885315">
                  <a:moveTo>
                    <a:pt x="575906" y="1596809"/>
                  </a:moveTo>
                  <a:lnTo>
                    <a:pt x="573849" y="1586623"/>
                  </a:lnTo>
                  <a:lnTo>
                    <a:pt x="568236" y="1578305"/>
                  </a:lnTo>
                  <a:lnTo>
                    <a:pt x="559917" y="1572691"/>
                  </a:lnTo>
                  <a:lnTo>
                    <a:pt x="549732" y="1570634"/>
                  </a:lnTo>
                  <a:lnTo>
                    <a:pt x="539534" y="1572691"/>
                  </a:lnTo>
                  <a:lnTo>
                    <a:pt x="531215" y="1578305"/>
                  </a:lnTo>
                  <a:lnTo>
                    <a:pt x="525602" y="1586623"/>
                  </a:lnTo>
                  <a:lnTo>
                    <a:pt x="523544" y="1596809"/>
                  </a:lnTo>
                  <a:lnTo>
                    <a:pt x="525602" y="1607007"/>
                  </a:lnTo>
                  <a:lnTo>
                    <a:pt x="531215" y="1615325"/>
                  </a:lnTo>
                  <a:lnTo>
                    <a:pt x="539534" y="1620926"/>
                  </a:lnTo>
                  <a:lnTo>
                    <a:pt x="549732" y="1622983"/>
                  </a:lnTo>
                  <a:lnTo>
                    <a:pt x="559917" y="1620926"/>
                  </a:lnTo>
                  <a:lnTo>
                    <a:pt x="568236" y="1615325"/>
                  </a:lnTo>
                  <a:lnTo>
                    <a:pt x="573849" y="1607007"/>
                  </a:lnTo>
                  <a:lnTo>
                    <a:pt x="575906" y="1596809"/>
                  </a:lnTo>
                  <a:close/>
                </a:path>
                <a:path w="1885314" h="1885315">
                  <a:moveTo>
                    <a:pt x="575906" y="1335036"/>
                  </a:moveTo>
                  <a:lnTo>
                    <a:pt x="573849" y="1324851"/>
                  </a:lnTo>
                  <a:lnTo>
                    <a:pt x="568236" y="1316532"/>
                  </a:lnTo>
                  <a:lnTo>
                    <a:pt x="559917" y="1310919"/>
                  </a:lnTo>
                  <a:lnTo>
                    <a:pt x="549732" y="1308862"/>
                  </a:lnTo>
                  <a:lnTo>
                    <a:pt x="539534" y="1310919"/>
                  </a:lnTo>
                  <a:lnTo>
                    <a:pt x="531215" y="1316532"/>
                  </a:lnTo>
                  <a:lnTo>
                    <a:pt x="525602" y="1324851"/>
                  </a:lnTo>
                  <a:lnTo>
                    <a:pt x="523544" y="1335036"/>
                  </a:lnTo>
                  <a:lnTo>
                    <a:pt x="525602" y="1345234"/>
                  </a:lnTo>
                  <a:lnTo>
                    <a:pt x="531215" y="1353553"/>
                  </a:lnTo>
                  <a:lnTo>
                    <a:pt x="539534" y="1359154"/>
                  </a:lnTo>
                  <a:lnTo>
                    <a:pt x="549732" y="1361211"/>
                  </a:lnTo>
                  <a:lnTo>
                    <a:pt x="559917" y="1359154"/>
                  </a:lnTo>
                  <a:lnTo>
                    <a:pt x="568236" y="1353553"/>
                  </a:lnTo>
                  <a:lnTo>
                    <a:pt x="573849" y="1345234"/>
                  </a:lnTo>
                  <a:lnTo>
                    <a:pt x="575906" y="1335036"/>
                  </a:lnTo>
                  <a:close/>
                </a:path>
                <a:path w="1885314" h="1885315">
                  <a:moveTo>
                    <a:pt x="575906" y="1073264"/>
                  </a:moveTo>
                  <a:lnTo>
                    <a:pt x="573849" y="1063078"/>
                  </a:lnTo>
                  <a:lnTo>
                    <a:pt x="568236" y="1054760"/>
                  </a:lnTo>
                  <a:lnTo>
                    <a:pt x="559917" y="1049147"/>
                  </a:lnTo>
                  <a:lnTo>
                    <a:pt x="549732" y="1047089"/>
                  </a:lnTo>
                  <a:lnTo>
                    <a:pt x="539534" y="1049147"/>
                  </a:lnTo>
                  <a:lnTo>
                    <a:pt x="531215" y="1054760"/>
                  </a:lnTo>
                  <a:lnTo>
                    <a:pt x="525602" y="1063078"/>
                  </a:lnTo>
                  <a:lnTo>
                    <a:pt x="523544" y="1073264"/>
                  </a:lnTo>
                  <a:lnTo>
                    <a:pt x="525602" y="1083462"/>
                  </a:lnTo>
                  <a:lnTo>
                    <a:pt x="531215" y="1091780"/>
                  </a:lnTo>
                  <a:lnTo>
                    <a:pt x="539534" y="1097381"/>
                  </a:lnTo>
                  <a:lnTo>
                    <a:pt x="549732" y="1099439"/>
                  </a:lnTo>
                  <a:lnTo>
                    <a:pt x="559917" y="1097381"/>
                  </a:lnTo>
                  <a:lnTo>
                    <a:pt x="568236" y="1091780"/>
                  </a:lnTo>
                  <a:lnTo>
                    <a:pt x="573849" y="1083462"/>
                  </a:lnTo>
                  <a:lnTo>
                    <a:pt x="575906" y="1073264"/>
                  </a:lnTo>
                  <a:close/>
                </a:path>
                <a:path w="1885314" h="1885315">
                  <a:moveTo>
                    <a:pt x="575906" y="811491"/>
                  </a:moveTo>
                  <a:lnTo>
                    <a:pt x="573849" y="801306"/>
                  </a:lnTo>
                  <a:lnTo>
                    <a:pt x="568236" y="792988"/>
                  </a:lnTo>
                  <a:lnTo>
                    <a:pt x="559917" y="787374"/>
                  </a:lnTo>
                  <a:lnTo>
                    <a:pt x="549732" y="785317"/>
                  </a:lnTo>
                  <a:lnTo>
                    <a:pt x="539534" y="787374"/>
                  </a:lnTo>
                  <a:lnTo>
                    <a:pt x="531215" y="792988"/>
                  </a:lnTo>
                  <a:lnTo>
                    <a:pt x="525602" y="801306"/>
                  </a:lnTo>
                  <a:lnTo>
                    <a:pt x="523544" y="811491"/>
                  </a:lnTo>
                  <a:lnTo>
                    <a:pt x="525602" y="821690"/>
                  </a:lnTo>
                  <a:lnTo>
                    <a:pt x="531215" y="830008"/>
                  </a:lnTo>
                  <a:lnTo>
                    <a:pt x="539534" y="835609"/>
                  </a:lnTo>
                  <a:lnTo>
                    <a:pt x="549732" y="837666"/>
                  </a:lnTo>
                  <a:lnTo>
                    <a:pt x="559917" y="835609"/>
                  </a:lnTo>
                  <a:lnTo>
                    <a:pt x="568236" y="830008"/>
                  </a:lnTo>
                  <a:lnTo>
                    <a:pt x="573849" y="821690"/>
                  </a:lnTo>
                  <a:lnTo>
                    <a:pt x="575906" y="811491"/>
                  </a:lnTo>
                  <a:close/>
                </a:path>
                <a:path w="1885314" h="1885315">
                  <a:moveTo>
                    <a:pt x="575906" y="549719"/>
                  </a:moveTo>
                  <a:lnTo>
                    <a:pt x="573849" y="539534"/>
                  </a:lnTo>
                  <a:lnTo>
                    <a:pt x="568236" y="531215"/>
                  </a:lnTo>
                  <a:lnTo>
                    <a:pt x="559917" y="525602"/>
                  </a:lnTo>
                  <a:lnTo>
                    <a:pt x="549732" y="523544"/>
                  </a:lnTo>
                  <a:lnTo>
                    <a:pt x="539534" y="525602"/>
                  </a:lnTo>
                  <a:lnTo>
                    <a:pt x="531215" y="531215"/>
                  </a:lnTo>
                  <a:lnTo>
                    <a:pt x="525602" y="539534"/>
                  </a:lnTo>
                  <a:lnTo>
                    <a:pt x="523544" y="549719"/>
                  </a:lnTo>
                  <a:lnTo>
                    <a:pt x="525602" y="559917"/>
                  </a:lnTo>
                  <a:lnTo>
                    <a:pt x="531215" y="568236"/>
                  </a:lnTo>
                  <a:lnTo>
                    <a:pt x="539534" y="573836"/>
                  </a:lnTo>
                  <a:lnTo>
                    <a:pt x="549732" y="575894"/>
                  </a:lnTo>
                  <a:lnTo>
                    <a:pt x="559917" y="573836"/>
                  </a:lnTo>
                  <a:lnTo>
                    <a:pt x="568236" y="568236"/>
                  </a:lnTo>
                  <a:lnTo>
                    <a:pt x="573849" y="559917"/>
                  </a:lnTo>
                  <a:lnTo>
                    <a:pt x="575906" y="549719"/>
                  </a:lnTo>
                  <a:close/>
                </a:path>
                <a:path w="1885314" h="1885315">
                  <a:moveTo>
                    <a:pt x="575906" y="287947"/>
                  </a:moveTo>
                  <a:lnTo>
                    <a:pt x="573849" y="277761"/>
                  </a:lnTo>
                  <a:lnTo>
                    <a:pt x="568236" y="269443"/>
                  </a:lnTo>
                  <a:lnTo>
                    <a:pt x="559917" y="263829"/>
                  </a:lnTo>
                  <a:lnTo>
                    <a:pt x="549732" y="261772"/>
                  </a:lnTo>
                  <a:lnTo>
                    <a:pt x="539534" y="263829"/>
                  </a:lnTo>
                  <a:lnTo>
                    <a:pt x="531215" y="269443"/>
                  </a:lnTo>
                  <a:lnTo>
                    <a:pt x="525602" y="277761"/>
                  </a:lnTo>
                  <a:lnTo>
                    <a:pt x="523544" y="287947"/>
                  </a:lnTo>
                  <a:lnTo>
                    <a:pt x="525602" y="298145"/>
                  </a:lnTo>
                  <a:lnTo>
                    <a:pt x="531215" y="306463"/>
                  </a:lnTo>
                  <a:lnTo>
                    <a:pt x="539534" y="312077"/>
                  </a:lnTo>
                  <a:lnTo>
                    <a:pt x="549732" y="314121"/>
                  </a:lnTo>
                  <a:lnTo>
                    <a:pt x="559917" y="312077"/>
                  </a:lnTo>
                  <a:lnTo>
                    <a:pt x="568236" y="306463"/>
                  </a:lnTo>
                  <a:lnTo>
                    <a:pt x="573849" y="298145"/>
                  </a:lnTo>
                  <a:lnTo>
                    <a:pt x="575906" y="287947"/>
                  </a:lnTo>
                  <a:close/>
                </a:path>
                <a:path w="1885314" h="1885315">
                  <a:moveTo>
                    <a:pt x="575906" y="26174"/>
                  </a:moveTo>
                  <a:lnTo>
                    <a:pt x="573849" y="15989"/>
                  </a:lnTo>
                  <a:lnTo>
                    <a:pt x="568236" y="7670"/>
                  </a:lnTo>
                  <a:lnTo>
                    <a:pt x="559917" y="2057"/>
                  </a:lnTo>
                  <a:lnTo>
                    <a:pt x="549732" y="0"/>
                  </a:lnTo>
                  <a:lnTo>
                    <a:pt x="539534" y="2057"/>
                  </a:lnTo>
                  <a:lnTo>
                    <a:pt x="531215" y="7670"/>
                  </a:lnTo>
                  <a:lnTo>
                    <a:pt x="525602" y="15989"/>
                  </a:lnTo>
                  <a:lnTo>
                    <a:pt x="523544" y="26174"/>
                  </a:lnTo>
                  <a:lnTo>
                    <a:pt x="525602" y="36372"/>
                  </a:lnTo>
                  <a:lnTo>
                    <a:pt x="531215" y="44691"/>
                  </a:lnTo>
                  <a:lnTo>
                    <a:pt x="539534" y="50304"/>
                  </a:lnTo>
                  <a:lnTo>
                    <a:pt x="549732" y="52349"/>
                  </a:lnTo>
                  <a:lnTo>
                    <a:pt x="559917" y="50304"/>
                  </a:lnTo>
                  <a:lnTo>
                    <a:pt x="568236" y="44691"/>
                  </a:lnTo>
                  <a:lnTo>
                    <a:pt x="573849" y="36372"/>
                  </a:lnTo>
                  <a:lnTo>
                    <a:pt x="575906" y="26174"/>
                  </a:lnTo>
                  <a:close/>
                </a:path>
                <a:path w="1885314" h="1885315">
                  <a:moveTo>
                    <a:pt x="837679" y="1858581"/>
                  </a:moveTo>
                  <a:lnTo>
                    <a:pt x="835621" y="1848396"/>
                  </a:lnTo>
                  <a:lnTo>
                    <a:pt x="830008" y="1840077"/>
                  </a:lnTo>
                  <a:lnTo>
                    <a:pt x="821690" y="1834464"/>
                  </a:lnTo>
                  <a:lnTo>
                    <a:pt x="811504" y="1832406"/>
                  </a:lnTo>
                  <a:lnTo>
                    <a:pt x="801306" y="1834464"/>
                  </a:lnTo>
                  <a:lnTo>
                    <a:pt x="792988" y="1840077"/>
                  </a:lnTo>
                  <a:lnTo>
                    <a:pt x="787374" y="1848396"/>
                  </a:lnTo>
                  <a:lnTo>
                    <a:pt x="785317" y="1858581"/>
                  </a:lnTo>
                  <a:lnTo>
                    <a:pt x="787374" y="1868779"/>
                  </a:lnTo>
                  <a:lnTo>
                    <a:pt x="792988" y="1877098"/>
                  </a:lnTo>
                  <a:lnTo>
                    <a:pt x="801306" y="1882698"/>
                  </a:lnTo>
                  <a:lnTo>
                    <a:pt x="811504" y="1884756"/>
                  </a:lnTo>
                  <a:lnTo>
                    <a:pt x="821690" y="1882698"/>
                  </a:lnTo>
                  <a:lnTo>
                    <a:pt x="830008" y="1877098"/>
                  </a:lnTo>
                  <a:lnTo>
                    <a:pt x="835621" y="1868779"/>
                  </a:lnTo>
                  <a:lnTo>
                    <a:pt x="837679" y="1858581"/>
                  </a:lnTo>
                  <a:close/>
                </a:path>
                <a:path w="1885314" h="1885315">
                  <a:moveTo>
                    <a:pt x="837679" y="1596809"/>
                  </a:moveTo>
                  <a:lnTo>
                    <a:pt x="835621" y="1586623"/>
                  </a:lnTo>
                  <a:lnTo>
                    <a:pt x="830008" y="1578305"/>
                  </a:lnTo>
                  <a:lnTo>
                    <a:pt x="821690" y="1572691"/>
                  </a:lnTo>
                  <a:lnTo>
                    <a:pt x="811504" y="1570634"/>
                  </a:lnTo>
                  <a:lnTo>
                    <a:pt x="801306" y="1572691"/>
                  </a:lnTo>
                  <a:lnTo>
                    <a:pt x="792988" y="1578305"/>
                  </a:lnTo>
                  <a:lnTo>
                    <a:pt x="787374" y="1586623"/>
                  </a:lnTo>
                  <a:lnTo>
                    <a:pt x="785317" y="1596809"/>
                  </a:lnTo>
                  <a:lnTo>
                    <a:pt x="787374" y="1607007"/>
                  </a:lnTo>
                  <a:lnTo>
                    <a:pt x="792988" y="1615325"/>
                  </a:lnTo>
                  <a:lnTo>
                    <a:pt x="801306" y="1620926"/>
                  </a:lnTo>
                  <a:lnTo>
                    <a:pt x="811504" y="1622983"/>
                  </a:lnTo>
                  <a:lnTo>
                    <a:pt x="821690" y="1620926"/>
                  </a:lnTo>
                  <a:lnTo>
                    <a:pt x="830008" y="1615325"/>
                  </a:lnTo>
                  <a:lnTo>
                    <a:pt x="835621" y="1607007"/>
                  </a:lnTo>
                  <a:lnTo>
                    <a:pt x="837679" y="1596809"/>
                  </a:lnTo>
                  <a:close/>
                </a:path>
                <a:path w="1885314" h="1885315">
                  <a:moveTo>
                    <a:pt x="837679" y="1335036"/>
                  </a:moveTo>
                  <a:lnTo>
                    <a:pt x="835621" y="1324851"/>
                  </a:lnTo>
                  <a:lnTo>
                    <a:pt x="830008" y="1316532"/>
                  </a:lnTo>
                  <a:lnTo>
                    <a:pt x="821690" y="1310919"/>
                  </a:lnTo>
                  <a:lnTo>
                    <a:pt x="811504" y="1308862"/>
                  </a:lnTo>
                  <a:lnTo>
                    <a:pt x="801306" y="1310919"/>
                  </a:lnTo>
                  <a:lnTo>
                    <a:pt x="792988" y="1316532"/>
                  </a:lnTo>
                  <a:lnTo>
                    <a:pt x="787374" y="1324851"/>
                  </a:lnTo>
                  <a:lnTo>
                    <a:pt x="785317" y="1335036"/>
                  </a:lnTo>
                  <a:lnTo>
                    <a:pt x="787374" y="1345234"/>
                  </a:lnTo>
                  <a:lnTo>
                    <a:pt x="792988" y="1353553"/>
                  </a:lnTo>
                  <a:lnTo>
                    <a:pt x="801306" y="1359154"/>
                  </a:lnTo>
                  <a:lnTo>
                    <a:pt x="811504" y="1361211"/>
                  </a:lnTo>
                  <a:lnTo>
                    <a:pt x="821690" y="1359154"/>
                  </a:lnTo>
                  <a:lnTo>
                    <a:pt x="830008" y="1353553"/>
                  </a:lnTo>
                  <a:lnTo>
                    <a:pt x="835621" y="1345234"/>
                  </a:lnTo>
                  <a:lnTo>
                    <a:pt x="837679" y="1335036"/>
                  </a:lnTo>
                  <a:close/>
                </a:path>
                <a:path w="1885314" h="1885315">
                  <a:moveTo>
                    <a:pt x="837679" y="1073264"/>
                  </a:moveTo>
                  <a:lnTo>
                    <a:pt x="835621" y="1063078"/>
                  </a:lnTo>
                  <a:lnTo>
                    <a:pt x="830008" y="1054760"/>
                  </a:lnTo>
                  <a:lnTo>
                    <a:pt x="821690" y="1049147"/>
                  </a:lnTo>
                  <a:lnTo>
                    <a:pt x="811504" y="1047089"/>
                  </a:lnTo>
                  <a:lnTo>
                    <a:pt x="801306" y="1049147"/>
                  </a:lnTo>
                  <a:lnTo>
                    <a:pt x="792988" y="1054760"/>
                  </a:lnTo>
                  <a:lnTo>
                    <a:pt x="787374" y="1063078"/>
                  </a:lnTo>
                  <a:lnTo>
                    <a:pt x="785317" y="1073264"/>
                  </a:lnTo>
                  <a:lnTo>
                    <a:pt x="787374" y="1083462"/>
                  </a:lnTo>
                  <a:lnTo>
                    <a:pt x="792988" y="1091780"/>
                  </a:lnTo>
                  <a:lnTo>
                    <a:pt x="801306" y="1097381"/>
                  </a:lnTo>
                  <a:lnTo>
                    <a:pt x="811504" y="1099439"/>
                  </a:lnTo>
                  <a:lnTo>
                    <a:pt x="821690" y="1097381"/>
                  </a:lnTo>
                  <a:lnTo>
                    <a:pt x="830008" y="1091780"/>
                  </a:lnTo>
                  <a:lnTo>
                    <a:pt x="835621" y="1083462"/>
                  </a:lnTo>
                  <a:lnTo>
                    <a:pt x="837679" y="1073264"/>
                  </a:lnTo>
                  <a:close/>
                </a:path>
                <a:path w="1885314" h="1885315">
                  <a:moveTo>
                    <a:pt x="837679" y="811491"/>
                  </a:moveTo>
                  <a:lnTo>
                    <a:pt x="835621" y="801306"/>
                  </a:lnTo>
                  <a:lnTo>
                    <a:pt x="830008" y="792988"/>
                  </a:lnTo>
                  <a:lnTo>
                    <a:pt x="821690" y="787374"/>
                  </a:lnTo>
                  <a:lnTo>
                    <a:pt x="811504" y="785317"/>
                  </a:lnTo>
                  <a:lnTo>
                    <a:pt x="801306" y="787374"/>
                  </a:lnTo>
                  <a:lnTo>
                    <a:pt x="792988" y="792988"/>
                  </a:lnTo>
                  <a:lnTo>
                    <a:pt x="787374" y="801306"/>
                  </a:lnTo>
                  <a:lnTo>
                    <a:pt x="785317" y="811491"/>
                  </a:lnTo>
                  <a:lnTo>
                    <a:pt x="787374" y="821690"/>
                  </a:lnTo>
                  <a:lnTo>
                    <a:pt x="792988" y="830008"/>
                  </a:lnTo>
                  <a:lnTo>
                    <a:pt x="801306" y="835609"/>
                  </a:lnTo>
                  <a:lnTo>
                    <a:pt x="811504" y="837666"/>
                  </a:lnTo>
                  <a:lnTo>
                    <a:pt x="821690" y="835609"/>
                  </a:lnTo>
                  <a:lnTo>
                    <a:pt x="830008" y="830008"/>
                  </a:lnTo>
                  <a:lnTo>
                    <a:pt x="835621" y="821690"/>
                  </a:lnTo>
                  <a:lnTo>
                    <a:pt x="837679" y="811491"/>
                  </a:lnTo>
                  <a:close/>
                </a:path>
                <a:path w="1885314" h="1885315">
                  <a:moveTo>
                    <a:pt x="837679" y="549719"/>
                  </a:moveTo>
                  <a:lnTo>
                    <a:pt x="835621" y="539534"/>
                  </a:lnTo>
                  <a:lnTo>
                    <a:pt x="830008" y="531215"/>
                  </a:lnTo>
                  <a:lnTo>
                    <a:pt x="821690" y="525602"/>
                  </a:lnTo>
                  <a:lnTo>
                    <a:pt x="811504" y="523544"/>
                  </a:lnTo>
                  <a:lnTo>
                    <a:pt x="801306" y="525602"/>
                  </a:lnTo>
                  <a:lnTo>
                    <a:pt x="792988" y="531215"/>
                  </a:lnTo>
                  <a:lnTo>
                    <a:pt x="787374" y="539534"/>
                  </a:lnTo>
                  <a:lnTo>
                    <a:pt x="785317" y="549719"/>
                  </a:lnTo>
                  <a:lnTo>
                    <a:pt x="787374" y="559917"/>
                  </a:lnTo>
                  <a:lnTo>
                    <a:pt x="792988" y="568236"/>
                  </a:lnTo>
                  <a:lnTo>
                    <a:pt x="801306" y="573836"/>
                  </a:lnTo>
                  <a:lnTo>
                    <a:pt x="811504" y="575894"/>
                  </a:lnTo>
                  <a:lnTo>
                    <a:pt x="821690" y="573836"/>
                  </a:lnTo>
                  <a:lnTo>
                    <a:pt x="830008" y="568236"/>
                  </a:lnTo>
                  <a:lnTo>
                    <a:pt x="835621" y="559917"/>
                  </a:lnTo>
                  <a:lnTo>
                    <a:pt x="837679" y="549719"/>
                  </a:lnTo>
                  <a:close/>
                </a:path>
                <a:path w="1885314" h="1885315">
                  <a:moveTo>
                    <a:pt x="837679" y="287947"/>
                  </a:moveTo>
                  <a:lnTo>
                    <a:pt x="835621" y="277761"/>
                  </a:lnTo>
                  <a:lnTo>
                    <a:pt x="830008" y="269443"/>
                  </a:lnTo>
                  <a:lnTo>
                    <a:pt x="821690" y="263829"/>
                  </a:lnTo>
                  <a:lnTo>
                    <a:pt x="811504" y="261772"/>
                  </a:lnTo>
                  <a:lnTo>
                    <a:pt x="801306" y="263829"/>
                  </a:lnTo>
                  <a:lnTo>
                    <a:pt x="792988" y="269443"/>
                  </a:lnTo>
                  <a:lnTo>
                    <a:pt x="787374" y="277761"/>
                  </a:lnTo>
                  <a:lnTo>
                    <a:pt x="785317" y="287947"/>
                  </a:lnTo>
                  <a:lnTo>
                    <a:pt x="787374" y="298145"/>
                  </a:lnTo>
                  <a:lnTo>
                    <a:pt x="792988" y="306463"/>
                  </a:lnTo>
                  <a:lnTo>
                    <a:pt x="801306" y="312077"/>
                  </a:lnTo>
                  <a:lnTo>
                    <a:pt x="811504" y="314121"/>
                  </a:lnTo>
                  <a:lnTo>
                    <a:pt x="821690" y="312077"/>
                  </a:lnTo>
                  <a:lnTo>
                    <a:pt x="830008" y="306463"/>
                  </a:lnTo>
                  <a:lnTo>
                    <a:pt x="835621" y="298145"/>
                  </a:lnTo>
                  <a:lnTo>
                    <a:pt x="837679" y="287947"/>
                  </a:lnTo>
                  <a:close/>
                </a:path>
                <a:path w="1885314" h="1885315">
                  <a:moveTo>
                    <a:pt x="837679" y="26174"/>
                  </a:moveTo>
                  <a:lnTo>
                    <a:pt x="835621" y="15989"/>
                  </a:lnTo>
                  <a:lnTo>
                    <a:pt x="830008" y="7670"/>
                  </a:lnTo>
                  <a:lnTo>
                    <a:pt x="821690" y="2057"/>
                  </a:lnTo>
                  <a:lnTo>
                    <a:pt x="811504" y="0"/>
                  </a:lnTo>
                  <a:lnTo>
                    <a:pt x="801306" y="2057"/>
                  </a:lnTo>
                  <a:lnTo>
                    <a:pt x="792988" y="7670"/>
                  </a:lnTo>
                  <a:lnTo>
                    <a:pt x="787374" y="15989"/>
                  </a:lnTo>
                  <a:lnTo>
                    <a:pt x="785317" y="26174"/>
                  </a:lnTo>
                  <a:lnTo>
                    <a:pt x="787374" y="36372"/>
                  </a:lnTo>
                  <a:lnTo>
                    <a:pt x="792988" y="44691"/>
                  </a:lnTo>
                  <a:lnTo>
                    <a:pt x="801306" y="50304"/>
                  </a:lnTo>
                  <a:lnTo>
                    <a:pt x="811504" y="52349"/>
                  </a:lnTo>
                  <a:lnTo>
                    <a:pt x="821690" y="50304"/>
                  </a:lnTo>
                  <a:lnTo>
                    <a:pt x="830008" y="44691"/>
                  </a:lnTo>
                  <a:lnTo>
                    <a:pt x="835621" y="36372"/>
                  </a:lnTo>
                  <a:lnTo>
                    <a:pt x="837679" y="26174"/>
                  </a:lnTo>
                  <a:close/>
                </a:path>
                <a:path w="1885314" h="1885315">
                  <a:moveTo>
                    <a:pt x="1099451" y="1858581"/>
                  </a:moveTo>
                  <a:lnTo>
                    <a:pt x="1097394" y="1848396"/>
                  </a:lnTo>
                  <a:lnTo>
                    <a:pt x="1091780" y="1840077"/>
                  </a:lnTo>
                  <a:lnTo>
                    <a:pt x="1083462" y="1834464"/>
                  </a:lnTo>
                  <a:lnTo>
                    <a:pt x="1073277" y="1832406"/>
                  </a:lnTo>
                  <a:lnTo>
                    <a:pt x="1063078" y="1834464"/>
                  </a:lnTo>
                  <a:lnTo>
                    <a:pt x="1054760" y="1840077"/>
                  </a:lnTo>
                  <a:lnTo>
                    <a:pt x="1049147" y="1848396"/>
                  </a:lnTo>
                  <a:lnTo>
                    <a:pt x="1047089" y="1858581"/>
                  </a:lnTo>
                  <a:lnTo>
                    <a:pt x="1049147" y="1868779"/>
                  </a:lnTo>
                  <a:lnTo>
                    <a:pt x="1054760" y="1877098"/>
                  </a:lnTo>
                  <a:lnTo>
                    <a:pt x="1063078" y="1882698"/>
                  </a:lnTo>
                  <a:lnTo>
                    <a:pt x="1073277" y="1884756"/>
                  </a:lnTo>
                  <a:lnTo>
                    <a:pt x="1083462" y="1882698"/>
                  </a:lnTo>
                  <a:lnTo>
                    <a:pt x="1091780" y="1877098"/>
                  </a:lnTo>
                  <a:lnTo>
                    <a:pt x="1097394" y="1868779"/>
                  </a:lnTo>
                  <a:lnTo>
                    <a:pt x="1099451" y="1858581"/>
                  </a:lnTo>
                  <a:close/>
                </a:path>
                <a:path w="1885314" h="1885315">
                  <a:moveTo>
                    <a:pt x="1099451" y="1596809"/>
                  </a:moveTo>
                  <a:lnTo>
                    <a:pt x="1097394" y="1586623"/>
                  </a:lnTo>
                  <a:lnTo>
                    <a:pt x="1091780" y="1578305"/>
                  </a:lnTo>
                  <a:lnTo>
                    <a:pt x="1083462" y="1572691"/>
                  </a:lnTo>
                  <a:lnTo>
                    <a:pt x="1073277" y="1570634"/>
                  </a:lnTo>
                  <a:lnTo>
                    <a:pt x="1063078" y="1572691"/>
                  </a:lnTo>
                  <a:lnTo>
                    <a:pt x="1054760" y="1578305"/>
                  </a:lnTo>
                  <a:lnTo>
                    <a:pt x="1049147" y="1586623"/>
                  </a:lnTo>
                  <a:lnTo>
                    <a:pt x="1047089" y="1596809"/>
                  </a:lnTo>
                  <a:lnTo>
                    <a:pt x="1049147" y="1607007"/>
                  </a:lnTo>
                  <a:lnTo>
                    <a:pt x="1054760" y="1615325"/>
                  </a:lnTo>
                  <a:lnTo>
                    <a:pt x="1063078" y="1620926"/>
                  </a:lnTo>
                  <a:lnTo>
                    <a:pt x="1073277" y="1622983"/>
                  </a:lnTo>
                  <a:lnTo>
                    <a:pt x="1083462" y="1620926"/>
                  </a:lnTo>
                  <a:lnTo>
                    <a:pt x="1091780" y="1615325"/>
                  </a:lnTo>
                  <a:lnTo>
                    <a:pt x="1097394" y="1607007"/>
                  </a:lnTo>
                  <a:lnTo>
                    <a:pt x="1099451" y="1596809"/>
                  </a:lnTo>
                  <a:close/>
                </a:path>
                <a:path w="1885314" h="1885315">
                  <a:moveTo>
                    <a:pt x="1099451" y="1335036"/>
                  </a:moveTo>
                  <a:lnTo>
                    <a:pt x="1097394" y="1324851"/>
                  </a:lnTo>
                  <a:lnTo>
                    <a:pt x="1091780" y="1316532"/>
                  </a:lnTo>
                  <a:lnTo>
                    <a:pt x="1083462" y="1310919"/>
                  </a:lnTo>
                  <a:lnTo>
                    <a:pt x="1073277" y="1308862"/>
                  </a:lnTo>
                  <a:lnTo>
                    <a:pt x="1063078" y="1310919"/>
                  </a:lnTo>
                  <a:lnTo>
                    <a:pt x="1054760" y="1316532"/>
                  </a:lnTo>
                  <a:lnTo>
                    <a:pt x="1049147" y="1324851"/>
                  </a:lnTo>
                  <a:lnTo>
                    <a:pt x="1047089" y="1335036"/>
                  </a:lnTo>
                  <a:lnTo>
                    <a:pt x="1049147" y="1345234"/>
                  </a:lnTo>
                  <a:lnTo>
                    <a:pt x="1054760" y="1353553"/>
                  </a:lnTo>
                  <a:lnTo>
                    <a:pt x="1063078" y="1359154"/>
                  </a:lnTo>
                  <a:lnTo>
                    <a:pt x="1073277" y="1361211"/>
                  </a:lnTo>
                  <a:lnTo>
                    <a:pt x="1083462" y="1359154"/>
                  </a:lnTo>
                  <a:lnTo>
                    <a:pt x="1091780" y="1353553"/>
                  </a:lnTo>
                  <a:lnTo>
                    <a:pt x="1097394" y="1345234"/>
                  </a:lnTo>
                  <a:lnTo>
                    <a:pt x="1099451" y="1335036"/>
                  </a:lnTo>
                  <a:close/>
                </a:path>
                <a:path w="1885314" h="1885315">
                  <a:moveTo>
                    <a:pt x="1099451" y="1073264"/>
                  </a:moveTo>
                  <a:lnTo>
                    <a:pt x="1097394" y="1063078"/>
                  </a:lnTo>
                  <a:lnTo>
                    <a:pt x="1091780" y="1054760"/>
                  </a:lnTo>
                  <a:lnTo>
                    <a:pt x="1083462" y="1049147"/>
                  </a:lnTo>
                  <a:lnTo>
                    <a:pt x="1073277" y="1047089"/>
                  </a:lnTo>
                  <a:lnTo>
                    <a:pt x="1063078" y="1049147"/>
                  </a:lnTo>
                  <a:lnTo>
                    <a:pt x="1054760" y="1054760"/>
                  </a:lnTo>
                  <a:lnTo>
                    <a:pt x="1049147" y="1063078"/>
                  </a:lnTo>
                  <a:lnTo>
                    <a:pt x="1047089" y="1073264"/>
                  </a:lnTo>
                  <a:lnTo>
                    <a:pt x="1049147" y="1083462"/>
                  </a:lnTo>
                  <a:lnTo>
                    <a:pt x="1054760" y="1091780"/>
                  </a:lnTo>
                  <a:lnTo>
                    <a:pt x="1063078" y="1097381"/>
                  </a:lnTo>
                  <a:lnTo>
                    <a:pt x="1073277" y="1099439"/>
                  </a:lnTo>
                  <a:lnTo>
                    <a:pt x="1083462" y="1097381"/>
                  </a:lnTo>
                  <a:lnTo>
                    <a:pt x="1091780" y="1091780"/>
                  </a:lnTo>
                  <a:lnTo>
                    <a:pt x="1097394" y="1083462"/>
                  </a:lnTo>
                  <a:lnTo>
                    <a:pt x="1099451" y="1073264"/>
                  </a:lnTo>
                  <a:close/>
                </a:path>
                <a:path w="1885314" h="1885315">
                  <a:moveTo>
                    <a:pt x="1099451" y="811491"/>
                  </a:moveTo>
                  <a:lnTo>
                    <a:pt x="1097394" y="801306"/>
                  </a:lnTo>
                  <a:lnTo>
                    <a:pt x="1091780" y="792988"/>
                  </a:lnTo>
                  <a:lnTo>
                    <a:pt x="1083462" y="787374"/>
                  </a:lnTo>
                  <a:lnTo>
                    <a:pt x="1073277" y="785317"/>
                  </a:lnTo>
                  <a:lnTo>
                    <a:pt x="1063078" y="787374"/>
                  </a:lnTo>
                  <a:lnTo>
                    <a:pt x="1054760" y="792988"/>
                  </a:lnTo>
                  <a:lnTo>
                    <a:pt x="1049147" y="801306"/>
                  </a:lnTo>
                  <a:lnTo>
                    <a:pt x="1047089" y="811491"/>
                  </a:lnTo>
                  <a:lnTo>
                    <a:pt x="1049147" y="821690"/>
                  </a:lnTo>
                  <a:lnTo>
                    <a:pt x="1054760" y="830008"/>
                  </a:lnTo>
                  <a:lnTo>
                    <a:pt x="1063078" y="835609"/>
                  </a:lnTo>
                  <a:lnTo>
                    <a:pt x="1073277" y="837666"/>
                  </a:lnTo>
                  <a:lnTo>
                    <a:pt x="1083462" y="835609"/>
                  </a:lnTo>
                  <a:lnTo>
                    <a:pt x="1091780" y="830008"/>
                  </a:lnTo>
                  <a:lnTo>
                    <a:pt x="1097394" y="821690"/>
                  </a:lnTo>
                  <a:lnTo>
                    <a:pt x="1099451" y="811491"/>
                  </a:lnTo>
                  <a:close/>
                </a:path>
                <a:path w="1885314" h="1885315">
                  <a:moveTo>
                    <a:pt x="1099451" y="549719"/>
                  </a:moveTo>
                  <a:lnTo>
                    <a:pt x="1097394" y="539534"/>
                  </a:lnTo>
                  <a:lnTo>
                    <a:pt x="1091780" y="531215"/>
                  </a:lnTo>
                  <a:lnTo>
                    <a:pt x="1083462" y="525602"/>
                  </a:lnTo>
                  <a:lnTo>
                    <a:pt x="1073277" y="523544"/>
                  </a:lnTo>
                  <a:lnTo>
                    <a:pt x="1063078" y="525602"/>
                  </a:lnTo>
                  <a:lnTo>
                    <a:pt x="1054760" y="531215"/>
                  </a:lnTo>
                  <a:lnTo>
                    <a:pt x="1049147" y="539534"/>
                  </a:lnTo>
                  <a:lnTo>
                    <a:pt x="1047089" y="549719"/>
                  </a:lnTo>
                  <a:lnTo>
                    <a:pt x="1049147" y="559917"/>
                  </a:lnTo>
                  <a:lnTo>
                    <a:pt x="1054760" y="568236"/>
                  </a:lnTo>
                  <a:lnTo>
                    <a:pt x="1063078" y="573836"/>
                  </a:lnTo>
                  <a:lnTo>
                    <a:pt x="1073277" y="575894"/>
                  </a:lnTo>
                  <a:lnTo>
                    <a:pt x="1083462" y="573836"/>
                  </a:lnTo>
                  <a:lnTo>
                    <a:pt x="1091780" y="568236"/>
                  </a:lnTo>
                  <a:lnTo>
                    <a:pt x="1097394" y="559917"/>
                  </a:lnTo>
                  <a:lnTo>
                    <a:pt x="1099451" y="549719"/>
                  </a:lnTo>
                  <a:close/>
                </a:path>
                <a:path w="1885314" h="1885315">
                  <a:moveTo>
                    <a:pt x="1099451" y="287947"/>
                  </a:moveTo>
                  <a:lnTo>
                    <a:pt x="1097394" y="277761"/>
                  </a:lnTo>
                  <a:lnTo>
                    <a:pt x="1091780" y="269443"/>
                  </a:lnTo>
                  <a:lnTo>
                    <a:pt x="1083462" y="263829"/>
                  </a:lnTo>
                  <a:lnTo>
                    <a:pt x="1073277" y="261772"/>
                  </a:lnTo>
                  <a:lnTo>
                    <a:pt x="1063078" y="263829"/>
                  </a:lnTo>
                  <a:lnTo>
                    <a:pt x="1054760" y="269443"/>
                  </a:lnTo>
                  <a:lnTo>
                    <a:pt x="1049147" y="277761"/>
                  </a:lnTo>
                  <a:lnTo>
                    <a:pt x="1047089" y="287947"/>
                  </a:lnTo>
                  <a:lnTo>
                    <a:pt x="1049147" y="298145"/>
                  </a:lnTo>
                  <a:lnTo>
                    <a:pt x="1054760" y="306463"/>
                  </a:lnTo>
                  <a:lnTo>
                    <a:pt x="1063078" y="312077"/>
                  </a:lnTo>
                  <a:lnTo>
                    <a:pt x="1073277" y="314121"/>
                  </a:lnTo>
                  <a:lnTo>
                    <a:pt x="1083462" y="312077"/>
                  </a:lnTo>
                  <a:lnTo>
                    <a:pt x="1091780" y="306463"/>
                  </a:lnTo>
                  <a:lnTo>
                    <a:pt x="1097394" y="298145"/>
                  </a:lnTo>
                  <a:lnTo>
                    <a:pt x="1099451" y="287947"/>
                  </a:lnTo>
                  <a:close/>
                </a:path>
                <a:path w="1885314" h="1885315">
                  <a:moveTo>
                    <a:pt x="1099451" y="26174"/>
                  </a:moveTo>
                  <a:lnTo>
                    <a:pt x="1097394" y="15989"/>
                  </a:lnTo>
                  <a:lnTo>
                    <a:pt x="1091780" y="7670"/>
                  </a:lnTo>
                  <a:lnTo>
                    <a:pt x="1083462" y="2057"/>
                  </a:lnTo>
                  <a:lnTo>
                    <a:pt x="1073277" y="0"/>
                  </a:lnTo>
                  <a:lnTo>
                    <a:pt x="1063078" y="2057"/>
                  </a:lnTo>
                  <a:lnTo>
                    <a:pt x="1054760" y="7670"/>
                  </a:lnTo>
                  <a:lnTo>
                    <a:pt x="1049147" y="15989"/>
                  </a:lnTo>
                  <a:lnTo>
                    <a:pt x="1047089" y="26174"/>
                  </a:lnTo>
                  <a:lnTo>
                    <a:pt x="1049147" y="36372"/>
                  </a:lnTo>
                  <a:lnTo>
                    <a:pt x="1054760" y="44691"/>
                  </a:lnTo>
                  <a:lnTo>
                    <a:pt x="1063078" y="50304"/>
                  </a:lnTo>
                  <a:lnTo>
                    <a:pt x="1073277" y="52349"/>
                  </a:lnTo>
                  <a:lnTo>
                    <a:pt x="1083462" y="50304"/>
                  </a:lnTo>
                  <a:lnTo>
                    <a:pt x="1091780" y="44691"/>
                  </a:lnTo>
                  <a:lnTo>
                    <a:pt x="1097394" y="36372"/>
                  </a:lnTo>
                  <a:lnTo>
                    <a:pt x="1099451" y="26174"/>
                  </a:lnTo>
                  <a:close/>
                </a:path>
                <a:path w="1885314" h="1885315">
                  <a:moveTo>
                    <a:pt x="1361224" y="1858581"/>
                  </a:moveTo>
                  <a:lnTo>
                    <a:pt x="1359166" y="1848396"/>
                  </a:lnTo>
                  <a:lnTo>
                    <a:pt x="1353553" y="1840077"/>
                  </a:lnTo>
                  <a:lnTo>
                    <a:pt x="1345234" y="1834464"/>
                  </a:lnTo>
                  <a:lnTo>
                    <a:pt x="1335049" y="1832406"/>
                  </a:lnTo>
                  <a:lnTo>
                    <a:pt x="1324851" y="1834464"/>
                  </a:lnTo>
                  <a:lnTo>
                    <a:pt x="1316532" y="1840077"/>
                  </a:lnTo>
                  <a:lnTo>
                    <a:pt x="1310919" y="1848396"/>
                  </a:lnTo>
                  <a:lnTo>
                    <a:pt x="1308862" y="1858581"/>
                  </a:lnTo>
                  <a:lnTo>
                    <a:pt x="1310919" y="1868779"/>
                  </a:lnTo>
                  <a:lnTo>
                    <a:pt x="1316532" y="1877098"/>
                  </a:lnTo>
                  <a:lnTo>
                    <a:pt x="1324851" y="1882698"/>
                  </a:lnTo>
                  <a:lnTo>
                    <a:pt x="1335049" y="1884756"/>
                  </a:lnTo>
                  <a:lnTo>
                    <a:pt x="1345234" y="1882698"/>
                  </a:lnTo>
                  <a:lnTo>
                    <a:pt x="1353553" y="1877098"/>
                  </a:lnTo>
                  <a:lnTo>
                    <a:pt x="1359166" y="1868779"/>
                  </a:lnTo>
                  <a:lnTo>
                    <a:pt x="1361224" y="1858581"/>
                  </a:lnTo>
                  <a:close/>
                </a:path>
                <a:path w="1885314" h="1885315">
                  <a:moveTo>
                    <a:pt x="1361224" y="1596809"/>
                  </a:moveTo>
                  <a:lnTo>
                    <a:pt x="1359166" y="1586623"/>
                  </a:lnTo>
                  <a:lnTo>
                    <a:pt x="1353553" y="1578305"/>
                  </a:lnTo>
                  <a:lnTo>
                    <a:pt x="1345234" y="1572691"/>
                  </a:lnTo>
                  <a:lnTo>
                    <a:pt x="1335049" y="1570634"/>
                  </a:lnTo>
                  <a:lnTo>
                    <a:pt x="1324851" y="1572691"/>
                  </a:lnTo>
                  <a:lnTo>
                    <a:pt x="1316532" y="1578305"/>
                  </a:lnTo>
                  <a:lnTo>
                    <a:pt x="1310919" y="1586623"/>
                  </a:lnTo>
                  <a:lnTo>
                    <a:pt x="1308862" y="1596809"/>
                  </a:lnTo>
                  <a:lnTo>
                    <a:pt x="1310919" y="1607007"/>
                  </a:lnTo>
                  <a:lnTo>
                    <a:pt x="1316532" y="1615325"/>
                  </a:lnTo>
                  <a:lnTo>
                    <a:pt x="1324851" y="1620926"/>
                  </a:lnTo>
                  <a:lnTo>
                    <a:pt x="1335049" y="1622983"/>
                  </a:lnTo>
                  <a:lnTo>
                    <a:pt x="1345234" y="1620926"/>
                  </a:lnTo>
                  <a:lnTo>
                    <a:pt x="1353553" y="1615325"/>
                  </a:lnTo>
                  <a:lnTo>
                    <a:pt x="1359166" y="1607007"/>
                  </a:lnTo>
                  <a:lnTo>
                    <a:pt x="1361224" y="1596809"/>
                  </a:lnTo>
                  <a:close/>
                </a:path>
                <a:path w="1885314" h="1885315">
                  <a:moveTo>
                    <a:pt x="1361224" y="1335036"/>
                  </a:moveTo>
                  <a:lnTo>
                    <a:pt x="1359166" y="1324851"/>
                  </a:lnTo>
                  <a:lnTo>
                    <a:pt x="1353553" y="1316532"/>
                  </a:lnTo>
                  <a:lnTo>
                    <a:pt x="1345234" y="1310919"/>
                  </a:lnTo>
                  <a:lnTo>
                    <a:pt x="1335049" y="1308862"/>
                  </a:lnTo>
                  <a:lnTo>
                    <a:pt x="1324851" y="1310919"/>
                  </a:lnTo>
                  <a:lnTo>
                    <a:pt x="1316532" y="1316532"/>
                  </a:lnTo>
                  <a:lnTo>
                    <a:pt x="1310919" y="1324851"/>
                  </a:lnTo>
                  <a:lnTo>
                    <a:pt x="1308862" y="1335036"/>
                  </a:lnTo>
                  <a:lnTo>
                    <a:pt x="1310919" y="1345234"/>
                  </a:lnTo>
                  <a:lnTo>
                    <a:pt x="1316532" y="1353553"/>
                  </a:lnTo>
                  <a:lnTo>
                    <a:pt x="1324851" y="1359154"/>
                  </a:lnTo>
                  <a:lnTo>
                    <a:pt x="1335049" y="1361211"/>
                  </a:lnTo>
                  <a:lnTo>
                    <a:pt x="1345234" y="1359154"/>
                  </a:lnTo>
                  <a:lnTo>
                    <a:pt x="1353553" y="1353553"/>
                  </a:lnTo>
                  <a:lnTo>
                    <a:pt x="1359166" y="1345234"/>
                  </a:lnTo>
                  <a:lnTo>
                    <a:pt x="1361224" y="1335036"/>
                  </a:lnTo>
                  <a:close/>
                </a:path>
                <a:path w="1885314" h="1885315">
                  <a:moveTo>
                    <a:pt x="1361224" y="1073264"/>
                  </a:moveTo>
                  <a:lnTo>
                    <a:pt x="1359166" y="1063078"/>
                  </a:lnTo>
                  <a:lnTo>
                    <a:pt x="1353553" y="1054760"/>
                  </a:lnTo>
                  <a:lnTo>
                    <a:pt x="1345234" y="1049147"/>
                  </a:lnTo>
                  <a:lnTo>
                    <a:pt x="1335049" y="1047089"/>
                  </a:lnTo>
                  <a:lnTo>
                    <a:pt x="1324851" y="1049147"/>
                  </a:lnTo>
                  <a:lnTo>
                    <a:pt x="1316532" y="1054760"/>
                  </a:lnTo>
                  <a:lnTo>
                    <a:pt x="1310919" y="1063078"/>
                  </a:lnTo>
                  <a:lnTo>
                    <a:pt x="1308862" y="1073264"/>
                  </a:lnTo>
                  <a:lnTo>
                    <a:pt x="1310919" y="1083462"/>
                  </a:lnTo>
                  <a:lnTo>
                    <a:pt x="1316532" y="1091780"/>
                  </a:lnTo>
                  <a:lnTo>
                    <a:pt x="1324851" y="1097381"/>
                  </a:lnTo>
                  <a:lnTo>
                    <a:pt x="1335049" y="1099439"/>
                  </a:lnTo>
                  <a:lnTo>
                    <a:pt x="1345234" y="1097381"/>
                  </a:lnTo>
                  <a:lnTo>
                    <a:pt x="1353553" y="1091780"/>
                  </a:lnTo>
                  <a:lnTo>
                    <a:pt x="1359166" y="1083462"/>
                  </a:lnTo>
                  <a:lnTo>
                    <a:pt x="1361224" y="1073264"/>
                  </a:lnTo>
                  <a:close/>
                </a:path>
                <a:path w="1885314" h="1885315">
                  <a:moveTo>
                    <a:pt x="1361224" y="811491"/>
                  </a:moveTo>
                  <a:lnTo>
                    <a:pt x="1359166" y="801306"/>
                  </a:lnTo>
                  <a:lnTo>
                    <a:pt x="1353553" y="792988"/>
                  </a:lnTo>
                  <a:lnTo>
                    <a:pt x="1345234" y="787374"/>
                  </a:lnTo>
                  <a:lnTo>
                    <a:pt x="1335049" y="785317"/>
                  </a:lnTo>
                  <a:lnTo>
                    <a:pt x="1324851" y="787374"/>
                  </a:lnTo>
                  <a:lnTo>
                    <a:pt x="1316532" y="792988"/>
                  </a:lnTo>
                  <a:lnTo>
                    <a:pt x="1310919" y="801306"/>
                  </a:lnTo>
                  <a:lnTo>
                    <a:pt x="1308862" y="811491"/>
                  </a:lnTo>
                  <a:lnTo>
                    <a:pt x="1310919" y="821690"/>
                  </a:lnTo>
                  <a:lnTo>
                    <a:pt x="1316532" y="830008"/>
                  </a:lnTo>
                  <a:lnTo>
                    <a:pt x="1324851" y="835609"/>
                  </a:lnTo>
                  <a:lnTo>
                    <a:pt x="1335049" y="837666"/>
                  </a:lnTo>
                  <a:lnTo>
                    <a:pt x="1345234" y="835609"/>
                  </a:lnTo>
                  <a:lnTo>
                    <a:pt x="1353553" y="830008"/>
                  </a:lnTo>
                  <a:lnTo>
                    <a:pt x="1359166" y="821690"/>
                  </a:lnTo>
                  <a:lnTo>
                    <a:pt x="1361224" y="811491"/>
                  </a:lnTo>
                  <a:close/>
                </a:path>
                <a:path w="1885314" h="1885315">
                  <a:moveTo>
                    <a:pt x="1361224" y="549719"/>
                  </a:moveTo>
                  <a:lnTo>
                    <a:pt x="1359166" y="539534"/>
                  </a:lnTo>
                  <a:lnTo>
                    <a:pt x="1353553" y="531215"/>
                  </a:lnTo>
                  <a:lnTo>
                    <a:pt x="1345234" y="525602"/>
                  </a:lnTo>
                  <a:lnTo>
                    <a:pt x="1335049" y="523544"/>
                  </a:lnTo>
                  <a:lnTo>
                    <a:pt x="1324851" y="525602"/>
                  </a:lnTo>
                  <a:lnTo>
                    <a:pt x="1316532" y="531215"/>
                  </a:lnTo>
                  <a:lnTo>
                    <a:pt x="1310919" y="539534"/>
                  </a:lnTo>
                  <a:lnTo>
                    <a:pt x="1308862" y="549719"/>
                  </a:lnTo>
                  <a:lnTo>
                    <a:pt x="1310919" y="559917"/>
                  </a:lnTo>
                  <a:lnTo>
                    <a:pt x="1316532" y="568236"/>
                  </a:lnTo>
                  <a:lnTo>
                    <a:pt x="1324851" y="573836"/>
                  </a:lnTo>
                  <a:lnTo>
                    <a:pt x="1335049" y="575894"/>
                  </a:lnTo>
                  <a:lnTo>
                    <a:pt x="1345234" y="573836"/>
                  </a:lnTo>
                  <a:lnTo>
                    <a:pt x="1353553" y="568236"/>
                  </a:lnTo>
                  <a:lnTo>
                    <a:pt x="1359166" y="559917"/>
                  </a:lnTo>
                  <a:lnTo>
                    <a:pt x="1361224" y="549719"/>
                  </a:lnTo>
                  <a:close/>
                </a:path>
                <a:path w="1885314" h="1885315">
                  <a:moveTo>
                    <a:pt x="1361224" y="287947"/>
                  </a:moveTo>
                  <a:lnTo>
                    <a:pt x="1359166" y="277761"/>
                  </a:lnTo>
                  <a:lnTo>
                    <a:pt x="1353553" y="269443"/>
                  </a:lnTo>
                  <a:lnTo>
                    <a:pt x="1345234" y="263829"/>
                  </a:lnTo>
                  <a:lnTo>
                    <a:pt x="1335049" y="261772"/>
                  </a:lnTo>
                  <a:lnTo>
                    <a:pt x="1324851" y="263829"/>
                  </a:lnTo>
                  <a:lnTo>
                    <a:pt x="1316532" y="269443"/>
                  </a:lnTo>
                  <a:lnTo>
                    <a:pt x="1310919" y="277761"/>
                  </a:lnTo>
                  <a:lnTo>
                    <a:pt x="1308862" y="287947"/>
                  </a:lnTo>
                  <a:lnTo>
                    <a:pt x="1310919" y="298145"/>
                  </a:lnTo>
                  <a:lnTo>
                    <a:pt x="1316532" y="306463"/>
                  </a:lnTo>
                  <a:lnTo>
                    <a:pt x="1324851" y="312077"/>
                  </a:lnTo>
                  <a:lnTo>
                    <a:pt x="1335049" y="314121"/>
                  </a:lnTo>
                  <a:lnTo>
                    <a:pt x="1345234" y="312077"/>
                  </a:lnTo>
                  <a:lnTo>
                    <a:pt x="1353553" y="306463"/>
                  </a:lnTo>
                  <a:lnTo>
                    <a:pt x="1359166" y="298145"/>
                  </a:lnTo>
                  <a:lnTo>
                    <a:pt x="1361224" y="287947"/>
                  </a:lnTo>
                  <a:close/>
                </a:path>
                <a:path w="1885314" h="1885315">
                  <a:moveTo>
                    <a:pt x="1361224" y="26174"/>
                  </a:moveTo>
                  <a:lnTo>
                    <a:pt x="1359166" y="15989"/>
                  </a:lnTo>
                  <a:lnTo>
                    <a:pt x="1353553" y="7670"/>
                  </a:lnTo>
                  <a:lnTo>
                    <a:pt x="1345234" y="2057"/>
                  </a:lnTo>
                  <a:lnTo>
                    <a:pt x="1335049" y="0"/>
                  </a:lnTo>
                  <a:lnTo>
                    <a:pt x="1324851" y="2057"/>
                  </a:lnTo>
                  <a:lnTo>
                    <a:pt x="1316532" y="7670"/>
                  </a:lnTo>
                  <a:lnTo>
                    <a:pt x="1310919" y="15989"/>
                  </a:lnTo>
                  <a:lnTo>
                    <a:pt x="1308862" y="26174"/>
                  </a:lnTo>
                  <a:lnTo>
                    <a:pt x="1310919" y="36372"/>
                  </a:lnTo>
                  <a:lnTo>
                    <a:pt x="1316532" y="44691"/>
                  </a:lnTo>
                  <a:lnTo>
                    <a:pt x="1324851" y="50304"/>
                  </a:lnTo>
                  <a:lnTo>
                    <a:pt x="1335049" y="52349"/>
                  </a:lnTo>
                  <a:lnTo>
                    <a:pt x="1345234" y="50304"/>
                  </a:lnTo>
                  <a:lnTo>
                    <a:pt x="1353553" y="44691"/>
                  </a:lnTo>
                  <a:lnTo>
                    <a:pt x="1359166" y="36372"/>
                  </a:lnTo>
                  <a:lnTo>
                    <a:pt x="1361224" y="26174"/>
                  </a:lnTo>
                  <a:close/>
                </a:path>
                <a:path w="1885314" h="1885315">
                  <a:moveTo>
                    <a:pt x="1622996" y="1858581"/>
                  </a:moveTo>
                  <a:lnTo>
                    <a:pt x="1620939" y="1848396"/>
                  </a:lnTo>
                  <a:lnTo>
                    <a:pt x="1615325" y="1840077"/>
                  </a:lnTo>
                  <a:lnTo>
                    <a:pt x="1607007" y="1834464"/>
                  </a:lnTo>
                  <a:lnTo>
                    <a:pt x="1596821" y="1832406"/>
                  </a:lnTo>
                  <a:lnTo>
                    <a:pt x="1586623" y="1834464"/>
                  </a:lnTo>
                  <a:lnTo>
                    <a:pt x="1578305" y="1840077"/>
                  </a:lnTo>
                  <a:lnTo>
                    <a:pt x="1572691" y="1848396"/>
                  </a:lnTo>
                  <a:lnTo>
                    <a:pt x="1570634" y="1858581"/>
                  </a:lnTo>
                  <a:lnTo>
                    <a:pt x="1572691" y="1868779"/>
                  </a:lnTo>
                  <a:lnTo>
                    <a:pt x="1578305" y="1877098"/>
                  </a:lnTo>
                  <a:lnTo>
                    <a:pt x="1586623" y="1882698"/>
                  </a:lnTo>
                  <a:lnTo>
                    <a:pt x="1596821" y="1884756"/>
                  </a:lnTo>
                  <a:lnTo>
                    <a:pt x="1607007" y="1882698"/>
                  </a:lnTo>
                  <a:lnTo>
                    <a:pt x="1615325" y="1877098"/>
                  </a:lnTo>
                  <a:lnTo>
                    <a:pt x="1620939" y="1868779"/>
                  </a:lnTo>
                  <a:lnTo>
                    <a:pt x="1622996" y="1858581"/>
                  </a:lnTo>
                  <a:close/>
                </a:path>
                <a:path w="1885314" h="1885315">
                  <a:moveTo>
                    <a:pt x="1622996" y="1596809"/>
                  </a:moveTo>
                  <a:lnTo>
                    <a:pt x="1620939" y="1586623"/>
                  </a:lnTo>
                  <a:lnTo>
                    <a:pt x="1615325" y="1578305"/>
                  </a:lnTo>
                  <a:lnTo>
                    <a:pt x="1607007" y="1572691"/>
                  </a:lnTo>
                  <a:lnTo>
                    <a:pt x="1596821" y="1570634"/>
                  </a:lnTo>
                  <a:lnTo>
                    <a:pt x="1586623" y="1572691"/>
                  </a:lnTo>
                  <a:lnTo>
                    <a:pt x="1578305" y="1578305"/>
                  </a:lnTo>
                  <a:lnTo>
                    <a:pt x="1572691" y="1586623"/>
                  </a:lnTo>
                  <a:lnTo>
                    <a:pt x="1570634" y="1596809"/>
                  </a:lnTo>
                  <a:lnTo>
                    <a:pt x="1572691" y="1607007"/>
                  </a:lnTo>
                  <a:lnTo>
                    <a:pt x="1578305" y="1615325"/>
                  </a:lnTo>
                  <a:lnTo>
                    <a:pt x="1586623" y="1620926"/>
                  </a:lnTo>
                  <a:lnTo>
                    <a:pt x="1596821" y="1622983"/>
                  </a:lnTo>
                  <a:lnTo>
                    <a:pt x="1607007" y="1620926"/>
                  </a:lnTo>
                  <a:lnTo>
                    <a:pt x="1615325" y="1615325"/>
                  </a:lnTo>
                  <a:lnTo>
                    <a:pt x="1620939" y="1607007"/>
                  </a:lnTo>
                  <a:lnTo>
                    <a:pt x="1622996" y="1596809"/>
                  </a:lnTo>
                  <a:close/>
                </a:path>
                <a:path w="1885314" h="1885315">
                  <a:moveTo>
                    <a:pt x="1622996" y="1335036"/>
                  </a:moveTo>
                  <a:lnTo>
                    <a:pt x="1620939" y="1324851"/>
                  </a:lnTo>
                  <a:lnTo>
                    <a:pt x="1615325" y="1316532"/>
                  </a:lnTo>
                  <a:lnTo>
                    <a:pt x="1607007" y="1310919"/>
                  </a:lnTo>
                  <a:lnTo>
                    <a:pt x="1596821" y="1308862"/>
                  </a:lnTo>
                  <a:lnTo>
                    <a:pt x="1586623" y="1310919"/>
                  </a:lnTo>
                  <a:lnTo>
                    <a:pt x="1578305" y="1316532"/>
                  </a:lnTo>
                  <a:lnTo>
                    <a:pt x="1572691" y="1324851"/>
                  </a:lnTo>
                  <a:lnTo>
                    <a:pt x="1570634" y="1335036"/>
                  </a:lnTo>
                  <a:lnTo>
                    <a:pt x="1572691" y="1345234"/>
                  </a:lnTo>
                  <a:lnTo>
                    <a:pt x="1578305" y="1353553"/>
                  </a:lnTo>
                  <a:lnTo>
                    <a:pt x="1586623" y="1359154"/>
                  </a:lnTo>
                  <a:lnTo>
                    <a:pt x="1596821" y="1361211"/>
                  </a:lnTo>
                  <a:lnTo>
                    <a:pt x="1607007" y="1359154"/>
                  </a:lnTo>
                  <a:lnTo>
                    <a:pt x="1615325" y="1353553"/>
                  </a:lnTo>
                  <a:lnTo>
                    <a:pt x="1620939" y="1345234"/>
                  </a:lnTo>
                  <a:lnTo>
                    <a:pt x="1622996" y="1335036"/>
                  </a:lnTo>
                  <a:close/>
                </a:path>
                <a:path w="1885314" h="1885315">
                  <a:moveTo>
                    <a:pt x="1622996" y="1073264"/>
                  </a:moveTo>
                  <a:lnTo>
                    <a:pt x="1620939" y="1063078"/>
                  </a:lnTo>
                  <a:lnTo>
                    <a:pt x="1615325" y="1054760"/>
                  </a:lnTo>
                  <a:lnTo>
                    <a:pt x="1607007" y="1049147"/>
                  </a:lnTo>
                  <a:lnTo>
                    <a:pt x="1596821" y="1047089"/>
                  </a:lnTo>
                  <a:lnTo>
                    <a:pt x="1586623" y="1049147"/>
                  </a:lnTo>
                  <a:lnTo>
                    <a:pt x="1578305" y="1054760"/>
                  </a:lnTo>
                  <a:lnTo>
                    <a:pt x="1572691" y="1063078"/>
                  </a:lnTo>
                  <a:lnTo>
                    <a:pt x="1570634" y="1073264"/>
                  </a:lnTo>
                  <a:lnTo>
                    <a:pt x="1572691" y="1083462"/>
                  </a:lnTo>
                  <a:lnTo>
                    <a:pt x="1578305" y="1091780"/>
                  </a:lnTo>
                  <a:lnTo>
                    <a:pt x="1586623" y="1097381"/>
                  </a:lnTo>
                  <a:lnTo>
                    <a:pt x="1596821" y="1099439"/>
                  </a:lnTo>
                  <a:lnTo>
                    <a:pt x="1607007" y="1097381"/>
                  </a:lnTo>
                  <a:lnTo>
                    <a:pt x="1615325" y="1091780"/>
                  </a:lnTo>
                  <a:lnTo>
                    <a:pt x="1620939" y="1083462"/>
                  </a:lnTo>
                  <a:lnTo>
                    <a:pt x="1622996" y="1073264"/>
                  </a:lnTo>
                  <a:close/>
                </a:path>
                <a:path w="1885314" h="1885315">
                  <a:moveTo>
                    <a:pt x="1622996" y="811491"/>
                  </a:moveTo>
                  <a:lnTo>
                    <a:pt x="1620939" y="801306"/>
                  </a:lnTo>
                  <a:lnTo>
                    <a:pt x="1615325" y="792988"/>
                  </a:lnTo>
                  <a:lnTo>
                    <a:pt x="1607007" y="787374"/>
                  </a:lnTo>
                  <a:lnTo>
                    <a:pt x="1596821" y="785317"/>
                  </a:lnTo>
                  <a:lnTo>
                    <a:pt x="1586623" y="787374"/>
                  </a:lnTo>
                  <a:lnTo>
                    <a:pt x="1578305" y="792988"/>
                  </a:lnTo>
                  <a:lnTo>
                    <a:pt x="1572691" y="801306"/>
                  </a:lnTo>
                  <a:lnTo>
                    <a:pt x="1570634" y="811491"/>
                  </a:lnTo>
                  <a:lnTo>
                    <a:pt x="1572691" y="821690"/>
                  </a:lnTo>
                  <a:lnTo>
                    <a:pt x="1578305" y="830008"/>
                  </a:lnTo>
                  <a:lnTo>
                    <a:pt x="1586623" y="835609"/>
                  </a:lnTo>
                  <a:lnTo>
                    <a:pt x="1596821" y="837666"/>
                  </a:lnTo>
                  <a:lnTo>
                    <a:pt x="1607007" y="835609"/>
                  </a:lnTo>
                  <a:lnTo>
                    <a:pt x="1615325" y="830008"/>
                  </a:lnTo>
                  <a:lnTo>
                    <a:pt x="1620939" y="821690"/>
                  </a:lnTo>
                  <a:lnTo>
                    <a:pt x="1622996" y="811491"/>
                  </a:lnTo>
                  <a:close/>
                </a:path>
                <a:path w="1885314" h="1885315">
                  <a:moveTo>
                    <a:pt x="1622996" y="549719"/>
                  </a:moveTo>
                  <a:lnTo>
                    <a:pt x="1620939" y="539534"/>
                  </a:lnTo>
                  <a:lnTo>
                    <a:pt x="1615325" y="531215"/>
                  </a:lnTo>
                  <a:lnTo>
                    <a:pt x="1607007" y="525602"/>
                  </a:lnTo>
                  <a:lnTo>
                    <a:pt x="1596821" y="523544"/>
                  </a:lnTo>
                  <a:lnTo>
                    <a:pt x="1586623" y="525602"/>
                  </a:lnTo>
                  <a:lnTo>
                    <a:pt x="1578305" y="531215"/>
                  </a:lnTo>
                  <a:lnTo>
                    <a:pt x="1572691" y="539534"/>
                  </a:lnTo>
                  <a:lnTo>
                    <a:pt x="1570634" y="549719"/>
                  </a:lnTo>
                  <a:lnTo>
                    <a:pt x="1572691" y="559917"/>
                  </a:lnTo>
                  <a:lnTo>
                    <a:pt x="1578305" y="568236"/>
                  </a:lnTo>
                  <a:lnTo>
                    <a:pt x="1586623" y="573836"/>
                  </a:lnTo>
                  <a:lnTo>
                    <a:pt x="1596821" y="575894"/>
                  </a:lnTo>
                  <a:lnTo>
                    <a:pt x="1607007" y="573836"/>
                  </a:lnTo>
                  <a:lnTo>
                    <a:pt x="1615325" y="568236"/>
                  </a:lnTo>
                  <a:lnTo>
                    <a:pt x="1620939" y="559917"/>
                  </a:lnTo>
                  <a:lnTo>
                    <a:pt x="1622996" y="549719"/>
                  </a:lnTo>
                  <a:close/>
                </a:path>
                <a:path w="1885314" h="1885315">
                  <a:moveTo>
                    <a:pt x="1622996" y="287947"/>
                  </a:moveTo>
                  <a:lnTo>
                    <a:pt x="1620939" y="277761"/>
                  </a:lnTo>
                  <a:lnTo>
                    <a:pt x="1615325" y="269443"/>
                  </a:lnTo>
                  <a:lnTo>
                    <a:pt x="1607007" y="263829"/>
                  </a:lnTo>
                  <a:lnTo>
                    <a:pt x="1596821" y="261772"/>
                  </a:lnTo>
                  <a:lnTo>
                    <a:pt x="1586623" y="263829"/>
                  </a:lnTo>
                  <a:lnTo>
                    <a:pt x="1578305" y="269443"/>
                  </a:lnTo>
                  <a:lnTo>
                    <a:pt x="1572691" y="277761"/>
                  </a:lnTo>
                  <a:lnTo>
                    <a:pt x="1570634" y="287947"/>
                  </a:lnTo>
                  <a:lnTo>
                    <a:pt x="1572691" y="298145"/>
                  </a:lnTo>
                  <a:lnTo>
                    <a:pt x="1578305" y="306463"/>
                  </a:lnTo>
                  <a:lnTo>
                    <a:pt x="1586623" y="312077"/>
                  </a:lnTo>
                  <a:lnTo>
                    <a:pt x="1596821" y="314121"/>
                  </a:lnTo>
                  <a:lnTo>
                    <a:pt x="1607007" y="312077"/>
                  </a:lnTo>
                  <a:lnTo>
                    <a:pt x="1615325" y="306463"/>
                  </a:lnTo>
                  <a:lnTo>
                    <a:pt x="1620939" y="298145"/>
                  </a:lnTo>
                  <a:lnTo>
                    <a:pt x="1622996" y="287947"/>
                  </a:lnTo>
                  <a:close/>
                </a:path>
                <a:path w="1885314" h="1885315">
                  <a:moveTo>
                    <a:pt x="1622996" y="26174"/>
                  </a:moveTo>
                  <a:lnTo>
                    <a:pt x="1620939" y="15989"/>
                  </a:lnTo>
                  <a:lnTo>
                    <a:pt x="1615325" y="7670"/>
                  </a:lnTo>
                  <a:lnTo>
                    <a:pt x="1607007" y="2057"/>
                  </a:lnTo>
                  <a:lnTo>
                    <a:pt x="1596821" y="0"/>
                  </a:lnTo>
                  <a:lnTo>
                    <a:pt x="1586623" y="2057"/>
                  </a:lnTo>
                  <a:lnTo>
                    <a:pt x="1578305" y="7670"/>
                  </a:lnTo>
                  <a:lnTo>
                    <a:pt x="1572691" y="15989"/>
                  </a:lnTo>
                  <a:lnTo>
                    <a:pt x="1570634" y="26174"/>
                  </a:lnTo>
                  <a:lnTo>
                    <a:pt x="1572691" y="36372"/>
                  </a:lnTo>
                  <a:lnTo>
                    <a:pt x="1578305" y="44691"/>
                  </a:lnTo>
                  <a:lnTo>
                    <a:pt x="1586623" y="50304"/>
                  </a:lnTo>
                  <a:lnTo>
                    <a:pt x="1596821" y="52349"/>
                  </a:lnTo>
                  <a:lnTo>
                    <a:pt x="1607007" y="50304"/>
                  </a:lnTo>
                  <a:lnTo>
                    <a:pt x="1615325" y="44691"/>
                  </a:lnTo>
                  <a:lnTo>
                    <a:pt x="1620939" y="36372"/>
                  </a:lnTo>
                  <a:lnTo>
                    <a:pt x="1622996" y="26174"/>
                  </a:lnTo>
                  <a:close/>
                </a:path>
                <a:path w="1885314" h="1885315">
                  <a:moveTo>
                    <a:pt x="1884768" y="1858581"/>
                  </a:moveTo>
                  <a:lnTo>
                    <a:pt x="1882711" y="1848396"/>
                  </a:lnTo>
                  <a:lnTo>
                    <a:pt x="1877098" y="1840077"/>
                  </a:lnTo>
                  <a:lnTo>
                    <a:pt x="1868779" y="1834464"/>
                  </a:lnTo>
                  <a:lnTo>
                    <a:pt x="1858594" y="1832406"/>
                  </a:lnTo>
                  <a:lnTo>
                    <a:pt x="1848396" y="1834464"/>
                  </a:lnTo>
                  <a:lnTo>
                    <a:pt x="1840077" y="1840077"/>
                  </a:lnTo>
                  <a:lnTo>
                    <a:pt x="1834464" y="1848396"/>
                  </a:lnTo>
                  <a:lnTo>
                    <a:pt x="1832406" y="1858581"/>
                  </a:lnTo>
                  <a:lnTo>
                    <a:pt x="1834464" y="1868779"/>
                  </a:lnTo>
                  <a:lnTo>
                    <a:pt x="1840077" y="1877098"/>
                  </a:lnTo>
                  <a:lnTo>
                    <a:pt x="1848396" y="1882698"/>
                  </a:lnTo>
                  <a:lnTo>
                    <a:pt x="1858594" y="1884756"/>
                  </a:lnTo>
                  <a:lnTo>
                    <a:pt x="1868779" y="1882698"/>
                  </a:lnTo>
                  <a:lnTo>
                    <a:pt x="1877098" y="1877098"/>
                  </a:lnTo>
                  <a:lnTo>
                    <a:pt x="1882711" y="1868779"/>
                  </a:lnTo>
                  <a:lnTo>
                    <a:pt x="1884768" y="1858581"/>
                  </a:lnTo>
                  <a:close/>
                </a:path>
                <a:path w="1885314" h="1885315">
                  <a:moveTo>
                    <a:pt x="1884768" y="1596809"/>
                  </a:moveTo>
                  <a:lnTo>
                    <a:pt x="1882711" y="1586623"/>
                  </a:lnTo>
                  <a:lnTo>
                    <a:pt x="1877098" y="1578305"/>
                  </a:lnTo>
                  <a:lnTo>
                    <a:pt x="1868779" y="1572691"/>
                  </a:lnTo>
                  <a:lnTo>
                    <a:pt x="1858594" y="1570634"/>
                  </a:lnTo>
                  <a:lnTo>
                    <a:pt x="1848396" y="1572691"/>
                  </a:lnTo>
                  <a:lnTo>
                    <a:pt x="1840077" y="1578305"/>
                  </a:lnTo>
                  <a:lnTo>
                    <a:pt x="1834464" y="1586623"/>
                  </a:lnTo>
                  <a:lnTo>
                    <a:pt x="1832406" y="1596809"/>
                  </a:lnTo>
                  <a:lnTo>
                    <a:pt x="1834464" y="1607007"/>
                  </a:lnTo>
                  <a:lnTo>
                    <a:pt x="1840077" y="1615325"/>
                  </a:lnTo>
                  <a:lnTo>
                    <a:pt x="1848396" y="1620926"/>
                  </a:lnTo>
                  <a:lnTo>
                    <a:pt x="1858594" y="1622983"/>
                  </a:lnTo>
                  <a:lnTo>
                    <a:pt x="1868779" y="1620926"/>
                  </a:lnTo>
                  <a:lnTo>
                    <a:pt x="1877098" y="1615325"/>
                  </a:lnTo>
                  <a:lnTo>
                    <a:pt x="1882711" y="1607007"/>
                  </a:lnTo>
                  <a:lnTo>
                    <a:pt x="1884768" y="1596809"/>
                  </a:lnTo>
                  <a:close/>
                </a:path>
                <a:path w="1885314" h="1885315">
                  <a:moveTo>
                    <a:pt x="1884768" y="1335036"/>
                  </a:moveTo>
                  <a:lnTo>
                    <a:pt x="1882711" y="1324851"/>
                  </a:lnTo>
                  <a:lnTo>
                    <a:pt x="1877098" y="1316532"/>
                  </a:lnTo>
                  <a:lnTo>
                    <a:pt x="1868779" y="1310919"/>
                  </a:lnTo>
                  <a:lnTo>
                    <a:pt x="1858594" y="1308862"/>
                  </a:lnTo>
                  <a:lnTo>
                    <a:pt x="1848396" y="1310919"/>
                  </a:lnTo>
                  <a:lnTo>
                    <a:pt x="1840077" y="1316532"/>
                  </a:lnTo>
                  <a:lnTo>
                    <a:pt x="1834464" y="1324851"/>
                  </a:lnTo>
                  <a:lnTo>
                    <a:pt x="1832406" y="1335036"/>
                  </a:lnTo>
                  <a:lnTo>
                    <a:pt x="1834464" y="1345234"/>
                  </a:lnTo>
                  <a:lnTo>
                    <a:pt x="1840077" y="1353553"/>
                  </a:lnTo>
                  <a:lnTo>
                    <a:pt x="1848396" y="1359154"/>
                  </a:lnTo>
                  <a:lnTo>
                    <a:pt x="1858594" y="1361211"/>
                  </a:lnTo>
                  <a:lnTo>
                    <a:pt x="1868779" y="1359154"/>
                  </a:lnTo>
                  <a:lnTo>
                    <a:pt x="1877098" y="1353553"/>
                  </a:lnTo>
                  <a:lnTo>
                    <a:pt x="1882711" y="1345234"/>
                  </a:lnTo>
                  <a:lnTo>
                    <a:pt x="1884768" y="1335036"/>
                  </a:lnTo>
                  <a:close/>
                </a:path>
                <a:path w="1885314" h="1885315">
                  <a:moveTo>
                    <a:pt x="1884768" y="1073264"/>
                  </a:moveTo>
                  <a:lnTo>
                    <a:pt x="1882711" y="1063078"/>
                  </a:lnTo>
                  <a:lnTo>
                    <a:pt x="1877098" y="1054760"/>
                  </a:lnTo>
                  <a:lnTo>
                    <a:pt x="1868779" y="1049147"/>
                  </a:lnTo>
                  <a:lnTo>
                    <a:pt x="1858594" y="1047089"/>
                  </a:lnTo>
                  <a:lnTo>
                    <a:pt x="1848396" y="1049147"/>
                  </a:lnTo>
                  <a:lnTo>
                    <a:pt x="1840077" y="1054760"/>
                  </a:lnTo>
                  <a:lnTo>
                    <a:pt x="1834464" y="1063078"/>
                  </a:lnTo>
                  <a:lnTo>
                    <a:pt x="1832406" y="1073264"/>
                  </a:lnTo>
                  <a:lnTo>
                    <a:pt x="1834464" y="1083462"/>
                  </a:lnTo>
                  <a:lnTo>
                    <a:pt x="1840077" y="1091780"/>
                  </a:lnTo>
                  <a:lnTo>
                    <a:pt x="1848396" y="1097381"/>
                  </a:lnTo>
                  <a:lnTo>
                    <a:pt x="1858594" y="1099439"/>
                  </a:lnTo>
                  <a:lnTo>
                    <a:pt x="1868779" y="1097381"/>
                  </a:lnTo>
                  <a:lnTo>
                    <a:pt x="1877098" y="1091780"/>
                  </a:lnTo>
                  <a:lnTo>
                    <a:pt x="1882711" y="1083462"/>
                  </a:lnTo>
                  <a:lnTo>
                    <a:pt x="1884768" y="1073264"/>
                  </a:lnTo>
                  <a:close/>
                </a:path>
                <a:path w="1885314" h="1885315">
                  <a:moveTo>
                    <a:pt x="1884768" y="811491"/>
                  </a:moveTo>
                  <a:lnTo>
                    <a:pt x="1882711" y="801306"/>
                  </a:lnTo>
                  <a:lnTo>
                    <a:pt x="1877098" y="792988"/>
                  </a:lnTo>
                  <a:lnTo>
                    <a:pt x="1868779" y="787374"/>
                  </a:lnTo>
                  <a:lnTo>
                    <a:pt x="1858594" y="785317"/>
                  </a:lnTo>
                  <a:lnTo>
                    <a:pt x="1848396" y="787374"/>
                  </a:lnTo>
                  <a:lnTo>
                    <a:pt x="1840077" y="792988"/>
                  </a:lnTo>
                  <a:lnTo>
                    <a:pt x="1834464" y="801306"/>
                  </a:lnTo>
                  <a:lnTo>
                    <a:pt x="1832406" y="811491"/>
                  </a:lnTo>
                  <a:lnTo>
                    <a:pt x="1834464" y="821690"/>
                  </a:lnTo>
                  <a:lnTo>
                    <a:pt x="1840077" y="830008"/>
                  </a:lnTo>
                  <a:lnTo>
                    <a:pt x="1848396" y="835609"/>
                  </a:lnTo>
                  <a:lnTo>
                    <a:pt x="1858594" y="837666"/>
                  </a:lnTo>
                  <a:lnTo>
                    <a:pt x="1868779" y="835609"/>
                  </a:lnTo>
                  <a:lnTo>
                    <a:pt x="1877098" y="830008"/>
                  </a:lnTo>
                  <a:lnTo>
                    <a:pt x="1882711" y="821690"/>
                  </a:lnTo>
                  <a:lnTo>
                    <a:pt x="1884768" y="811491"/>
                  </a:lnTo>
                  <a:close/>
                </a:path>
                <a:path w="1885314" h="1885315">
                  <a:moveTo>
                    <a:pt x="1884768" y="549719"/>
                  </a:moveTo>
                  <a:lnTo>
                    <a:pt x="1882711" y="539534"/>
                  </a:lnTo>
                  <a:lnTo>
                    <a:pt x="1877098" y="531215"/>
                  </a:lnTo>
                  <a:lnTo>
                    <a:pt x="1868779" y="525602"/>
                  </a:lnTo>
                  <a:lnTo>
                    <a:pt x="1858594" y="523544"/>
                  </a:lnTo>
                  <a:lnTo>
                    <a:pt x="1848396" y="525602"/>
                  </a:lnTo>
                  <a:lnTo>
                    <a:pt x="1840077" y="531215"/>
                  </a:lnTo>
                  <a:lnTo>
                    <a:pt x="1834464" y="539534"/>
                  </a:lnTo>
                  <a:lnTo>
                    <a:pt x="1832406" y="549719"/>
                  </a:lnTo>
                  <a:lnTo>
                    <a:pt x="1834464" y="559917"/>
                  </a:lnTo>
                  <a:lnTo>
                    <a:pt x="1840077" y="568236"/>
                  </a:lnTo>
                  <a:lnTo>
                    <a:pt x="1848396" y="573836"/>
                  </a:lnTo>
                  <a:lnTo>
                    <a:pt x="1858594" y="575894"/>
                  </a:lnTo>
                  <a:lnTo>
                    <a:pt x="1868779" y="573836"/>
                  </a:lnTo>
                  <a:lnTo>
                    <a:pt x="1877098" y="568236"/>
                  </a:lnTo>
                  <a:lnTo>
                    <a:pt x="1882711" y="559917"/>
                  </a:lnTo>
                  <a:lnTo>
                    <a:pt x="1884768" y="549719"/>
                  </a:lnTo>
                  <a:close/>
                </a:path>
                <a:path w="1885314" h="1885315">
                  <a:moveTo>
                    <a:pt x="1884768" y="287947"/>
                  </a:moveTo>
                  <a:lnTo>
                    <a:pt x="1882711" y="277761"/>
                  </a:lnTo>
                  <a:lnTo>
                    <a:pt x="1877098" y="269443"/>
                  </a:lnTo>
                  <a:lnTo>
                    <a:pt x="1868779" y="263829"/>
                  </a:lnTo>
                  <a:lnTo>
                    <a:pt x="1858594" y="261772"/>
                  </a:lnTo>
                  <a:lnTo>
                    <a:pt x="1848396" y="263829"/>
                  </a:lnTo>
                  <a:lnTo>
                    <a:pt x="1840077" y="269443"/>
                  </a:lnTo>
                  <a:lnTo>
                    <a:pt x="1834464" y="277761"/>
                  </a:lnTo>
                  <a:lnTo>
                    <a:pt x="1832406" y="287947"/>
                  </a:lnTo>
                  <a:lnTo>
                    <a:pt x="1834464" y="298145"/>
                  </a:lnTo>
                  <a:lnTo>
                    <a:pt x="1840077" y="306463"/>
                  </a:lnTo>
                  <a:lnTo>
                    <a:pt x="1848396" y="312077"/>
                  </a:lnTo>
                  <a:lnTo>
                    <a:pt x="1858594" y="314121"/>
                  </a:lnTo>
                  <a:lnTo>
                    <a:pt x="1868779" y="312077"/>
                  </a:lnTo>
                  <a:lnTo>
                    <a:pt x="1877098" y="306463"/>
                  </a:lnTo>
                  <a:lnTo>
                    <a:pt x="1882711" y="298145"/>
                  </a:lnTo>
                  <a:lnTo>
                    <a:pt x="1884768" y="287947"/>
                  </a:lnTo>
                  <a:close/>
                </a:path>
                <a:path w="1885314" h="1885315">
                  <a:moveTo>
                    <a:pt x="1884768" y="26174"/>
                  </a:moveTo>
                  <a:lnTo>
                    <a:pt x="1882711" y="15989"/>
                  </a:lnTo>
                  <a:lnTo>
                    <a:pt x="1877098" y="7670"/>
                  </a:lnTo>
                  <a:lnTo>
                    <a:pt x="1868779" y="2057"/>
                  </a:lnTo>
                  <a:lnTo>
                    <a:pt x="1858594" y="0"/>
                  </a:lnTo>
                  <a:lnTo>
                    <a:pt x="1848396" y="2057"/>
                  </a:lnTo>
                  <a:lnTo>
                    <a:pt x="1840077" y="7670"/>
                  </a:lnTo>
                  <a:lnTo>
                    <a:pt x="1834464" y="15989"/>
                  </a:lnTo>
                  <a:lnTo>
                    <a:pt x="1832406" y="26174"/>
                  </a:lnTo>
                  <a:lnTo>
                    <a:pt x="1834464" y="36372"/>
                  </a:lnTo>
                  <a:lnTo>
                    <a:pt x="1840077" y="44691"/>
                  </a:lnTo>
                  <a:lnTo>
                    <a:pt x="1848396" y="50304"/>
                  </a:lnTo>
                  <a:lnTo>
                    <a:pt x="1858594" y="52349"/>
                  </a:lnTo>
                  <a:lnTo>
                    <a:pt x="1868779" y="50304"/>
                  </a:lnTo>
                  <a:lnTo>
                    <a:pt x="1877098" y="44691"/>
                  </a:lnTo>
                  <a:lnTo>
                    <a:pt x="1882711" y="36372"/>
                  </a:lnTo>
                  <a:lnTo>
                    <a:pt x="1884768" y="26174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D12BE7B6-CBD1-013D-2876-E033C1C1A22A}"/>
              </a:ext>
            </a:extLst>
          </p:cNvPr>
          <p:cNvSpPr txBox="1"/>
          <p:nvPr/>
        </p:nvSpPr>
        <p:spPr>
          <a:xfrm>
            <a:off x="1693736" y="7264054"/>
            <a:ext cx="10568113" cy="305147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915"/>
              </a:lnSpc>
              <a:spcBef>
                <a:spcPts val="95"/>
              </a:spcBef>
            </a:pPr>
            <a:r>
              <a:rPr lang="pt-BR" sz="6600" b="1" spc="-20" dirty="0">
                <a:solidFill>
                  <a:srgbClr val="333333"/>
                </a:solidFill>
                <a:latin typeface="Montserrat ExtraBold"/>
                <a:cs typeface="Montserrat ExtraBold"/>
              </a:rPr>
              <a:t>IA aplicada a programação</a:t>
            </a:r>
            <a:endParaRPr sz="6600" dirty="0">
              <a:latin typeface="Montserrat ExtraBold"/>
              <a:cs typeface="Montserrat ExtraBold"/>
            </a:endParaRPr>
          </a:p>
          <a:p>
            <a:pPr marL="3404235">
              <a:lnSpc>
                <a:spcPts val="7915"/>
              </a:lnSpc>
            </a:pPr>
            <a:r>
              <a:rPr lang="pt-BR" sz="6600" spc="-105" dirty="0">
                <a:solidFill>
                  <a:srgbClr val="333333"/>
                </a:solidFill>
                <a:latin typeface="Montserrat"/>
                <a:cs typeface="Montserrat"/>
              </a:rPr>
              <a:t>Conhecimentos</a:t>
            </a:r>
            <a:endParaRPr sz="6600" dirty="0">
              <a:latin typeface="Montserrat"/>
              <a:cs typeface="Montserrat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3D1F49CF-4E1C-28C4-4963-D38AFA256BD7}"/>
              </a:ext>
            </a:extLst>
          </p:cNvPr>
          <p:cNvSpPr txBox="1"/>
          <p:nvPr/>
        </p:nvSpPr>
        <p:spPr>
          <a:xfrm>
            <a:off x="13548247" y="2701613"/>
            <a:ext cx="5462905" cy="607922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pt-BR" sz="2550" spc="-10" dirty="0">
                <a:solidFill>
                  <a:srgbClr val="FFFFFF"/>
                </a:solidFill>
                <a:latin typeface="Montserrat"/>
                <a:cs typeface="Montserrat"/>
              </a:rPr>
              <a:t>IA (Inteligência artificial)</a:t>
            </a:r>
          </a:p>
          <a:p>
            <a:pPr marL="927100" marR="5080" lvl="1" indent="-457200"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pt-BR" sz="2550" spc="-10" dirty="0">
                <a:solidFill>
                  <a:srgbClr val="FFFFFF"/>
                </a:solidFill>
                <a:latin typeface="Montserrat"/>
                <a:cs typeface="Montserrat"/>
              </a:rPr>
              <a:t>Definição</a:t>
            </a:r>
          </a:p>
          <a:p>
            <a:pPr marL="927100" marR="5080" lvl="1" indent="-457200"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pt-BR" sz="2550" spc="-10" dirty="0">
                <a:solidFill>
                  <a:srgbClr val="FFFFFF"/>
                </a:solidFill>
                <a:latin typeface="Montserrat"/>
                <a:cs typeface="Montserrat"/>
              </a:rPr>
              <a:t>Modelos</a:t>
            </a:r>
            <a:endParaRPr lang="pt-BR" sz="2550" spc="-5" dirty="0">
              <a:solidFill>
                <a:srgbClr val="FFFFFF"/>
              </a:solidFill>
              <a:latin typeface="Montserrat"/>
              <a:cs typeface="Montserrat"/>
            </a:endParaRPr>
          </a:p>
          <a:p>
            <a:pPr marL="469900" marR="5080" indent="-45720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pt-BR" sz="2550" spc="-5" dirty="0" err="1">
                <a:solidFill>
                  <a:srgbClr val="FFFFFF"/>
                </a:solidFill>
                <a:latin typeface="Montserrat"/>
                <a:cs typeface="Montserrat"/>
              </a:rPr>
              <a:t>IAs</a:t>
            </a:r>
            <a:r>
              <a:rPr lang="pt-BR" sz="2550" spc="-5" dirty="0">
                <a:solidFill>
                  <a:srgbClr val="FFFFFF"/>
                </a:solidFill>
                <a:latin typeface="Montserrat"/>
                <a:cs typeface="Montserrat"/>
              </a:rPr>
              <a:t> Generativas</a:t>
            </a:r>
          </a:p>
          <a:p>
            <a:pPr marL="927100" marR="5080" lvl="1" indent="-457200"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pt-BR" sz="2550" spc="-5" dirty="0">
                <a:solidFill>
                  <a:srgbClr val="FFFFFF"/>
                </a:solidFill>
                <a:latin typeface="Montserrat"/>
                <a:cs typeface="Montserrat"/>
              </a:rPr>
              <a:t>Aplicações</a:t>
            </a:r>
          </a:p>
          <a:p>
            <a:pPr marL="927100" marR="5080" lvl="1" indent="-457200"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pt-BR" sz="2550" spc="-5" dirty="0">
                <a:solidFill>
                  <a:srgbClr val="FFFFFF"/>
                </a:solidFill>
                <a:latin typeface="Montserrat"/>
                <a:cs typeface="Montserrat"/>
              </a:rPr>
              <a:t>Características</a:t>
            </a:r>
          </a:p>
          <a:p>
            <a:pPr marL="469900" marR="5080" indent="-45720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pt-BR" sz="2550" spc="-5" dirty="0">
                <a:solidFill>
                  <a:srgbClr val="FFFFFF"/>
                </a:solidFill>
                <a:latin typeface="Montserrat"/>
                <a:cs typeface="Montserrat"/>
              </a:rPr>
              <a:t>Produtividade</a:t>
            </a:r>
          </a:p>
          <a:p>
            <a:pPr marL="927100" marR="5080" lvl="1" indent="-457200"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pt-BR" sz="2550" spc="-5" dirty="0">
                <a:solidFill>
                  <a:srgbClr val="FFFFFF"/>
                </a:solidFill>
                <a:latin typeface="Montserrat"/>
                <a:cs typeface="Montserrat"/>
              </a:rPr>
              <a:t>Pesquisa</a:t>
            </a:r>
          </a:p>
          <a:p>
            <a:pPr marL="927100" marR="5080" lvl="1" indent="-457200"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pt-BR" sz="2550" spc="-5" dirty="0">
                <a:solidFill>
                  <a:srgbClr val="FFFFFF"/>
                </a:solidFill>
                <a:latin typeface="Montserrat"/>
                <a:cs typeface="Montserrat"/>
              </a:rPr>
              <a:t>Correção de Bugs</a:t>
            </a:r>
          </a:p>
          <a:p>
            <a:pPr marL="927100" marR="5080" lvl="1" indent="-457200"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pt-BR" sz="2550" spc="-5" dirty="0">
                <a:solidFill>
                  <a:srgbClr val="FFFFFF"/>
                </a:solidFill>
                <a:latin typeface="Montserrat"/>
                <a:cs typeface="Montserrat"/>
              </a:rPr>
              <a:t>ChatGPT</a:t>
            </a:r>
          </a:p>
          <a:p>
            <a:pPr marL="927100" marR="5080" lvl="1" indent="-457200"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pt-BR" sz="2550" spc="-5" dirty="0" err="1">
                <a:solidFill>
                  <a:srgbClr val="FFFFFF"/>
                </a:solidFill>
                <a:latin typeface="Montserrat"/>
                <a:cs typeface="Montserrat"/>
              </a:rPr>
              <a:t>Compilot</a:t>
            </a:r>
            <a:endParaRPr lang="pt-BR" sz="2550" spc="-5" dirty="0">
              <a:solidFill>
                <a:srgbClr val="FFFFFF"/>
              </a:solidFill>
              <a:latin typeface="Montserrat"/>
              <a:cs typeface="Montserrat"/>
            </a:endParaRPr>
          </a:p>
          <a:p>
            <a:pPr marL="927100" marR="5080" lvl="1" indent="-457200"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pt-BR" sz="2550" spc="-5" dirty="0">
                <a:solidFill>
                  <a:srgbClr val="FFFFFF"/>
                </a:solidFill>
                <a:latin typeface="Montserrat"/>
                <a:cs typeface="Montserrat"/>
              </a:rPr>
              <a:t>Ambiente</a:t>
            </a:r>
          </a:p>
          <a:p>
            <a:pPr marL="469900" marR="5080" indent="-45720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pt-BR" sz="2550" spc="-5" dirty="0">
                <a:solidFill>
                  <a:srgbClr val="FFFFFF"/>
                </a:solidFill>
                <a:latin typeface="Montserrat"/>
                <a:cs typeface="Montserrat"/>
              </a:rPr>
              <a:t>Modelos personalizados</a:t>
            </a:r>
          </a:p>
          <a:p>
            <a:pPr marL="927100" marR="5080" lvl="1" indent="-457200"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pt-BR" sz="2550" spc="-5" dirty="0">
                <a:solidFill>
                  <a:srgbClr val="FFFFFF"/>
                </a:solidFill>
                <a:latin typeface="Montserrat"/>
                <a:cs typeface="Montserrat"/>
              </a:rPr>
              <a:t>Treinamento</a:t>
            </a:r>
          </a:p>
          <a:p>
            <a:pPr marL="927100" marR="5080" lvl="1" indent="-457200"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pt-BR" sz="2550" spc="-5" dirty="0">
                <a:solidFill>
                  <a:srgbClr val="FFFFFF"/>
                </a:solidFill>
                <a:latin typeface="Montserrat"/>
                <a:cs typeface="Montserrat"/>
              </a:rPr>
              <a:t>Avaliação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350C4201-133C-257B-0F80-F8A8621257C1}"/>
              </a:ext>
            </a:extLst>
          </p:cNvPr>
          <p:cNvSpPr/>
          <p:nvPr/>
        </p:nvSpPr>
        <p:spPr>
          <a:xfrm>
            <a:off x="11517973" y="3239430"/>
            <a:ext cx="2094230" cy="0"/>
          </a:xfrm>
          <a:custGeom>
            <a:avLst/>
            <a:gdLst/>
            <a:ahLst/>
            <a:cxnLst/>
            <a:rect l="l" t="t" r="r" b="b"/>
            <a:pathLst>
              <a:path w="2094230">
                <a:moveTo>
                  <a:pt x="0" y="0"/>
                </a:moveTo>
                <a:lnTo>
                  <a:pt x="2094177" y="0"/>
                </a:lnTo>
              </a:path>
            </a:pathLst>
          </a:custGeom>
          <a:ln w="314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5897BAEE-17F9-E349-1369-49C21541B2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599456" y="996639"/>
            <a:ext cx="5470525" cy="7083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4700" spc="20" dirty="0">
                <a:solidFill>
                  <a:srgbClr val="FFFFFF"/>
                </a:solidFill>
              </a:rPr>
              <a:t>Conhecimentos</a:t>
            </a:r>
            <a:endParaRPr sz="4700" dirty="0">
              <a:latin typeface="Montserrat ExtraBold"/>
              <a:cs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564413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8167370"/>
          </a:xfrm>
          <a:custGeom>
            <a:avLst/>
            <a:gdLst/>
            <a:ahLst/>
            <a:cxnLst/>
            <a:rect l="l" t="t" r="r" b="b"/>
            <a:pathLst>
              <a:path w="20104100" h="8167370">
                <a:moveTo>
                  <a:pt x="0" y="8167290"/>
                </a:moveTo>
                <a:lnTo>
                  <a:pt x="20104099" y="8167290"/>
                </a:lnTo>
                <a:lnTo>
                  <a:pt x="20104099" y="0"/>
                </a:lnTo>
                <a:lnTo>
                  <a:pt x="0" y="0"/>
                </a:lnTo>
                <a:lnTo>
                  <a:pt x="0" y="816729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8167290"/>
            <a:ext cx="20104100" cy="2984500"/>
          </a:xfrm>
          <a:custGeom>
            <a:avLst/>
            <a:gdLst/>
            <a:ahLst/>
            <a:cxnLst/>
            <a:rect l="l" t="t" r="r" b="b"/>
            <a:pathLst>
              <a:path w="20104100" h="2984500">
                <a:moveTo>
                  <a:pt x="0" y="2984202"/>
                </a:moveTo>
                <a:lnTo>
                  <a:pt x="20104099" y="2984202"/>
                </a:lnTo>
                <a:lnTo>
                  <a:pt x="20104099" y="0"/>
                </a:lnTo>
                <a:lnTo>
                  <a:pt x="0" y="0"/>
                </a:lnTo>
                <a:lnTo>
                  <a:pt x="0" y="2984202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5" name="object 5"/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261772" y="5821812"/>
            <a:ext cx="7329805" cy="5487035"/>
            <a:chOff x="261772" y="5821812"/>
            <a:chExt cx="7329805" cy="548703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1772" y="5821812"/>
              <a:ext cx="7329619" cy="548674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047088" y="6609380"/>
              <a:ext cx="5759450" cy="4542155"/>
            </a:xfrm>
            <a:custGeom>
              <a:avLst/>
              <a:gdLst/>
              <a:ahLst/>
              <a:cxnLst/>
              <a:rect l="l" t="t" r="r" b="b"/>
              <a:pathLst>
                <a:path w="5759450" h="4542155">
                  <a:moveTo>
                    <a:pt x="0" y="4542113"/>
                  </a:moveTo>
                  <a:lnTo>
                    <a:pt x="5758986" y="4542113"/>
                  </a:lnTo>
                  <a:lnTo>
                    <a:pt x="5758986" y="0"/>
                  </a:lnTo>
                  <a:lnTo>
                    <a:pt x="0" y="0"/>
                  </a:lnTo>
                  <a:lnTo>
                    <a:pt x="0" y="45421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6387239" y="5821812"/>
            <a:ext cx="13455650" cy="5487035"/>
            <a:chOff x="6387239" y="5821812"/>
            <a:chExt cx="13455650" cy="548703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12707" y="5821812"/>
              <a:ext cx="7329619" cy="548674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3298024" y="6609380"/>
              <a:ext cx="5759450" cy="4542155"/>
            </a:xfrm>
            <a:custGeom>
              <a:avLst/>
              <a:gdLst/>
              <a:ahLst/>
              <a:cxnLst/>
              <a:rect l="l" t="t" r="r" b="b"/>
              <a:pathLst>
                <a:path w="5759450" h="4542155">
                  <a:moveTo>
                    <a:pt x="0" y="4542113"/>
                  </a:moveTo>
                  <a:lnTo>
                    <a:pt x="5758986" y="4542113"/>
                  </a:lnTo>
                  <a:lnTo>
                    <a:pt x="5758986" y="0"/>
                  </a:lnTo>
                  <a:lnTo>
                    <a:pt x="0" y="0"/>
                  </a:lnTo>
                  <a:lnTo>
                    <a:pt x="0" y="45421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87239" y="5821812"/>
              <a:ext cx="7329619" cy="548674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172556" y="6609380"/>
              <a:ext cx="5759450" cy="4542155"/>
            </a:xfrm>
            <a:custGeom>
              <a:avLst/>
              <a:gdLst/>
              <a:ahLst/>
              <a:cxnLst/>
              <a:rect l="l" t="t" r="r" b="b"/>
              <a:pathLst>
                <a:path w="5759450" h="4542155">
                  <a:moveTo>
                    <a:pt x="0" y="4542113"/>
                  </a:moveTo>
                  <a:lnTo>
                    <a:pt x="5758986" y="4542113"/>
                  </a:lnTo>
                  <a:lnTo>
                    <a:pt x="5758986" y="0"/>
                  </a:lnTo>
                  <a:lnTo>
                    <a:pt x="0" y="0"/>
                  </a:lnTo>
                  <a:lnTo>
                    <a:pt x="0" y="45421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235594" y="602037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97367" y="602037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59139" y="602037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35594" y="628214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97367" y="628214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59139" y="628214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35594" y="654391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97367" y="654391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59139" y="654391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35594" y="680568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97367" y="680568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59139" y="680568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35594" y="706745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97367" y="706745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59139" y="706745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35594" y="732923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97367" y="732923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59139" y="732923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35594" y="759100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97367" y="759100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59139" y="759100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35594" y="785277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97367" y="785277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59139" y="785277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9292606" y="602037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9554378" y="602037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9816150" y="602037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9292606" y="628214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9554378" y="628214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9816150" y="628214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9292606" y="654391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9554378" y="654391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9816150" y="654391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9292606" y="680568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9554378" y="680568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9816150" y="680568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9292606" y="706745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9554378" y="706745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9816150" y="706745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9292606" y="732923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9554378" y="732923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9816150" y="732923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9292606" y="759100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9554378" y="759100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9816150" y="759100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9292606" y="785277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9554378" y="785277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9816150" y="785277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2879493" y="8718996"/>
            <a:ext cx="2094230" cy="0"/>
          </a:xfrm>
          <a:custGeom>
            <a:avLst/>
            <a:gdLst/>
            <a:ahLst/>
            <a:cxnLst/>
            <a:rect l="l" t="t" r="r" b="b"/>
            <a:pathLst>
              <a:path w="2094229">
                <a:moveTo>
                  <a:pt x="0" y="0"/>
                </a:moveTo>
                <a:lnTo>
                  <a:pt x="2094177" y="0"/>
                </a:lnTo>
              </a:path>
            </a:pathLst>
          </a:custGeom>
          <a:ln w="31412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1573934" y="9151492"/>
            <a:ext cx="4705985" cy="157261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207010" marR="200025" algn="ctr">
              <a:lnSpc>
                <a:spcPts val="2870"/>
              </a:lnSpc>
              <a:spcBef>
                <a:spcPts val="195"/>
              </a:spcBef>
            </a:pP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Ambev Tec</a:t>
            </a:r>
          </a:p>
          <a:p>
            <a:pPr marL="207010" marR="200025" algn="ctr">
              <a:lnSpc>
                <a:spcPts val="2870"/>
              </a:lnSpc>
              <a:spcBef>
                <a:spcPts val="195"/>
              </a:spcBef>
            </a:pP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Takeda</a:t>
            </a:r>
          </a:p>
          <a:p>
            <a:pPr marL="207010" marR="200025" algn="ctr">
              <a:lnSpc>
                <a:spcPts val="2870"/>
              </a:lnSpc>
              <a:spcBef>
                <a:spcPts val="195"/>
              </a:spcBef>
            </a:pPr>
            <a:r>
              <a:rPr lang="pt-BR" sz="2400" spc="-20" dirty="0" err="1">
                <a:solidFill>
                  <a:srgbClr val="4D4D4D"/>
                </a:solidFill>
                <a:latin typeface="Montserrat"/>
                <a:cs typeface="Montserrat"/>
              </a:rPr>
              <a:t>Unicharm</a:t>
            </a:r>
            <a:endParaRPr lang="pt-BR" sz="2400" spc="-20" dirty="0">
              <a:solidFill>
                <a:srgbClr val="4D4D4D"/>
              </a:solidFill>
              <a:latin typeface="Montserrat"/>
              <a:cs typeface="Montserrat"/>
            </a:endParaRPr>
          </a:p>
          <a:p>
            <a:pPr marL="207010" marR="200025" algn="ctr">
              <a:lnSpc>
                <a:spcPts val="2870"/>
              </a:lnSpc>
              <a:spcBef>
                <a:spcPts val="195"/>
              </a:spcBef>
            </a:pPr>
            <a:endParaRPr sz="2400" dirty="0">
              <a:latin typeface="Montserrat"/>
              <a:cs typeface="Montserrat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829388" y="7163492"/>
            <a:ext cx="4194810" cy="11047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77569" marR="5080" indent="-865505">
              <a:lnSpc>
                <a:spcPct val="100800"/>
              </a:lnSpc>
              <a:spcBef>
                <a:spcPts val="90"/>
              </a:spcBef>
            </a:pPr>
            <a:r>
              <a:rPr lang="pt-BR" sz="3600" b="0" spc="15" dirty="0">
                <a:solidFill>
                  <a:srgbClr val="333333"/>
                </a:solidFill>
                <a:latin typeface="Montserrat Light"/>
                <a:cs typeface="Montserrat Light"/>
              </a:rPr>
              <a:t>SEGUIMENTOS</a:t>
            </a:r>
            <a:r>
              <a:rPr lang="pt-BR" sz="3600" b="0" spc="95" dirty="0">
                <a:solidFill>
                  <a:srgbClr val="333333"/>
                </a:solidFill>
                <a:latin typeface="Montserrat Light"/>
                <a:cs typeface="Montserrat Light"/>
              </a:rPr>
              <a:t> </a:t>
            </a:r>
            <a:r>
              <a:rPr lang="pt-BR" sz="36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INDÚSTRIA</a:t>
            </a:r>
            <a:endParaRPr sz="3600" dirty="0">
              <a:latin typeface="Montserrat ExtraBold"/>
              <a:cs typeface="Montserrat ExtraBold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15130429" y="8718996"/>
            <a:ext cx="2094230" cy="0"/>
          </a:xfrm>
          <a:custGeom>
            <a:avLst/>
            <a:gdLst/>
            <a:ahLst/>
            <a:cxnLst/>
            <a:rect l="l" t="t" r="r" b="b"/>
            <a:pathLst>
              <a:path w="2094230">
                <a:moveTo>
                  <a:pt x="0" y="0"/>
                </a:moveTo>
                <a:lnTo>
                  <a:pt x="2094177" y="0"/>
                </a:lnTo>
              </a:path>
            </a:pathLst>
          </a:custGeom>
          <a:ln w="31412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13336883" y="8951595"/>
            <a:ext cx="5827912" cy="1179234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207010" marR="200025">
              <a:lnSpc>
                <a:spcPts val="2870"/>
              </a:lnSpc>
              <a:spcBef>
                <a:spcPts val="195"/>
              </a:spcBef>
            </a:pPr>
            <a:r>
              <a:rPr lang="pt-BR" sz="2400" b="1" spc="-20" dirty="0">
                <a:solidFill>
                  <a:srgbClr val="4D4D4D"/>
                </a:solidFill>
                <a:latin typeface="Montserrat"/>
                <a:cs typeface="Montserrat"/>
              </a:rPr>
              <a:t>Júnior</a:t>
            </a: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 / Iniciante: R$ 3.500 a R$ 5.000</a:t>
            </a:r>
          </a:p>
          <a:p>
            <a:pPr marL="207010" marR="200025">
              <a:lnSpc>
                <a:spcPts val="2870"/>
              </a:lnSpc>
              <a:spcBef>
                <a:spcPts val="195"/>
              </a:spcBef>
            </a:pPr>
            <a:r>
              <a:rPr lang="pt-BR" sz="2400" b="1" spc="-20" dirty="0">
                <a:solidFill>
                  <a:srgbClr val="4D4D4D"/>
                </a:solidFill>
                <a:latin typeface="Montserrat"/>
                <a:cs typeface="Montserrat"/>
              </a:rPr>
              <a:t>Pleno</a:t>
            </a: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: R$ 6.000 a R$ 7.500</a:t>
            </a:r>
          </a:p>
          <a:p>
            <a:pPr marL="207010" marR="200025">
              <a:lnSpc>
                <a:spcPts val="2870"/>
              </a:lnSpc>
              <a:spcBef>
                <a:spcPts val="195"/>
              </a:spcBef>
            </a:pPr>
            <a:r>
              <a:rPr lang="pt-BR" sz="2400" b="1" spc="-20" dirty="0">
                <a:solidFill>
                  <a:srgbClr val="4D4D4D"/>
                </a:solidFill>
                <a:latin typeface="Montserrat"/>
                <a:cs typeface="Montserrat"/>
              </a:rPr>
              <a:t>Sênior</a:t>
            </a: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: R$ 10.000 a R$ 13.000</a:t>
            </a:r>
            <a:endParaRPr sz="2400" dirty="0">
              <a:latin typeface="Montserrat"/>
              <a:cs typeface="Montserrat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4080325" y="7163492"/>
            <a:ext cx="4194810" cy="54527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77569" marR="5080" indent="-865505">
              <a:lnSpc>
                <a:spcPct val="100800"/>
              </a:lnSpc>
              <a:spcBef>
                <a:spcPts val="90"/>
              </a:spcBef>
            </a:pPr>
            <a:r>
              <a:rPr lang="pt-BR" sz="36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SALÁRIOS</a:t>
            </a:r>
            <a:endParaRPr sz="3600" dirty="0">
              <a:latin typeface="Montserrat ExtraBold"/>
              <a:cs typeface="Montserrat ExtraBold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9004961" y="8718996"/>
            <a:ext cx="2094230" cy="0"/>
          </a:xfrm>
          <a:custGeom>
            <a:avLst/>
            <a:gdLst/>
            <a:ahLst/>
            <a:cxnLst/>
            <a:rect l="l" t="t" r="r" b="b"/>
            <a:pathLst>
              <a:path w="2094229">
                <a:moveTo>
                  <a:pt x="0" y="0"/>
                </a:moveTo>
                <a:lnTo>
                  <a:pt x="2094177" y="0"/>
                </a:lnTo>
              </a:path>
            </a:pathLst>
          </a:custGeom>
          <a:ln w="31412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7699402" y="9151492"/>
            <a:ext cx="4705985" cy="379976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207010" marR="200025" algn="ctr">
              <a:lnSpc>
                <a:spcPts val="2870"/>
              </a:lnSpc>
              <a:spcBef>
                <a:spcPts val="195"/>
              </a:spcBef>
            </a:pP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Trabalho remoto</a:t>
            </a:r>
            <a:endParaRPr sz="2400" dirty="0">
              <a:latin typeface="Montserrat"/>
              <a:cs typeface="Montserrat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954855" y="7163492"/>
            <a:ext cx="4449839" cy="11047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77569" marR="5080" indent="-865505">
              <a:lnSpc>
                <a:spcPct val="100800"/>
              </a:lnSpc>
              <a:spcBef>
                <a:spcPts val="90"/>
              </a:spcBef>
            </a:pPr>
            <a:r>
              <a:rPr lang="pt-BR" sz="3600" spc="15" dirty="0">
                <a:solidFill>
                  <a:srgbClr val="333333"/>
                </a:solidFill>
                <a:latin typeface="Montserrat Light"/>
                <a:cs typeface="Montserrat Light"/>
              </a:rPr>
              <a:t>SEGUIMENTOS</a:t>
            </a:r>
            <a:r>
              <a:rPr sz="3600" b="0" spc="-30" dirty="0">
                <a:solidFill>
                  <a:srgbClr val="333333"/>
                </a:solidFill>
                <a:latin typeface="Montserrat Light"/>
                <a:cs typeface="Montserrat Light"/>
              </a:rPr>
              <a:t> </a:t>
            </a:r>
            <a:r>
              <a:rPr lang="pt-BR" sz="36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MODALIDADE</a:t>
            </a:r>
            <a:endParaRPr sz="3600" dirty="0">
              <a:latin typeface="Montserrat ExtraBold"/>
              <a:cs typeface="Montserrat ExtraBold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3419786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EMPRESAS REGIÃO</a:t>
            </a:r>
            <a:endParaRPr sz="4950" dirty="0">
              <a:latin typeface="Montserrat ExtraBold"/>
              <a:cs typeface="Montserrat ExtraBold"/>
            </a:endParaRPr>
          </a:p>
          <a:p>
            <a:pPr marL="12700">
              <a:lnSpc>
                <a:spcPts val="5940"/>
              </a:lnSpc>
            </a:pPr>
            <a:r>
              <a:rPr lang="pt-BR" sz="4950" b="0" spc="-25" dirty="0">
                <a:latin typeface="Montserrat"/>
                <a:cs typeface="Montserrat"/>
              </a:rPr>
              <a:t>SETOR DE TI – DEV. PROD. SOFTWARE </a:t>
            </a:r>
            <a:endParaRPr sz="4950" dirty="0">
              <a:latin typeface="Montserrat"/>
              <a:cs typeface="Montserrat"/>
            </a:endParaRPr>
          </a:p>
        </p:txBody>
      </p:sp>
      <p:pic>
        <p:nvPicPr>
          <p:cNvPr id="79" name="Imagem 78">
            <a:extLst>
              <a:ext uri="{FF2B5EF4-FFF2-40B4-BE49-F238E27FC236}">
                <a16:creationId xmlns:a16="http://schemas.microsoft.com/office/drawing/2014/main" id="{12742BDB-8D75-DEDF-6971-AE296F21E5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2551" y="3438692"/>
            <a:ext cx="5738281" cy="3152079"/>
          </a:xfrm>
          <a:prstGeom prst="rect">
            <a:avLst/>
          </a:prstGeom>
        </p:spPr>
      </p:pic>
      <p:pic>
        <p:nvPicPr>
          <p:cNvPr id="81" name="Imagem 80">
            <a:extLst>
              <a:ext uri="{FF2B5EF4-FFF2-40B4-BE49-F238E27FC236}">
                <a16:creationId xmlns:a16="http://schemas.microsoft.com/office/drawing/2014/main" id="{7C345AC3-2BAC-8B02-6A8E-98BC0E328F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7083" y="3383190"/>
            <a:ext cx="5738281" cy="3194553"/>
          </a:xfrm>
          <a:prstGeom prst="rect">
            <a:avLst/>
          </a:prstGeom>
        </p:spPr>
      </p:pic>
      <p:pic>
        <p:nvPicPr>
          <p:cNvPr id="83" name="Imagem 82">
            <a:extLst>
              <a:ext uri="{FF2B5EF4-FFF2-40B4-BE49-F238E27FC236}">
                <a16:creationId xmlns:a16="http://schemas.microsoft.com/office/drawing/2014/main" id="{57CC5212-B2C0-E02D-57BB-7532C1A242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623" y="3383190"/>
            <a:ext cx="5762466" cy="32536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D5910-0EED-EA3E-30F3-D49600A08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E2C565F-6148-A31B-3BD0-9C4A158C9B5F}"/>
              </a:ext>
            </a:extLst>
          </p:cNvPr>
          <p:cNvSpPr/>
          <p:nvPr/>
        </p:nvSpPr>
        <p:spPr>
          <a:xfrm>
            <a:off x="0" y="0"/>
            <a:ext cx="20104100" cy="8167370"/>
          </a:xfrm>
          <a:custGeom>
            <a:avLst/>
            <a:gdLst/>
            <a:ahLst/>
            <a:cxnLst/>
            <a:rect l="l" t="t" r="r" b="b"/>
            <a:pathLst>
              <a:path w="20104100" h="8167370">
                <a:moveTo>
                  <a:pt x="0" y="8167290"/>
                </a:moveTo>
                <a:lnTo>
                  <a:pt x="20104099" y="8167290"/>
                </a:lnTo>
                <a:lnTo>
                  <a:pt x="20104099" y="0"/>
                </a:lnTo>
                <a:lnTo>
                  <a:pt x="0" y="0"/>
                </a:lnTo>
                <a:lnTo>
                  <a:pt x="0" y="816729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5328827-904F-306D-04B5-A707B21CC8B5}"/>
              </a:ext>
            </a:extLst>
          </p:cNvPr>
          <p:cNvSpPr/>
          <p:nvPr/>
        </p:nvSpPr>
        <p:spPr>
          <a:xfrm>
            <a:off x="0" y="8167290"/>
            <a:ext cx="20104100" cy="2984500"/>
          </a:xfrm>
          <a:custGeom>
            <a:avLst/>
            <a:gdLst/>
            <a:ahLst/>
            <a:cxnLst/>
            <a:rect l="l" t="t" r="r" b="b"/>
            <a:pathLst>
              <a:path w="20104100" h="2984500">
                <a:moveTo>
                  <a:pt x="0" y="2984202"/>
                </a:moveTo>
                <a:lnTo>
                  <a:pt x="20104099" y="2984202"/>
                </a:lnTo>
                <a:lnTo>
                  <a:pt x="20104099" y="0"/>
                </a:lnTo>
                <a:lnTo>
                  <a:pt x="0" y="0"/>
                </a:lnTo>
                <a:lnTo>
                  <a:pt x="0" y="2984202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1EAD4AC1-5302-750F-CA60-11F5BC9DEC2C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7247237-9BAD-23E5-3288-1953E232ABE1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C63CA159-168C-579B-43F5-D3C886EA397F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F4688873-991E-F3C5-9601-2ED5F576313D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>
            <a:extLst>
              <a:ext uri="{FF2B5EF4-FFF2-40B4-BE49-F238E27FC236}">
                <a16:creationId xmlns:a16="http://schemas.microsoft.com/office/drawing/2014/main" id="{C1A44842-D307-39E8-0240-7513DDFE489E}"/>
              </a:ext>
            </a:extLst>
          </p:cNvPr>
          <p:cNvGrpSpPr/>
          <p:nvPr/>
        </p:nvGrpSpPr>
        <p:grpSpPr>
          <a:xfrm>
            <a:off x="261772" y="5821812"/>
            <a:ext cx="7329805" cy="5487035"/>
            <a:chOff x="261772" y="5821812"/>
            <a:chExt cx="7329805" cy="5487035"/>
          </a:xfrm>
        </p:grpSpPr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8CD03166-E9C6-F4EB-4907-A9E9CF26B05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1772" y="5821812"/>
              <a:ext cx="7329619" cy="5486743"/>
            </a:xfrm>
            <a:prstGeom prst="rect">
              <a:avLst/>
            </a:prstGeom>
          </p:spPr>
        </p:pic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D5F08653-BA4E-022C-69C2-4674A4F2A3D9}"/>
                </a:ext>
              </a:extLst>
            </p:cNvPr>
            <p:cNvSpPr/>
            <p:nvPr/>
          </p:nvSpPr>
          <p:spPr>
            <a:xfrm>
              <a:off x="1047088" y="6609380"/>
              <a:ext cx="5759450" cy="4542155"/>
            </a:xfrm>
            <a:custGeom>
              <a:avLst/>
              <a:gdLst/>
              <a:ahLst/>
              <a:cxnLst/>
              <a:rect l="l" t="t" r="r" b="b"/>
              <a:pathLst>
                <a:path w="5759450" h="4542155">
                  <a:moveTo>
                    <a:pt x="0" y="4542113"/>
                  </a:moveTo>
                  <a:lnTo>
                    <a:pt x="5758986" y="4542113"/>
                  </a:lnTo>
                  <a:lnTo>
                    <a:pt x="5758986" y="0"/>
                  </a:lnTo>
                  <a:lnTo>
                    <a:pt x="0" y="0"/>
                  </a:lnTo>
                  <a:lnTo>
                    <a:pt x="0" y="45421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>
            <a:extLst>
              <a:ext uri="{FF2B5EF4-FFF2-40B4-BE49-F238E27FC236}">
                <a16:creationId xmlns:a16="http://schemas.microsoft.com/office/drawing/2014/main" id="{04F13C9C-4256-9B5F-5732-2D44DED39AA3}"/>
              </a:ext>
            </a:extLst>
          </p:cNvPr>
          <p:cNvGrpSpPr/>
          <p:nvPr/>
        </p:nvGrpSpPr>
        <p:grpSpPr>
          <a:xfrm>
            <a:off x="6387239" y="5821812"/>
            <a:ext cx="13455650" cy="5487035"/>
            <a:chOff x="6387239" y="5821812"/>
            <a:chExt cx="13455650" cy="5487035"/>
          </a:xfrm>
        </p:grpSpPr>
        <p:pic>
          <p:nvPicPr>
            <p:cNvPr id="12" name="object 12">
              <a:extLst>
                <a:ext uri="{FF2B5EF4-FFF2-40B4-BE49-F238E27FC236}">
                  <a16:creationId xmlns:a16="http://schemas.microsoft.com/office/drawing/2014/main" id="{64847869-DE1D-7828-031D-E3F77B683C5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12707" y="5821812"/>
              <a:ext cx="7329619" cy="5486743"/>
            </a:xfrm>
            <a:prstGeom prst="rect">
              <a:avLst/>
            </a:prstGeom>
          </p:spPr>
        </p:pic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110B69C3-7BA4-27BE-61A0-93F2074F2E4D}"/>
                </a:ext>
              </a:extLst>
            </p:cNvPr>
            <p:cNvSpPr/>
            <p:nvPr/>
          </p:nvSpPr>
          <p:spPr>
            <a:xfrm>
              <a:off x="13298024" y="6609380"/>
              <a:ext cx="5759450" cy="4542155"/>
            </a:xfrm>
            <a:custGeom>
              <a:avLst/>
              <a:gdLst/>
              <a:ahLst/>
              <a:cxnLst/>
              <a:rect l="l" t="t" r="r" b="b"/>
              <a:pathLst>
                <a:path w="5759450" h="4542155">
                  <a:moveTo>
                    <a:pt x="0" y="4542113"/>
                  </a:moveTo>
                  <a:lnTo>
                    <a:pt x="5758986" y="4542113"/>
                  </a:lnTo>
                  <a:lnTo>
                    <a:pt x="5758986" y="0"/>
                  </a:lnTo>
                  <a:lnTo>
                    <a:pt x="0" y="0"/>
                  </a:lnTo>
                  <a:lnTo>
                    <a:pt x="0" y="45421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>
              <a:extLst>
                <a:ext uri="{FF2B5EF4-FFF2-40B4-BE49-F238E27FC236}">
                  <a16:creationId xmlns:a16="http://schemas.microsoft.com/office/drawing/2014/main" id="{7CF9E006-54DB-735F-31EF-38270F9BB0D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87239" y="5821812"/>
              <a:ext cx="7329619" cy="5486743"/>
            </a:xfrm>
            <a:prstGeom prst="rect">
              <a:avLst/>
            </a:prstGeom>
          </p:spPr>
        </p:pic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2E797D8F-9764-20CD-B50F-25F6BB977930}"/>
                </a:ext>
              </a:extLst>
            </p:cNvPr>
            <p:cNvSpPr/>
            <p:nvPr/>
          </p:nvSpPr>
          <p:spPr>
            <a:xfrm>
              <a:off x="7172556" y="6609380"/>
              <a:ext cx="5759450" cy="4542155"/>
            </a:xfrm>
            <a:custGeom>
              <a:avLst/>
              <a:gdLst/>
              <a:ahLst/>
              <a:cxnLst/>
              <a:rect l="l" t="t" r="r" b="b"/>
              <a:pathLst>
                <a:path w="5759450" h="4542155">
                  <a:moveTo>
                    <a:pt x="0" y="4542113"/>
                  </a:moveTo>
                  <a:lnTo>
                    <a:pt x="5758986" y="4542113"/>
                  </a:lnTo>
                  <a:lnTo>
                    <a:pt x="5758986" y="0"/>
                  </a:lnTo>
                  <a:lnTo>
                    <a:pt x="0" y="0"/>
                  </a:lnTo>
                  <a:lnTo>
                    <a:pt x="0" y="45421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>
            <a:extLst>
              <a:ext uri="{FF2B5EF4-FFF2-40B4-BE49-F238E27FC236}">
                <a16:creationId xmlns:a16="http://schemas.microsoft.com/office/drawing/2014/main" id="{9FD21841-CFE2-52E6-5B89-B0CC24C609CA}"/>
              </a:ext>
            </a:extLst>
          </p:cNvPr>
          <p:cNvSpPr/>
          <p:nvPr/>
        </p:nvSpPr>
        <p:spPr>
          <a:xfrm>
            <a:off x="235594" y="602037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400E8578-A695-C96A-93C1-2C7193CA044B}"/>
              </a:ext>
            </a:extLst>
          </p:cNvPr>
          <p:cNvSpPr/>
          <p:nvPr/>
        </p:nvSpPr>
        <p:spPr>
          <a:xfrm>
            <a:off x="497367" y="602037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FB0CCD2D-5C65-030E-9AB6-DE720702BFA6}"/>
              </a:ext>
            </a:extLst>
          </p:cNvPr>
          <p:cNvSpPr/>
          <p:nvPr/>
        </p:nvSpPr>
        <p:spPr>
          <a:xfrm>
            <a:off x="759139" y="602037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9100D396-45B8-2686-2A2B-1C6BDDC5E4BF}"/>
              </a:ext>
            </a:extLst>
          </p:cNvPr>
          <p:cNvSpPr/>
          <p:nvPr/>
        </p:nvSpPr>
        <p:spPr>
          <a:xfrm>
            <a:off x="235594" y="628214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73D63FFE-151C-A284-1ABC-B4DDBC933713}"/>
              </a:ext>
            </a:extLst>
          </p:cNvPr>
          <p:cNvSpPr/>
          <p:nvPr/>
        </p:nvSpPr>
        <p:spPr>
          <a:xfrm>
            <a:off x="497367" y="628214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EC83FB93-034C-F5CD-CB04-C511C21D34B8}"/>
              </a:ext>
            </a:extLst>
          </p:cNvPr>
          <p:cNvSpPr/>
          <p:nvPr/>
        </p:nvSpPr>
        <p:spPr>
          <a:xfrm>
            <a:off x="759139" y="628214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715FC5EC-1F4C-C42B-BE9B-BF81F3A77962}"/>
              </a:ext>
            </a:extLst>
          </p:cNvPr>
          <p:cNvSpPr/>
          <p:nvPr/>
        </p:nvSpPr>
        <p:spPr>
          <a:xfrm>
            <a:off x="235594" y="654391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062B0CC4-0E22-5056-ABA4-8CA9BA2458E4}"/>
              </a:ext>
            </a:extLst>
          </p:cNvPr>
          <p:cNvSpPr/>
          <p:nvPr/>
        </p:nvSpPr>
        <p:spPr>
          <a:xfrm>
            <a:off x="497367" y="654391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B0379096-A2DC-C6BC-96E8-2F03E3606DEB}"/>
              </a:ext>
            </a:extLst>
          </p:cNvPr>
          <p:cNvSpPr/>
          <p:nvPr/>
        </p:nvSpPr>
        <p:spPr>
          <a:xfrm>
            <a:off x="759139" y="654391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96482A40-176E-D806-BB02-1AEFE966E783}"/>
              </a:ext>
            </a:extLst>
          </p:cNvPr>
          <p:cNvSpPr/>
          <p:nvPr/>
        </p:nvSpPr>
        <p:spPr>
          <a:xfrm>
            <a:off x="235594" y="680568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CBA74D1A-3F78-90A6-9C97-3D0B79AE882D}"/>
              </a:ext>
            </a:extLst>
          </p:cNvPr>
          <p:cNvSpPr/>
          <p:nvPr/>
        </p:nvSpPr>
        <p:spPr>
          <a:xfrm>
            <a:off x="497367" y="680568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B723B718-11CB-ACE0-EB5F-D788C0785C1F}"/>
              </a:ext>
            </a:extLst>
          </p:cNvPr>
          <p:cNvSpPr/>
          <p:nvPr/>
        </p:nvSpPr>
        <p:spPr>
          <a:xfrm>
            <a:off x="759139" y="680568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53D6BB43-1FE0-2FE8-4C04-100FC4155BDE}"/>
              </a:ext>
            </a:extLst>
          </p:cNvPr>
          <p:cNvSpPr/>
          <p:nvPr/>
        </p:nvSpPr>
        <p:spPr>
          <a:xfrm>
            <a:off x="235594" y="706745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DE89A8AD-C13C-A543-A61D-CD4B701DBB0B}"/>
              </a:ext>
            </a:extLst>
          </p:cNvPr>
          <p:cNvSpPr/>
          <p:nvPr/>
        </p:nvSpPr>
        <p:spPr>
          <a:xfrm>
            <a:off x="497367" y="706745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6FE005FA-340F-B59D-9430-117A3BDC0333}"/>
              </a:ext>
            </a:extLst>
          </p:cNvPr>
          <p:cNvSpPr/>
          <p:nvPr/>
        </p:nvSpPr>
        <p:spPr>
          <a:xfrm>
            <a:off x="759139" y="706745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7BA52FF6-48B4-E9FB-A39A-454A0651D5B8}"/>
              </a:ext>
            </a:extLst>
          </p:cNvPr>
          <p:cNvSpPr/>
          <p:nvPr/>
        </p:nvSpPr>
        <p:spPr>
          <a:xfrm>
            <a:off x="235594" y="732923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885F7BED-761C-6B54-5D61-88F5FBC81CFD}"/>
              </a:ext>
            </a:extLst>
          </p:cNvPr>
          <p:cNvSpPr/>
          <p:nvPr/>
        </p:nvSpPr>
        <p:spPr>
          <a:xfrm>
            <a:off x="497367" y="732923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AD116FBB-C51B-F75D-7560-EF4274FC8B40}"/>
              </a:ext>
            </a:extLst>
          </p:cNvPr>
          <p:cNvSpPr/>
          <p:nvPr/>
        </p:nvSpPr>
        <p:spPr>
          <a:xfrm>
            <a:off x="759139" y="732923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5185F7C0-BBAC-3E55-18CF-21C27DDA278E}"/>
              </a:ext>
            </a:extLst>
          </p:cNvPr>
          <p:cNvSpPr/>
          <p:nvPr/>
        </p:nvSpPr>
        <p:spPr>
          <a:xfrm>
            <a:off x="235594" y="759100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1640BAD5-96C6-420B-34E5-9781E2F96C0D}"/>
              </a:ext>
            </a:extLst>
          </p:cNvPr>
          <p:cNvSpPr/>
          <p:nvPr/>
        </p:nvSpPr>
        <p:spPr>
          <a:xfrm>
            <a:off x="497367" y="759100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07A4C3B4-D028-31ED-0B07-61CECBE05E3E}"/>
              </a:ext>
            </a:extLst>
          </p:cNvPr>
          <p:cNvSpPr/>
          <p:nvPr/>
        </p:nvSpPr>
        <p:spPr>
          <a:xfrm>
            <a:off x="759139" y="759100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16B9BF8B-4BF7-7305-30DD-806187E76EDC}"/>
              </a:ext>
            </a:extLst>
          </p:cNvPr>
          <p:cNvSpPr/>
          <p:nvPr/>
        </p:nvSpPr>
        <p:spPr>
          <a:xfrm>
            <a:off x="235594" y="785277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4D9AF544-E4AF-DE7A-F697-5C225753C33C}"/>
              </a:ext>
            </a:extLst>
          </p:cNvPr>
          <p:cNvSpPr/>
          <p:nvPr/>
        </p:nvSpPr>
        <p:spPr>
          <a:xfrm>
            <a:off x="497367" y="785277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86607585-585F-5C1F-9D43-B0CF28A22739}"/>
              </a:ext>
            </a:extLst>
          </p:cNvPr>
          <p:cNvSpPr/>
          <p:nvPr/>
        </p:nvSpPr>
        <p:spPr>
          <a:xfrm>
            <a:off x="759139" y="785277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75AB49AD-9FA2-7654-CFD5-DD80F7C4A645}"/>
              </a:ext>
            </a:extLst>
          </p:cNvPr>
          <p:cNvSpPr/>
          <p:nvPr/>
        </p:nvSpPr>
        <p:spPr>
          <a:xfrm>
            <a:off x="19292606" y="602037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188D22B0-9E4F-7E73-18A6-7F237FC2404A}"/>
              </a:ext>
            </a:extLst>
          </p:cNvPr>
          <p:cNvSpPr/>
          <p:nvPr/>
        </p:nvSpPr>
        <p:spPr>
          <a:xfrm>
            <a:off x="19554378" y="602037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D4419315-F994-ADF0-1F2E-0BCF422D2916}"/>
              </a:ext>
            </a:extLst>
          </p:cNvPr>
          <p:cNvSpPr/>
          <p:nvPr/>
        </p:nvSpPr>
        <p:spPr>
          <a:xfrm>
            <a:off x="19816150" y="602037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43BB4CE5-AAC1-C987-3BA6-4D50B688429D}"/>
              </a:ext>
            </a:extLst>
          </p:cNvPr>
          <p:cNvSpPr/>
          <p:nvPr/>
        </p:nvSpPr>
        <p:spPr>
          <a:xfrm>
            <a:off x="19292606" y="628214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BAAFF8C4-0BD4-3428-B98B-129BEDCC425B}"/>
              </a:ext>
            </a:extLst>
          </p:cNvPr>
          <p:cNvSpPr/>
          <p:nvPr/>
        </p:nvSpPr>
        <p:spPr>
          <a:xfrm>
            <a:off x="19554378" y="628214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A527914B-8E59-D59D-FBFD-71FBCABEAEE6}"/>
              </a:ext>
            </a:extLst>
          </p:cNvPr>
          <p:cNvSpPr/>
          <p:nvPr/>
        </p:nvSpPr>
        <p:spPr>
          <a:xfrm>
            <a:off x="19816150" y="628214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7B35DC05-4010-9531-D698-40FCC9A75A29}"/>
              </a:ext>
            </a:extLst>
          </p:cNvPr>
          <p:cNvSpPr/>
          <p:nvPr/>
        </p:nvSpPr>
        <p:spPr>
          <a:xfrm>
            <a:off x="19292606" y="654391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32B94657-A9D2-01FA-B258-CC294192EB58}"/>
              </a:ext>
            </a:extLst>
          </p:cNvPr>
          <p:cNvSpPr/>
          <p:nvPr/>
        </p:nvSpPr>
        <p:spPr>
          <a:xfrm>
            <a:off x="19554378" y="654391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8E5483C8-9676-FA41-EBEA-CF6DC98B94BD}"/>
              </a:ext>
            </a:extLst>
          </p:cNvPr>
          <p:cNvSpPr/>
          <p:nvPr/>
        </p:nvSpPr>
        <p:spPr>
          <a:xfrm>
            <a:off x="19816150" y="654391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BA59C400-522F-BF2A-5D52-2809EB13645A}"/>
              </a:ext>
            </a:extLst>
          </p:cNvPr>
          <p:cNvSpPr/>
          <p:nvPr/>
        </p:nvSpPr>
        <p:spPr>
          <a:xfrm>
            <a:off x="19292606" y="680568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AE91AEA4-59DE-C5C7-2D8E-B8D9DF3046DE}"/>
              </a:ext>
            </a:extLst>
          </p:cNvPr>
          <p:cNvSpPr/>
          <p:nvPr/>
        </p:nvSpPr>
        <p:spPr>
          <a:xfrm>
            <a:off x="19554378" y="680568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3C3AA58D-7859-1E11-EFBE-3CD20E6EF287}"/>
              </a:ext>
            </a:extLst>
          </p:cNvPr>
          <p:cNvSpPr/>
          <p:nvPr/>
        </p:nvSpPr>
        <p:spPr>
          <a:xfrm>
            <a:off x="19816150" y="680568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6EAB85A8-054C-60B7-409B-B632AC5713E7}"/>
              </a:ext>
            </a:extLst>
          </p:cNvPr>
          <p:cNvSpPr/>
          <p:nvPr/>
        </p:nvSpPr>
        <p:spPr>
          <a:xfrm>
            <a:off x="19292606" y="706745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E2B81235-376E-5135-8086-91EBDB8604AE}"/>
              </a:ext>
            </a:extLst>
          </p:cNvPr>
          <p:cNvSpPr/>
          <p:nvPr/>
        </p:nvSpPr>
        <p:spPr>
          <a:xfrm>
            <a:off x="19554378" y="706745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C449CF81-8FBC-9DBF-0316-0D8294DE5C30}"/>
              </a:ext>
            </a:extLst>
          </p:cNvPr>
          <p:cNvSpPr/>
          <p:nvPr/>
        </p:nvSpPr>
        <p:spPr>
          <a:xfrm>
            <a:off x="19816150" y="706745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97D393D3-D486-1533-63DE-412A481B845F}"/>
              </a:ext>
            </a:extLst>
          </p:cNvPr>
          <p:cNvSpPr/>
          <p:nvPr/>
        </p:nvSpPr>
        <p:spPr>
          <a:xfrm>
            <a:off x="19292606" y="732923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B576324C-2B04-3D6F-29D2-44C442E26926}"/>
              </a:ext>
            </a:extLst>
          </p:cNvPr>
          <p:cNvSpPr/>
          <p:nvPr/>
        </p:nvSpPr>
        <p:spPr>
          <a:xfrm>
            <a:off x="19554378" y="732923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82898A5C-474A-41E2-1DC9-FFE837001C84}"/>
              </a:ext>
            </a:extLst>
          </p:cNvPr>
          <p:cNvSpPr/>
          <p:nvPr/>
        </p:nvSpPr>
        <p:spPr>
          <a:xfrm>
            <a:off x="19816150" y="732923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1298099C-3966-0565-3B64-8A4045B487AB}"/>
              </a:ext>
            </a:extLst>
          </p:cNvPr>
          <p:cNvSpPr/>
          <p:nvPr/>
        </p:nvSpPr>
        <p:spPr>
          <a:xfrm>
            <a:off x="19292606" y="759100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0C60D687-833F-55D9-BCCF-5FD00CE27059}"/>
              </a:ext>
            </a:extLst>
          </p:cNvPr>
          <p:cNvSpPr/>
          <p:nvPr/>
        </p:nvSpPr>
        <p:spPr>
          <a:xfrm>
            <a:off x="19554378" y="759100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CA8B37EA-5D7E-B216-04AF-C641AA4563EE}"/>
              </a:ext>
            </a:extLst>
          </p:cNvPr>
          <p:cNvSpPr/>
          <p:nvPr/>
        </p:nvSpPr>
        <p:spPr>
          <a:xfrm>
            <a:off x="19816150" y="759100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BAA92326-8343-2008-0B58-3A12E5F84685}"/>
              </a:ext>
            </a:extLst>
          </p:cNvPr>
          <p:cNvSpPr/>
          <p:nvPr/>
        </p:nvSpPr>
        <p:spPr>
          <a:xfrm>
            <a:off x="19292606" y="785277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01089D60-9EF0-B8AA-43B2-1E927E42E1B3}"/>
              </a:ext>
            </a:extLst>
          </p:cNvPr>
          <p:cNvSpPr/>
          <p:nvPr/>
        </p:nvSpPr>
        <p:spPr>
          <a:xfrm>
            <a:off x="19554378" y="785277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AB52035F-8592-B71E-D444-858D6AB9501E}"/>
              </a:ext>
            </a:extLst>
          </p:cNvPr>
          <p:cNvSpPr/>
          <p:nvPr/>
        </p:nvSpPr>
        <p:spPr>
          <a:xfrm>
            <a:off x="19816150" y="785277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>
            <a:extLst>
              <a:ext uri="{FF2B5EF4-FFF2-40B4-BE49-F238E27FC236}">
                <a16:creationId xmlns:a16="http://schemas.microsoft.com/office/drawing/2014/main" id="{998B38AE-0219-F075-28E0-D0385EAB3491}"/>
              </a:ext>
            </a:extLst>
          </p:cNvPr>
          <p:cNvSpPr/>
          <p:nvPr/>
        </p:nvSpPr>
        <p:spPr>
          <a:xfrm>
            <a:off x="2879493" y="8718996"/>
            <a:ext cx="2094230" cy="0"/>
          </a:xfrm>
          <a:custGeom>
            <a:avLst/>
            <a:gdLst/>
            <a:ahLst/>
            <a:cxnLst/>
            <a:rect l="l" t="t" r="r" b="b"/>
            <a:pathLst>
              <a:path w="2094229">
                <a:moveTo>
                  <a:pt x="0" y="0"/>
                </a:moveTo>
                <a:lnTo>
                  <a:pt x="2094177" y="0"/>
                </a:lnTo>
              </a:path>
            </a:pathLst>
          </a:custGeom>
          <a:ln w="31412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>
            <a:extLst>
              <a:ext uri="{FF2B5EF4-FFF2-40B4-BE49-F238E27FC236}">
                <a16:creationId xmlns:a16="http://schemas.microsoft.com/office/drawing/2014/main" id="{F5B0B603-9A8F-A371-5673-4EC3E44CF68C}"/>
              </a:ext>
            </a:extLst>
          </p:cNvPr>
          <p:cNvSpPr txBox="1"/>
          <p:nvPr/>
        </p:nvSpPr>
        <p:spPr>
          <a:xfrm>
            <a:off x="1573934" y="9151492"/>
            <a:ext cx="4705985" cy="1123769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207010" marR="200025" algn="ctr">
              <a:lnSpc>
                <a:spcPts val="2870"/>
              </a:lnSpc>
              <a:spcBef>
                <a:spcPts val="195"/>
              </a:spcBef>
            </a:pP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Introdução a “</a:t>
            </a:r>
            <a:r>
              <a:rPr lang="pt-BR" sz="2400" spc="-20" dirty="0" err="1">
                <a:solidFill>
                  <a:srgbClr val="4D4D4D"/>
                </a:solidFill>
                <a:latin typeface="Montserrat"/>
                <a:cs typeface="Montserrat"/>
              </a:rPr>
              <a:t>Gameficação</a:t>
            </a: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”, jogo sério, mercado de jogos digitais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.</a:t>
            </a:r>
            <a:endParaRPr sz="2400" dirty="0">
              <a:latin typeface="Montserrat"/>
              <a:cs typeface="Montserrat"/>
            </a:endParaRPr>
          </a:p>
        </p:txBody>
      </p:sp>
      <p:sp>
        <p:nvSpPr>
          <p:cNvPr id="69" name="object 69">
            <a:extLst>
              <a:ext uri="{FF2B5EF4-FFF2-40B4-BE49-F238E27FC236}">
                <a16:creationId xmlns:a16="http://schemas.microsoft.com/office/drawing/2014/main" id="{87AF24F8-9292-2938-4375-D2DFCE6A3248}"/>
              </a:ext>
            </a:extLst>
          </p:cNvPr>
          <p:cNvSpPr txBox="1"/>
          <p:nvPr/>
        </p:nvSpPr>
        <p:spPr>
          <a:xfrm>
            <a:off x="1829388" y="7163492"/>
            <a:ext cx="4194810" cy="11047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77569" marR="5080" indent="-865505">
              <a:lnSpc>
                <a:spcPct val="100800"/>
              </a:lnSpc>
              <a:spcBef>
                <a:spcPts val="90"/>
              </a:spcBef>
            </a:pPr>
            <a:r>
              <a:rPr lang="pt-BR" sz="3600" b="0" spc="15" dirty="0">
                <a:solidFill>
                  <a:srgbClr val="333333"/>
                </a:solidFill>
                <a:latin typeface="Montserrat Light"/>
                <a:cs typeface="Montserrat Light"/>
              </a:rPr>
              <a:t>SEGUIMENTOS</a:t>
            </a:r>
            <a:r>
              <a:rPr lang="pt-BR" sz="3600" b="0" spc="95" dirty="0">
                <a:solidFill>
                  <a:srgbClr val="333333"/>
                </a:solidFill>
                <a:latin typeface="Montserrat Light"/>
                <a:cs typeface="Montserrat Light"/>
              </a:rPr>
              <a:t> </a:t>
            </a:r>
            <a:r>
              <a:rPr lang="pt-BR" sz="36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GAMES</a:t>
            </a:r>
            <a:endParaRPr sz="3600" dirty="0">
              <a:latin typeface="Montserrat ExtraBold"/>
              <a:cs typeface="Montserrat ExtraBold"/>
            </a:endParaRPr>
          </a:p>
        </p:txBody>
      </p:sp>
      <p:sp>
        <p:nvSpPr>
          <p:cNvPr id="70" name="object 70">
            <a:extLst>
              <a:ext uri="{FF2B5EF4-FFF2-40B4-BE49-F238E27FC236}">
                <a16:creationId xmlns:a16="http://schemas.microsoft.com/office/drawing/2014/main" id="{6104AB93-A8FA-BFC5-5056-436EC2518EAF}"/>
              </a:ext>
            </a:extLst>
          </p:cNvPr>
          <p:cNvSpPr/>
          <p:nvPr/>
        </p:nvSpPr>
        <p:spPr>
          <a:xfrm>
            <a:off x="15130429" y="8718996"/>
            <a:ext cx="2094230" cy="0"/>
          </a:xfrm>
          <a:custGeom>
            <a:avLst/>
            <a:gdLst/>
            <a:ahLst/>
            <a:cxnLst/>
            <a:rect l="l" t="t" r="r" b="b"/>
            <a:pathLst>
              <a:path w="2094230">
                <a:moveTo>
                  <a:pt x="0" y="0"/>
                </a:moveTo>
                <a:lnTo>
                  <a:pt x="2094177" y="0"/>
                </a:lnTo>
              </a:path>
            </a:pathLst>
          </a:custGeom>
          <a:ln w="31412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>
            <a:extLst>
              <a:ext uri="{FF2B5EF4-FFF2-40B4-BE49-F238E27FC236}">
                <a16:creationId xmlns:a16="http://schemas.microsoft.com/office/drawing/2014/main" id="{A0908003-F099-29D3-1B2B-051331B66126}"/>
              </a:ext>
            </a:extLst>
          </p:cNvPr>
          <p:cNvSpPr txBox="1"/>
          <p:nvPr/>
        </p:nvSpPr>
        <p:spPr>
          <a:xfrm>
            <a:off x="13824870" y="9151492"/>
            <a:ext cx="4705985" cy="1123769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207010" marR="200025" algn="ctr">
              <a:lnSpc>
                <a:spcPts val="2870"/>
              </a:lnSpc>
              <a:spcBef>
                <a:spcPts val="195"/>
              </a:spcBef>
            </a:pP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Desenvolvimento e implantação de Landing Pages</a:t>
            </a:r>
            <a:r>
              <a:rPr lang="pt-BR" sz="2400" spc="-10" dirty="0">
                <a:solidFill>
                  <a:srgbClr val="4D4D4D"/>
                </a:solidFill>
                <a:latin typeface="Montserrat"/>
                <a:cs typeface="Montserrat"/>
              </a:rPr>
              <a:t> com GitHub Pages.</a:t>
            </a:r>
            <a:endParaRPr sz="2400" dirty="0">
              <a:latin typeface="Montserrat"/>
              <a:cs typeface="Montserrat"/>
            </a:endParaRPr>
          </a:p>
        </p:txBody>
      </p:sp>
      <p:sp>
        <p:nvSpPr>
          <p:cNvPr id="72" name="object 72">
            <a:extLst>
              <a:ext uri="{FF2B5EF4-FFF2-40B4-BE49-F238E27FC236}">
                <a16:creationId xmlns:a16="http://schemas.microsoft.com/office/drawing/2014/main" id="{876108DE-7ECF-8AB9-42BC-C800FE5912DB}"/>
              </a:ext>
            </a:extLst>
          </p:cNvPr>
          <p:cNvSpPr txBox="1"/>
          <p:nvPr/>
        </p:nvSpPr>
        <p:spPr>
          <a:xfrm>
            <a:off x="14080325" y="7163492"/>
            <a:ext cx="4194810" cy="11047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77569" marR="5080" indent="-865505">
              <a:lnSpc>
                <a:spcPct val="100800"/>
              </a:lnSpc>
              <a:spcBef>
                <a:spcPts val="90"/>
              </a:spcBef>
            </a:pPr>
            <a:r>
              <a:rPr lang="pt-BR" sz="3600" spc="15" dirty="0">
                <a:solidFill>
                  <a:srgbClr val="333333"/>
                </a:solidFill>
                <a:latin typeface="Montserrat Light"/>
                <a:cs typeface="Montserrat Light"/>
              </a:rPr>
              <a:t>SEGUIMENTOS</a:t>
            </a:r>
            <a:r>
              <a:rPr sz="3600" b="0" spc="-30" dirty="0">
                <a:solidFill>
                  <a:srgbClr val="333333"/>
                </a:solidFill>
                <a:latin typeface="Montserrat Light"/>
                <a:cs typeface="Montserrat Light"/>
              </a:rPr>
              <a:t> </a:t>
            </a:r>
            <a:r>
              <a:rPr lang="pt-BR" sz="36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SERVIÇOS</a:t>
            </a:r>
            <a:endParaRPr sz="3600" dirty="0">
              <a:latin typeface="Montserrat ExtraBold"/>
              <a:cs typeface="Montserrat ExtraBold"/>
            </a:endParaRPr>
          </a:p>
        </p:txBody>
      </p:sp>
      <p:sp>
        <p:nvSpPr>
          <p:cNvPr id="73" name="object 73">
            <a:extLst>
              <a:ext uri="{FF2B5EF4-FFF2-40B4-BE49-F238E27FC236}">
                <a16:creationId xmlns:a16="http://schemas.microsoft.com/office/drawing/2014/main" id="{16B61463-30E7-45D0-F1A8-C4245D253C3C}"/>
              </a:ext>
            </a:extLst>
          </p:cNvPr>
          <p:cNvSpPr/>
          <p:nvPr/>
        </p:nvSpPr>
        <p:spPr>
          <a:xfrm>
            <a:off x="9004961" y="8718996"/>
            <a:ext cx="2094230" cy="0"/>
          </a:xfrm>
          <a:custGeom>
            <a:avLst/>
            <a:gdLst/>
            <a:ahLst/>
            <a:cxnLst/>
            <a:rect l="l" t="t" r="r" b="b"/>
            <a:pathLst>
              <a:path w="2094229">
                <a:moveTo>
                  <a:pt x="0" y="0"/>
                </a:moveTo>
                <a:lnTo>
                  <a:pt x="2094177" y="0"/>
                </a:lnTo>
              </a:path>
            </a:pathLst>
          </a:custGeom>
          <a:ln w="31412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>
            <a:extLst>
              <a:ext uri="{FF2B5EF4-FFF2-40B4-BE49-F238E27FC236}">
                <a16:creationId xmlns:a16="http://schemas.microsoft.com/office/drawing/2014/main" id="{0F77510A-2CCA-22EA-38A3-76BDA2300110}"/>
              </a:ext>
            </a:extLst>
          </p:cNvPr>
          <p:cNvSpPr txBox="1"/>
          <p:nvPr/>
        </p:nvSpPr>
        <p:spPr>
          <a:xfrm>
            <a:off x="7699402" y="9151492"/>
            <a:ext cx="4705985" cy="1123769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207010" marR="200025" algn="ctr">
              <a:lnSpc>
                <a:spcPts val="2870"/>
              </a:lnSpc>
              <a:spcBef>
                <a:spcPts val="195"/>
              </a:spcBef>
            </a:pP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Implementação de </a:t>
            </a:r>
            <a:r>
              <a:rPr lang="pt-BR" sz="2400" spc="-20" dirty="0" err="1">
                <a:solidFill>
                  <a:srgbClr val="4D4D4D"/>
                </a:solidFill>
                <a:latin typeface="Montserrat"/>
                <a:cs typeface="Montserrat"/>
              </a:rPr>
              <a:t>ChatBot</a:t>
            </a: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 personalizado para diversos seguimentos</a:t>
            </a:r>
            <a:r>
              <a:rPr sz="2400" spc="-10" dirty="0">
                <a:solidFill>
                  <a:srgbClr val="4D4D4D"/>
                </a:solidFill>
                <a:latin typeface="Montserrat"/>
                <a:cs typeface="Montserrat"/>
              </a:rPr>
              <a:t>.</a:t>
            </a:r>
            <a:endParaRPr sz="2400" dirty="0">
              <a:latin typeface="Montserrat"/>
              <a:cs typeface="Montserrat"/>
            </a:endParaRPr>
          </a:p>
        </p:txBody>
      </p:sp>
      <p:sp>
        <p:nvSpPr>
          <p:cNvPr id="75" name="object 75">
            <a:extLst>
              <a:ext uri="{FF2B5EF4-FFF2-40B4-BE49-F238E27FC236}">
                <a16:creationId xmlns:a16="http://schemas.microsoft.com/office/drawing/2014/main" id="{18CF2B80-458A-E704-C4F2-F9DEB99CCF7F}"/>
              </a:ext>
            </a:extLst>
          </p:cNvPr>
          <p:cNvSpPr txBox="1"/>
          <p:nvPr/>
        </p:nvSpPr>
        <p:spPr>
          <a:xfrm>
            <a:off x="7954856" y="7163492"/>
            <a:ext cx="4194810" cy="11047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77569" marR="5080" indent="-865505">
              <a:lnSpc>
                <a:spcPct val="100800"/>
              </a:lnSpc>
              <a:spcBef>
                <a:spcPts val="90"/>
              </a:spcBef>
            </a:pPr>
            <a:r>
              <a:rPr lang="pt-BR" sz="3600" spc="15" dirty="0">
                <a:solidFill>
                  <a:srgbClr val="333333"/>
                </a:solidFill>
                <a:latin typeface="Montserrat Light"/>
                <a:cs typeface="Montserrat Light"/>
              </a:rPr>
              <a:t>SEGUIMENTOS</a:t>
            </a:r>
            <a:r>
              <a:rPr sz="3600" b="0" spc="-30" dirty="0">
                <a:solidFill>
                  <a:srgbClr val="333333"/>
                </a:solidFill>
                <a:latin typeface="Montserrat Light"/>
                <a:cs typeface="Montserrat Light"/>
              </a:rPr>
              <a:t> </a:t>
            </a:r>
            <a:r>
              <a:rPr lang="pt-BR" sz="36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NEGÓCIOS</a:t>
            </a:r>
            <a:endParaRPr sz="3600" dirty="0">
              <a:latin typeface="Montserrat ExtraBold"/>
              <a:cs typeface="Montserrat ExtraBold"/>
            </a:endParaRPr>
          </a:p>
        </p:txBody>
      </p:sp>
      <p:sp>
        <p:nvSpPr>
          <p:cNvPr id="76" name="object 76">
            <a:extLst>
              <a:ext uri="{FF2B5EF4-FFF2-40B4-BE49-F238E27FC236}">
                <a16:creationId xmlns:a16="http://schemas.microsoft.com/office/drawing/2014/main" id="{D81AE200-E911-DF6B-2759-7A2FAAC60AC0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>
            <a:extLst>
              <a:ext uri="{FF2B5EF4-FFF2-40B4-BE49-F238E27FC236}">
                <a16:creationId xmlns:a16="http://schemas.microsoft.com/office/drawing/2014/main" id="{B6594112-55DA-1CF9-9D9A-06730402DC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3419786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PORTIFOLIO – MERCADO DE TRABALHO</a:t>
            </a:r>
            <a:endParaRPr sz="4950" dirty="0">
              <a:latin typeface="Montserrat ExtraBold"/>
              <a:cs typeface="Montserrat ExtraBold"/>
            </a:endParaRPr>
          </a:p>
          <a:p>
            <a:pPr marL="12700">
              <a:lnSpc>
                <a:spcPts val="5940"/>
              </a:lnSpc>
            </a:pPr>
            <a:r>
              <a:rPr sz="4950" b="0" spc="-25" dirty="0">
                <a:latin typeface="Montserrat"/>
                <a:cs typeface="Montserrat"/>
              </a:rPr>
              <a:t>C</a:t>
            </a:r>
            <a:r>
              <a:rPr lang="pt-BR" sz="4950" spc="-25" dirty="0">
                <a:latin typeface="Montserrat"/>
                <a:cs typeface="Montserrat"/>
              </a:rPr>
              <a:t>ONSTRUIR OU APERFE</a:t>
            </a:r>
            <a:r>
              <a:rPr sz="4950" b="0" spc="-5" dirty="0">
                <a:latin typeface="Montserrat"/>
                <a:cs typeface="Montserrat"/>
              </a:rPr>
              <a:t>I</a:t>
            </a:r>
            <a:r>
              <a:rPr lang="pt-BR" sz="4950" b="0" spc="-5" dirty="0">
                <a:latin typeface="Montserrat"/>
                <a:cs typeface="Montserrat"/>
              </a:rPr>
              <a:t>ÇOAR</a:t>
            </a:r>
            <a:endParaRPr sz="4950" dirty="0">
              <a:latin typeface="Montserrat"/>
              <a:cs typeface="Montserrat"/>
            </a:endParaRPr>
          </a:p>
        </p:txBody>
      </p:sp>
      <p:pic>
        <p:nvPicPr>
          <p:cNvPr id="79" name="Imagem 78">
            <a:extLst>
              <a:ext uri="{FF2B5EF4-FFF2-40B4-BE49-F238E27FC236}">
                <a16:creationId xmlns:a16="http://schemas.microsoft.com/office/drawing/2014/main" id="{4991E682-C03A-CE6E-4140-C20DB44A8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2551" y="3438692"/>
            <a:ext cx="5738281" cy="3152079"/>
          </a:xfrm>
          <a:prstGeom prst="rect">
            <a:avLst/>
          </a:prstGeom>
        </p:spPr>
      </p:pic>
      <p:pic>
        <p:nvPicPr>
          <p:cNvPr id="81" name="Imagem 80">
            <a:extLst>
              <a:ext uri="{FF2B5EF4-FFF2-40B4-BE49-F238E27FC236}">
                <a16:creationId xmlns:a16="http://schemas.microsoft.com/office/drawing/2014/main" id="{4F1354E6-DB2A-7FF7-D1E1-DE36843B01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7083" y="3383190"/>
            <a:ext cx="5738281" cy="3194553"/>
          </a:xfrm>
          <a:prstGeom prst="rect">
            <a:avLst/>
          </a:prstGeom>
        </p:spPr>
      </p:pic>
      <p:pic>
        <p:nvPicPr>
          <p:cNvPr id="83" name="Imagem 82">
            <a:extLst>
              <a:ext uri="{FF2B5EF4-FFF2-40B4-BE49-F238E27FC236}">
                <a16:creationId xmlns:a16="http://schemas.microsoft.com/office/drawing/2014/main" id="{8D833DE9-B51F-15A7-D394-9B8126DFF6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623" y="3383190"/>
            <a:ext cx="5762466" cy="3253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754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308556"/>
            <a:chOff x="0" y="0"/>
            <a:chExt cx="20104100" cy="11308556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13085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12068" y="4985450"/>
              <a:ext cx="5242560" cy="1337945"/>
            </a:xfrm>
            <a:custGeom>
              <a:avLst/>
              <a:gdLst/>
              <a:ahLst/>
              <a:cxnLst/>
              <a:rect l="l" t="t" r="r" b="b"/>
              <a:pathLst>
                <a:path w="5242559" h="1337945">
                  <a:moveTo>
                    <a:pt x="5242028" y="0"/>
                  </a:moveTo>
                  <a:lnTo>
                    <a:pt x="0" y="0"/>
                  </a:lnTo>
                  <a:lnTo>
                    <a:pt x="0" y="1337655"/>
                  </a:lnTo>
                  <a:lnTo>
                    <a:pt x="5242028" y="1337655"/>
                  </a:lnTo>
                  <a:lnTo>
                    <a:pt x="5242028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11983" y="5156523"/>
              <a:ext cx="5242560" cy="993775"/>
            </a:xfrm>
            <a:custGeom>
              <a:avLst/>
              <a:gdLst/>
              <a:ahLst/>
              <a:cxnLst/>
              <a:rect l="l" t="t" r="r" b="b"/>
              <a:pathLst>
                <a:path w="5242559" h="993775">
                  <a:moveTo>
                    <a:pt x="281571" y="938250"/>
                  </a:moveTo>
                  <a:lnTo>
                    <a:pt x="0" y="938250"/>
                  </a:lnTo>
                  <a:lnTo>
                    <a:pt x="0" y="973455"/>
                  </a:lnTo>
                  <a:lnTo>
                    <a:pt x="281571" y="973455"/>
                  </a:lnTo>
                  <a:lnTo>
                    <a:pt x="281571" y="938250"/>
                  </a:lnTo>
                  <a:close/>
                </a:path>
                <a:path w="5242559" h="993775">
                  <a:moveTo>
                    <a:pt x="281571" y="712901"/>
                  </a:moveTo>
                  <a:lnTo>
                    <a:pt x="0" y="712901"/>
                  </a:lnTo>
                  <a:lnTo>
                    <a:pt x="0" y="748106"/>
                  </a:lnTo>
                  <a:lnTo>
                    <a:pt x="281571" y="748106"/>
                  </a:lnTo>
                  <a:lnTo>
                    <a:pt x="281571" y="712901"/>
                  </a:lnTo>
                  <a:close/>
                </a:path>
                <a:path w="5242559" h="993775">
                  <a:moveTo>
                    <a:pt x="281571" y="479120"/>
                  </a:moveTo>
                  <a:lnTo>
                    <a:pt x="0" y="479120"/>
                  </a:lnTo>
                  <a:lnTo>
                    <a:pt x="0" y="514324"/>
                  </a:lnTo>
                  <a:lnTo>
                    <a:pt x="281571" y="514324"/>
                  </a:lnTo>
                  <a:lnTo>
                    <a:pt x="281571" y="479120"/>
                  </a:lnTo>
                  <a:close/>
                </a:path>
                <a:path w="5242559" h="993775">
                  <a:moveTo>
                    <a:pt x="281571" y="248475"/>
                  </a:moveTo>
                  <a:lnTo>
                    <a:pt x="0" y="248475"/>
                  </a:lnTo>
                  <a:lnTo>
                    <a:pt x="0" y="283730"/>
                  </a:lnTo>
                  <a:lnTo>
                    <a:pt x="281571" y="283730"/>
                  </a:lnTo>
                  <a:lnTo>
                    <a:pt x="281571" y="248475"/>
                  </a:lnTo>
                  <a:close/>
                </a:path>
                <a:path w="5242559" h="993775">
                  <a:moveTo>
                    <a:pt x="281571" y="23812"/>
                  </a:moveTo>
                  <a:lnTo>
                    <a:pt x="0" y="23812"/>
                  </a:lnTo>
                  <a:lnTo>
                    <a:pt x="0" y="59016"/>
                  </a:lnTo>
                  <a:lnTo>
                    <a:pt x="281571" y="59016"/>
                  </a:lnTo>
                  <a:lnTo>
                    <a:pt x="281571" y="23812"/>
                  </a:lnTo>
                  <a:close/>
                </a:path>
                <a:path w="5242559" h="993775">
                  <a:moveTo>
                    <a:pt x="1289888" y="204787"/>
                  </a:moveTo>
                  <a:lnTo>
                    <a:pt x="1287195" y="184924"/>
                  </a:lnTo>
                  <a:lnTo>
                    <a:pt x="1284528" y="165150"/>
                  </a:lnTo>
                  <a:lnTo>
                    <a:pt x="1272222" y="130467"/>
                  </a:lnTo>
                  <a:lnTo>
                    <a:pt x="1229385" y="74917"/>
                  </a:lnTo>
                  <a:lnTo>
                    <a:pt x="1166685" y="36169"/>
                  </a:lnTo>
                  <a:lnTo>
                    <a:pt x="1129525" y="22491"/>
                  </a:lnTo>
                  <a:lnTo>
                    <a:pt x="1089393" y="12280"/>
                  </a:lnTo>
                  <a:lnTo>
                    <a:pt x="1046924" y="5295"/>
                  </a:lnTo>
                  <a:lnTo>
                    <a:pt x="1002792" y="1282"/>
                  </a:lnTo>
                  <a:lnTo>
                    <a:pt x="957656" y="0"/>
                  </a:lnTo>
                  <a:lnTo>
                    <a:pt x="911479" y="1143"/>
                  </a:lnTo>
                  <a:lnTo>
                    <a:pt x="865327" y="4775"/>
                  </a:lnTo>
                  <a:lnTo>
                    <a:pt x="819670" y="11163"/>
                  </a:lnTo>
                  <a:lnTo>
                    <a:pt x="774928" y="20586"/>
                  </a:lnTo>
                  <a:lnTo>
                    <a:pt x="731558" y="33324"/>
                  </a:lnTo>
                  <a:lnTo>
                    <a:pt x="690016" y="49669"/>
                  </a:lnTo>
                  <a:lnTo>
                    <a:pt x="650760" y="69875"/>
                  </a:lnTo>
                  <a:lnTo>
                    <a:pt x="614222" y="94221"/>
                  </a:lnTo>
                  <a:lnTo>
                    <a:pt x="580872" y="123012"/>
                  </a:lnTo>
                  <a:lnTo>
                    <a:pt x="551141" y="156489"/>
                  </a:lnTo>
                  <a:lnTo>
                    <a:pt x="525487" y="194970"/>
                  </a:lnTo>
                  <a:lnTo>
                    <a:pt x="504355" y="238696"/>
                  </a:lnTo>
                  <a:lnTo>
                    <a:pt x="488200" y="287972"/>
                  </a:lnTo>
                  <a:lnTo>
                    <a:pt x="481558" y="338035"/>
                  </a:lnTo>
                  <a:lnTo>
                    <a:pt x="483577" y="384644"/>
                  </a:lnTo>
                  <a:lnTo>
                    <a:pt x="494474" y="427012"/>
                  </a:lnTo>
                  <a:lnTo>
                    <a:pt x="514477" y="464312"/>
                  </a:lnTo>
                  <a:lnTo>
                    <a:pt x="543801" y="495744"/>
                  </a:lnTo>
                  <a:lnTo>
                    <a:pt x="582663" y="520509"/>
                  </a:lnTo>
                  <a:lnTo>
                    <a:pt x="634098" y="542620"/>
                  </a:lnTo>
                  <a:lnTo>
                    <a:pt x="685101" y="560095"/>
                  </a:lnTo>
                  <a:lnTo>
                    <a:pt x="734580" y="574154"/>
                  </a:lnTo>
                  <a:lnTo>
                    <a:pt x="824623" y="597027"/>
                  </a:lnTo>
                  <a:lnTo>
                    <a:pt x="863003" y="608342"/>
                  </a:lnTo>
                  <a:lnTo>
                    <a:pt x="895477" y="621220"/>
                  </a:lnTo>
                  <a:lnTo>
                    <a:pt x="920978" y="636917"/>
                  </a:lnTo>
                  <a:lnTo>
                    <a:pt x="938403" y="656678"/>
                  </a:lnTo>
                  <a:lnTo>
                    <a:pt x="946658" y="681748"/>
                  </a:lnTo>
                  <a:lnTo>
                    <a:pt x="944651" y="713359"/>
                  </a:lnTo>
                  <a:lnTo>
                    <a:pt x="922705" y="754976"/>
                  </a:lnTo>
                  <a:lnTo>
                    <a:pt x="882992" y="784707"/>
                  </a:lnTo>
                  <a:lnTo>
                    <a:pt x="834351" y="802538"/>
                  </a:lnTo>
                  <a:lnTo>
                    <a:pt x="785672" y="808482"/>
                  </a:lnTo>
                  <a:lnTo>
                    <a:pt x="733640" y="802678"/>
                  </a:lnTo>
                  <a:lnTo>
                    <a:pt x="692861" y="785520"/>
                  </a:lnTo>
                  <a:lnTo>
                    <a:pt x="665060" y="757402"/>
                  </a:lnTo>
                  <a:lnTo>
                    <a:pt x="651979" y="718680"/>
                  </a:lnTo>
                  <a:lnTo>
                    <a:pt x="655332" y="669772"/>
                  </a:lnTo>
                  <a:lnTo>
                    <a:pt x="391109" y="669772"/>
                  </a:lnTo>
                  <a:lnTo>
                    <a:pt x="383362" y="726135"/>
                  </a:lnTo>
                  <a:lnTo>
                    <a:pt x="383374" y="775970"/>
                  </a:lnTo>
                  <a:lnTo>
                    <a:pt x="390588" y="819632"/>
                  </a:lnTo>
                  <a:lnTo>
                    <a:pt x="404507" y="857453"/>
                  </a:lnTo>
                  <a:lnTo>
                    <a:pt x="450291" y="917028"/>
                  </a:lnTo>
                  <a:lnTo>
                    <a:pt x="481114" y="939482"/>
                  </a:lnTo>
                  <a:lnTo>
                    <a:pt x="516521" y="957503"/>
                  </a:lnTo>
                  <a:lnTo>
                    <a:pt x="555980" y="971473"/>
                  </a:lnTo>
                  <a:lnTo>
                    <a:pt x="598970" y="981722"/>
                  </a:lnTo>
                  <a:lnTo>
                    <a:pt x="644969" y="988606"/>
                  </a:lnTo>
                  <a:lnTo>
                    <a:pt x="693445" y="992466"/>
                  </a:lnTo>
                  <a:lnTo>
                    <a:pt x="743877" y="993686"/>
                  </a:lnTo>
                  <a:lnTo>
                    <a:pt x="794664" y="991984"/>
                  </a:lnTo>
                  <a:lnTo>
                    <a:pt x="844905" y="986878"/>
                  </a:lnTo>
                  <a:lnTo>
                    <a:pt x="894105" y="978331"/>
                  </a:lnTo>
                  <a:lnTo>
                    <a:pt x="941819" y="966304"/>
                  </a:lnTo>
                  <a:lnTo>
                    <a:pt x="987564" y="950798"/>
                  </a:lnTo>
                  <a:lnTo>
                    <a:pt x="1030846" y="931760"/>
                  </a:lnTo>
                  <a:lnTo>
                    <a:pt x="1071219" y="909167"/>
                  </a:lnTo>
                  <a:lnTo>
                    <a:pt x="1108189" y="883005"/>
                  </a:lnTo>
                  <a:lnTo>
                    <a:pt x="1141298" y="853224"/>
                  </a:lnTo>
                  <a:lnTo>
                    <a:pt x="1170063" y="819823"/>
                  </a:lnTo>
                  <a:lnTo>
                    <a:pt x="1194015" y="782751"/>
                  </a:lnTo>
                  <a:lnTo>
                    <a:pt x="1212672" y="741984"/>
                  </a:lnTo>
                  <a:lnTo>
                    <a:pt x="1225575" y="697509"/>
                  </a:lnTo>
                  <a:lnTo>
                    <a:pt x="1233309" y="642226"/>
                  </a:lnTo>
                  <a:lnTo>
                    <a:pt x="1231950" y="594804"/>
                  </a:lnTo>
                  <a:lnTo>
                    <a:pt x="1222514" y="554507"/>
                  </a:lnTo>
                  <a:lnTo>
                    <a:pt x="1183284" y="492379"/>
                  </a:lnTo>
                  <a:lnTo>
                    <a:pt x="1123530" y="449999"/>
                  </a:lnTo>
                  <a:lnTo>
                    <a:pt x="1088415" y="434390"/>
                  </a:lnTo>
                  <a:lnTo>
                    <a:pt x="1051115" y="421538"/>
                  </a:lnTo>
                  <a:lnTo>
                    <a:pt x="1012647" y="410718"/>
                  </a:lnTo>
                  <a:lnTo>
                    <a:pt x="936078" y="392214"/>
                  </a:lnTo>
                  <a:lnTo>
                    <a:pt x="899960" y="383082"/>
                  </a:lnTo>
                  <a:lnTo>
                    <a:pt x="849528" y="367804"/>
                  </a:lnTo>
                  <a:lnTo>
                    <a:pt x="804138" y="346938"/>
                  </a:lnTo>
                  <a:lnTo>
                    <a:pt x="773887" y="316407"/>
                  </a:lnTo>
                  <a:lnTo>
                    <a:pt x="768934" y="272110"/>
                  </a:lnTo>
                  <a:lnTo>
                    <a:pt x="785317" y="238429"/>
                  </a:lnTo>
                  <a:lnTo>
                    <a:pt x="816013" y="210680"/>
                  </a:lnTo>
                  <a:lnTo>
                    <a:pt x="856195" y="191858"/>
                  </a:lnTo>
                  <a:lnTo>
                    <a:pt x="901052" y="184924"/>
                  </a:lnTo>
                  <a:lnTo>
                    <a:pt x="932332" y="186893"/>
                  </a:lnTo>
                  <a:lnTo>
                    <a:pt x="980084" y="202222"/>
                  </a:lnTo>
                  <a:lnTo>
                    <a:pt x="1008494" y="231711"/>
                  </a:lnTo>
                  <a:lnTo>
                    <a:pt x="1016889" y="273837"/>
                  </a:lnTo>
                  <a:lnTo>
                    <a:pt x="1012901" y="299847"/>
                  </a:lnTo>
                  <a:lnTo>
                    <a:pt x="1277099" y="299847"/>
                  </a:lnTo>
                  <a:lnTo>
                    <a:pt x="1287627" y="249605"/>
                  </a:lnTo>
                  <a:lnTo>
                    <a:pt x="1289888" y="204787"/>
                  </a:lnTo>
                  <a:close/>
                </a:path>
                <a:path w="5242559" h="993775">
                  <a:moveTo>
                    <a:pt x="2244153" y="19761"/>
                  </a:moveTo>
                  <a:lnTo>
                    <a:pt x="1517561" y="19761"/>
                  </a:lnTo>
                  <a:lnTo>
                    <a:pt x="1314792" y="973645"/>
                  </a:lnTo>
                  <a:lnTo>
                    <a:pt x="2041398" y="973645"/>
                  </a:lnTo>
                  <a:lnTo>
                    <a:pt x="2080793" y="788670"/>
                  </a:lnTo>
                  <a:lnTo>
                    <a:pt x="1618399" y="788670"/>
                  </a:lnTo>
                  <a:lnTo>
                    <a:pt x="1661350" y="586536"/>
                  </a:lnTo>
                  <a:lnTo>
                    <a:pt x="2086737" y="586536"/>
                  </a:lnTo>
                  <a:lnTo>
                    <a:pt x="2125903" y="401612"/>
                  </a:lnTo>
                  <a:lnTo>
                    <a:pt x="1700504" y="401612"/>
                  </a:lnTo>
                  <a:lnTo>
                    <a:pt x="1742351" y="204736"/>
                  </a:lnTo>
                  <a:lnTo>
                    <a:pt x="2204758" y="204736"/>
                  </a:lnTo>
                  <a:lnTo>
                    <a:pt x="2244153" y="19761"/>
                  </a:lnTo>
                  <a:close/>
                </a:path>
                <a:path w="5242559" h="993775">
                  <a:moveTo>
                    <a:pt x="3323475" y="19761"/>
                  </a:moveTo>
                  <a:lnTo>
                    <a:pt x="3085681" y="19761"/>
                  </a:lnTo>
                  <a:lnTo>
                    <a:pt x="2935084" y="727875"/>
                  </a:lnTo>
                  <a:lnTo>
                    <a:pt x="2931998" y="730554"/>
                  </a:lnTo>
                  <a:lnTo>
                    <a:pt x="2816326" y="243078"/>
                  </a:lnTo>
                  <a:lnTo>
                    <a:pt x="2763329" y="19761"/>
                  </a:lnTo>
                  <a:lnTo>
                    <a:pt x="2393416" y="19761"/>
                  </a:lnTo>
                  <a:lnTo>
                    <a:pt x="2190648" y="973645"/>
                  </a:lnTo>
                  <a:lnTo>
                    <a:pt x="2428443" y="973645"/>
                  </a:lnTo>
                  <a:lnTo>
                    <a:pt x="2583700" y="243078"/>
                  </a:lnTo>
                  <a:lnTo>
                    <a:pt x="2586329" y="243078"/>
                  </a:lnTo>
                  <a:lnTo>
                    <a:pt x="2754757" y="973645"/>
                  </a:lnTo>
                  <a:lnTo>
                    <a:pt x="3120707" y="973645"/>
                  </a:lnTo>
                  <a:lnTo>
                    <a:pt x="3172383" y="730554"/>
                  </a:lnTo>
                  <a:lnTo>
                    <a:pt x="3323475" y="19761"/>
                  </a:lnTo>
                  <a:close/>
                </a:path>
                <a:path w="5242559" h="993775">
                  <a:moveTo>
                    <a:pt x="4293857" y="973645"/>
                  </a:moveTo>
                  <a:lnTo>
                    <a:pt x="4259923" y="787361"/>
                  </a:lnTo>
                  <a:lnTo>
                    <a:pt x="4226242" y="602399"/>
                  </a:lnTo>
                  <a:lnTo>
                    <a:pt x="4154043" y="206019"/>
                  </a:lnTo>
                  <a:lnTo>
                    <a:pt x="4120121" y="19761"/>
                  </a:lnTo>
                  <a:lnTo>
                    <a:pt x="3945966" y="19761"/>
                  </a:lnTo>
                  <a:lnTo>
                    <a:pt x="3945966" y="602399"/>
                  </a:lnTo>
                  <a:lnTo>
                    <a:pt x="3690988" y="602399"/>
                  </a:lnTo>
                  <a:lnTo>
                    <a:pt x="3904780" y="206019"/>
                  </a:lnTo>
                  <a:lnTo>
                    <a:pt x="3908729" y="206019"/>
                  </a:lnTo>
                  <a:lnTo>
                    <a:pt x="3945966" y="602399"/>
                  </a:lnTo>
                  <a:lnTo>
                    <a:pt x="3945966" y="19761"/>
                  </a:lnTo>
                  <a:lnTo>
                    <a:pt x="3797770" y="19761"/>
                  </a:lnTo>
                  <a:lnTo>
                    <a:pt x="3218446" y="973645"/>
                  </a:lnTo>
                  <a:lnTo>
                    <a:pt x="3482695" y="973645"/>
                  </a:lnTo>
                  <a:lnTo>
                    <a:pt x="3584397" y="787361"/>
                  </a:lnTo>
                  <a:lnTo>
                    <a:pt x="3971506" y="787361"/>
                  </a:lnTo>
                  <a:lnTo>
                    <a:pt x="3995280" y="973645"/>
                  </a:lnTo>
                  <a:lnTo>
                    <a:pt x="4293857" y="973645"/>
                  </a:lnTo>
                  <a:close/>
                </a:path>
                <a:path w="5242559" h="993775">
                  <a:moveTo>
                    <a:pt x="4861230" y="19761"/>
                  </a:moveTo>
                  <a:lnTo>
                    <a:pt x="4597044" y="19761"/>
                  </a:lnTo>
                  <a:lnTo>
                    <a:pt x="4394225" y="973645"/>
                  </a:lnTo>
                  <a:lnTo>
                    <a:pt x="4658461" y="973645"/>
                  </a:lnTo>
                  <a:lnTo>
                    <a:pt x="4861230" y="19761"/>
                  </a:lnTo>
                  <a:close/>
                </a:path>
                <a:path w="5242559" h="993775">
                  <a:moveTo>
                    <a:pt x="5242026" y="938250"/>
                  </a:moveTo>
                  <a:lnTo>
                    <a:pt x="4960455" y="938250"/>
                  </a:lnTo>
                  <a:lnTo>
                    <a:pt x="4960455" y="973455"/>
                  </a:lnTo>
                  <a:lnTo>
                    <a:pt x="5242026" y="973455"/>
                  </a:lnTo>
                  <a:lnTo>
                    <a:pt x="5242026" y="938250"/>
                  </a:lnTo>
                  <a:close/>
                </a:path>
                <a:path w="5242559" h="993775">
                  <a:moveTo>
                    <a:pt x="5242026" y="712901"/>
                  </a:moveTo>
                  <a:lnTo>
                    <a:pt x="4960455" y="712901"/>
                  </a:lnTo>
                  <a:lnTo>
                    <a:pt x="4960455" y="748106"/>
                  </a:lnTo>
                  <a:lnTo>
                    <a:pt x="5242026" y="748106"/>
                  </a:lnTo>
                  <a:lnTo>
                    <a:pt x="5242026" y="712901"/>
                  </a:lnTo>
                  <a:close/>
                </a:path>
                <a:path w="5242559" h="993775">
                  <a:moveTo>
                    <a:pt x="5242026" y="479120"/>
                  </a:moveTo>
                  <a:lnTo>
                    <a:pt x="4960455" y="479120"/>
                  </a:lnTo>
                  <a:lnTo>
                    <a:pt x="4960455" y="514324"/>
                  </a:lnTo>
                  <a:lnTo>
                    <a:pt x="5242026" y="514324"/>
                  </a:lnTo>
                  <a:lnTo>
                    <a:pt x="5242026" y="479120"/>
                  </a:lnTo>
                  <a:close/>
                </a:path>
                <a:path w="5242559" h="993775">
                  <a:moveTo>
                    <a:pt x="5242026" y="248475"/>
                  </a:moveTo>
                  <a:lnTo>
                    <a:pt x="4960455" y="248475"/>
                  </a:lnTo>
                  <a:lnTo>
                    <a:pt x="4960455" y="283730"/>
                  </a:lnTo>
                  <a:lnTo>
                    <a:pt x="5242026" y="283730"/>
                  </a:lnTo>
                  <a:lnTo>
                    <a:pt x="5242026" y="248475"/>
                  </a:lnTo>
                  <a:close/>
                </a:path>
                <a:path w="5242559" h="993775">
                  <a:moveTo>
                    <a:pt x="5242026" y="23812"/>
                  </a:moveTo>
                  <a:lnTo>
                    <a:pt x="4960455" y="23812"/>
                  </a:lnTo>
                  <a:lnTo>
                    <a:pt x="4960455" y="59016"/>
                  </a:lnTo>
                  <a:lnTo>
                    <a:pt x="5242026" y="59016"/>
                  </a:lnTo>
                  <a:lnTo>
                    <a:pt x="5242026" y="238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235576" y="4635933"/>
            <a:ext cx="511492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solidFill>
                  <a:srgbClr val="FFFFFF"/>
                </a:solidFill>
              </a:rPr>
              <a:t>DEPARTAMENTO</a:t>
            </a:r>
            <a:r>
              <a:rPr sz="2800" spc="-5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REGIONAL</a:t>
            </a:r>
            <a:endParaRPr sz="2800"/>
          </a:p>
        </p:txBody>
      </p:sp>
      <p:sp>
        <p:nvSpPr>
          <p:cNvPr id="7" name="object 7"/>
          <p:cNvSpPr txBox="1"/>
          <p:nvPr/>
        </p:nvSpPr>
        <p:spPr>
          <a:xfrm>
            <a:off x="10231201" y="5107290"/>
            <a:ext cx="6974205" cy="1459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ts val="3270"/>
              </a:lnSpc>
              <a:spcBef>
                <a:spcPts val="100"/>
              </a:spcBef>
            </a:pPr>
            <a:r>
              <a:rPr sz="2800" b="1" dirty="0">
                <a:solidFill>
                  <a:srgbClr val="FFFFFF"/>
                </a:solidFill>
                <a:latin typeface="Montserrat ExtraBold"/>
                <a:cs typeface="Montserrat ExtraBold"/>
              </a:rPr>
              <a:t>DE</a:t>
            </a:r>
            <a:r>
              <a:rPr sz="2800" b="1" spc="-30" dirty="0">
                <a:solidFill>
                  <a:srgbClr val="FFFFFF"/>
                </a:solidFill>
                <a:latin typeface="Montserrat ExtraBold"/>
                <a:cs typeface="Montserrat ExtraBold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Montserrat ExtraBold"/>
                <a:cs typeface="Montserrat ExtraBold"/>
              </a:rPr>
              <a:t>SÃO</a:t>
            </a:r>
            <a:r>
              <a:rPr sz="2800" b="1" spc="-25" dirty="0">
                <a:solidFill>
                  <a:srgbClr val="FFFFFF"/>
                </a:solidFill>
                <a:latin typeface="Montserrat ExtraBold"/>
                <a:cs typeface="Montserrat ExtraBold"/>
              </a:rPr>
              <a:t> </a:t>
            </a:r>
            <a:r>
              <a:rPr sz="2800" b="1" spc="-40" dirty="0">
                <a:solidFill>
                  <a:srgbClr val="FFFFFF"/>
                </a:solidFill>
                <a:latin typeface="Montserrat ExtraBold"/>
                <a:cs typeface="Montserrat ExtraBold"/>
              </a:rPr>
              <a:t>PAULO</a:t>
            </a:r>
            <a:endParaRPr sz="2800">
              <a:latin typeface="Montserrat ExtraBold"/>
              <a:cs typeface="Montserrat ExtraBold"/>
            </a:endParaRPr>
          </a:p>
          <a:p>
            <a:pPr marL="12700">
              <a:lnSpc>
                <a:spcPts val="8009"/>
              </a:lnSpc>
            </a:pPr>
            <a:r>
              <a:rPr sz="6750" spc="-25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ww</a:t>
            </a:r>
            <a:r>
              <a:rPr sz="6750" spc="-220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w</a:t>
            </a:r>
            <a:r>
              <a:rPr sz="6750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.s</a:t>
            </a:r>
            <a:r>
              <a:rPr sz="6750" spc="-100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p</a:t>
            </a:r>
            <a:r>
              <a:rPr sz="6750" spc="5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.senai.br</a:t>
            </a:r>
            <a:endParaRPr sz="6750">
              <a:latin typeface="Montserrat"/>
              <a:cs typeface="Montserra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4154076"/>
            <a:ext cx="20104100" cy="7154545"/>
            <a:chOff x="0" y="4154076"/>
            <a:chExt cx="20104100" cy="7154545"/>
          </a:xfrm>
        </p:grpSpPr>
        <p:sp>
          <p:nvSpPr>
            <p:cNvPr id="9" name="object 9"/>
            <p:cNvSpPr/>
            <p:nvPr/>
          </p:nvSpPr>
          <p:spPr>
            <a:xfrm>
              <a:off x="9201187" y="4154076"/>
              <a:ext cx="0" cy="3001010"/>
            </a:xfrm>
            <a:custGeom>
              <a:avLst/>
              <a:gdLst/>
              <a:ahLst/>
              <a:cxnLst/>
              <a:rect l="l" t="t" r="r" b="b"/>
              <a:pathLst>
                <a:path h="3001009">
                  <a:moveTo>
                    <a:pt x="0" y="3000400"/>
                  </a:moveTo>
                  <a:lnTo>
                    <a:pt x="0" y="0"/>
                  </a:lnTo>
                </a:path>
              </a:pathLst>
            </a:custGeom>
            <a:ln w="2783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C1C1FFBC5B64943BE6D3064162973C9" ma:contentTypeVersion="13" ma:contentTypeDescription="Crie um novo documento." ma:contentTypeScope="" ma:versionID="40fa6b34c81f3a289ccbc7b1e1965271">
  <xsd:schema xmlns:xsd="http://www.w3.org/2001/XMLSchema" xmlns:xs="http://www.w3.org/2001/XMLSchema" xmlns:p="http://schemas.microsoft.com/office/2006/metadata/properties" xmlns:ns2="2bd5af90-2c43-4f56-be08-340e2f91aafd" xmlns:ns3="b9c37b37-d0ad-42a5-892e-3cb8fae6311e" targetNamespace="http://schemas.microsoft.com/office/2006/metadata/properties" ma:root="true" ma:fieldsID="8fc80ff9e100d70d9cbefb719233993e" ns2:_="" ns3:_="">
    <xsd:import namespace="2bd5af90-2c43-4f56-be08-340e2f91aafd"/>
    <xsd:import namespace="b9c37b37-d0ad-42a5-892e-3cb8fae631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d5af90-2c43-4f56-be08-340e2f91aa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c37b37-d0ad-42a5-892e-3cb8fae6311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DE43EA8-E4F7-4FB4-A903-CFCDB99F07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bd5af90-2c43-4f56-be08-340e2f91aafd"/>
    <ds:schemaRef ds:uri="b9c37b37-d0ad-42a5-892e-3cb8fae631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AA42D19-56A1-4D0B-AB84-67451006DC5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65F35E67-04E6-4922-B19E-6681FBF95DE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</TotalTime>
  <Words>342</Words>
  <Application>Microsoft Office PowerPoint</Application>
  <PresentationFormat>Personalizar</PresentationFormat>
  <Paragraphs>74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5" baseType="lpstr">
      <vt:lpstr>Arial</vt:lpstr>
      <vt:lpstr>Montserrat Light</vt:lpstr>
      <vt:lpstr>Montserrat</vt:lpstr>
      <vt:lpstr>Montserrat ExtraBold</vt:lpstr>
      <vt:lpstr>Calibri</vt:lpstr>
      <vt:lpstr>Office Theme</vt:lpstr>
      <vt:lpstr>Apresentação do PowerPoint</vt:lpstr>
      <vt:lpstr>FIC (Formação Inicial e Continuada)  Inteligências Artificiais Generativas  Aplicada a Programação – ChatGPT</vt:lpstr>
      <vt:lpstr>IA Aplicada a programação CHATGPT</vt:lpstr>
      <vt:lpstr>APERFEIÇOAMENTO PROFISSIONAL OBJETIVO</vt:lpstr>
      <vt:lpstr>Capacidades Técnicas</vt:lpstr>
      <vt:lpstr>Conhecimentos</vt:lpstr>
      <vt:lpstr>EMPRESAS REGIÃO SETOR DE TI – DEV. PROD. SOFTWARE </vt:lpstr>
      <vt:lpstr>PORTIFOLIO – MERCADO DE TRABALHO CONSTRUIR OU APERFEIÇOAR</vt:lpstr>
      <vt:lpstr>DEPARTAMENTO REGIONAL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template_ppt_senaisp</dc:title>
  <dc:creator>carlos</dc:creator>
  <cp:lastModifiedBy>chatgpt</cp:lastModifiedBy>
  <cp:revision>34</cp:revision>
  <dcterms:created xsi:type="dcterms:W3CDTF">2021-08-24T16:20:14Z</dcterms:created>
  <dcterms:modified xsi:type="dcterms:W3CDTF">2026-08-15T15:10:59Z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2021-08-24T00:00:00Z</vt:filetime>
  </property>
  <property fmtid="{D5CDD505-2E9C-101B-9397-08002B2CF9AE}" pid="3" name="Creator">
    <vt:lpwstr>Adobe Illustrator 25.2 (Windows)</vt:lpwstr>
  </property>
  <property fmtid="{D5CDD505-2E9C-101B-9397-08002B2CF9AE}" pid="4" name="LastSaved">
    <vt:filetime>2021-08-24T00:00:00Z</vt:filetime>
  </property>
  <property fmtid="{D5CDD505-2E9C-101B-9397-08002B2CF9AE}" pid="5" name="ContentTypeId">
    <vt:lpwstr>0x0101001C1C1FFBC5B64943BE6D3064162973C9</vt:lpwstr>
  </property>
</Properties>
</file>